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69.xml"/>
  <Override ContentType="application/vnd.openxmlformats-officedocument.presentationml.slideLayout+xml" PartName="/ppt/slideLayouts/slideLayout285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277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89.xml"/>
  <Override ContentType="application/vnd.openxmlformats-officedocument.presentationml.slideLayout+xml" PartName="/ppt/slideLayouts/slideLayout300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93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28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66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27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296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278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68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94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88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274.xml"/>
  <Override ContentType="application/vnd.openxmlformats-officedocument.presentationml.slideLayout+xml" PartName="/ppt/slideLayouts/slideLayout273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99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90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67.xml"/>
  <Override ContentType="application/vnd.openxmlformats-officedocument.presentationml.slideLayout+xml" PartName="/ppt/slideLayouts/slideLayout28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95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75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280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291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287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298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272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7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83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28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292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76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28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265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301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97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271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949" r:id="rId4"/>
    <p:sldMasterId id="2147483950" r:id="rId5"/>
    <p:sldMasterId id="2147483951" r:id="rId6"/>
    <p:sldMasterId id="2147483952" r:id="rId7"/>
    <p:sldMasterId id="2147483953" r:id="rId8"/>
    <p:sldMasterId id="2147483954" r:id="rId9"/>
    <p:sldMasterId id="2147483955" r:id="rId10"/>
    <p:sldMasterId id="2147483956" r:id="rId11"/>
    <p:sldMasterId id="2147483957" r:id="rId12"/>
    <p:sldMasterId id="2147483958" r:id="rId13"/>
    <p:sldMasterId id="2147483959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Oswald SemiBold"/>
      <p:regular r:id="rId42"/>
      <p:bold r:id="rId43"/>
    </p:embeddedFont>
    <p:embeddedFont>
      <p:font typeface="Oswald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5.xml"/><Relationship Id="rId42" Type="http://schemas.openxmlformats.org/officeDocument/2006/relationships/font" Target="fonts/OswaldSemiBold-regular.fntdata"/><Relationship Id="rId41" Type="http://schemas.openxmlformats.org/officeDocument/2006/relationships/font" Target="fonts/Lato-boldItalic.fntdata"/><Relationship Id="rId22" Type="http://schemas.openxmlformats.org/officeDocument/2006/relationships/slide" Target="slides/slide7.xml"/><Relationship Id="rId44" Type="http://schemas.openxmlformats.org/officeDocument/2006/relationships/font" Target="fonts/Oswald-regular.fntdata"/><Relationship Id="rId21" Type="http://schemas.openxmlformats.org/officeDocument/2006/relationships/slide" Target="slides/slide6.xml"/><Relationship Id="rId43" Type="http://schemas.openxmlformats.org/officeDocument/2006/relationships/font" Target="fonts/OswaldSemiBold-bold.fntdata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45" Type="http://schemas.openxmlformats.org/officeDocument/2006/relationships/font" Target="fonts/Oswald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11" Type="http://schemas.openxmlformats.org/officeDocument/2006/relationships/slideMaster" Target="slideMasters/slideMaster8.xml"/><Relationship Id="rId33" Type="http://schemas.openxmlformats.org/officeDocument/2006/relationships/slide" Target="slides/slide18.xml"/><Relationship Id="rId10" Type="http://schemas.openxmlformats.org/officeDocument/2006/relationships/slideMaster" Target="slideMasters/slideMaster7.xml"/><Relationship Id="rId32" Type="http://schemas.openxmlformats.org/officeDocument/2006/relationships/slide" Target="slides/slide17.xml"/><Relationship Id="rId13" Type="http://schemas.openxmlformats.org/officeDocument/2006/relationships/slideMaster" Target="slideMasters/slideMaster10.xml"/><Relationship Id="rId35" Type="http://schemas.openxmlformats.org/officeDocument/2006/relationships/font" Target="fonts/Raleway-bold.fntdata"/><Relationship Id="rId12" Type="http://schemas.openxmlformats.org/officeDocument/2006/relationships/slideMaster" Target="slideMasters/slideMaster9.xml"/><Relationship Id="rId34" Type="http://schemas.openxmlformats.org/officeDocument/2006/relationships/font" Target="fonts/Raleway-regular.fntdata"/><Relationship Id="rId15" Type="http://schemas.openxmlformats.org/officeDocument/2006/relationships/notesMaster" Target="notesMasters/notesMaster1.xml"/><Relationship Id="rId37" Type="http://schemas.openxmlformats.org/officeDocument/2006/relationships/font" Target="fonts/Raleway-boldItalic.fntdata"/><Relationship Id="rId14" Type="http://schemas.openxmlformats.org/officeDocument/2006/relationships/slideMaster" Target="slideMasters/slideMaster11.xml"/><Relationship Id="rId36" Type="http://schemas.openxmlformats.org/officeDocument/2006/relationships/font" Target="fonts/Raleway-italic.fntdata"/><Relationship Id="rId17" Type="http://schemas.openxmlformats.org/officeDocument/2006/relationships/slide" Target="slides/slide2.xml"/><Relationship Id="rId39" Type="http://schemas.openxmlformats.org/officeDocument/2006/relationships/font" Target="fonts/Lato-bold.fntdata"/><Relationship Id="rId16" Type="http://schemas.openxmlformats.org/officeDocument/2006/relationships/slide" Target="slides/slide1.xml"/><Relationship Id="rId38" Type="http://schemas.openxmlformats.org/officeDocument/2006/relationships/font" Target="fonts/Lato-regular.fntdata"/><Relationship Id="rId19" Type="http://schemas.openxmlformats.org/officeDocument/2006/relationships/slide" Target="slides/slide4.xml"/><Relationship Id="rId1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g33e26d6993f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4" name="Google Shape;2914;g33e26d6993f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33e26d6993f_0_4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33e26d6993f_0_4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3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g33e26d6993f_0_4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5" name="Google Shape;3135;g33e26d6993f_0_4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5" name="Shape 3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6" name="Google Shape;3166;g33e26d6993f_0_6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7" name="Google Shape;3167;g33e26d6993f_0_6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5" name="Shape 3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Google Shape;3196;g33e26d6993f_0_5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7" name="Google Shape;3197;g33e26d6993f_0_5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9" name="Shape 3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0" name="Google Shape;3240;g33e26d6993f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1" name="Google Shape;3241;g33e26d6993f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g33e26d6993f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3" name="Google Shape;3273;g33e26d6993f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6" name="Shape 3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7" name="Google Shape;3387;g33e26d6993f_0_3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8" name="Google Shape;3388;g33e26d6993f_0_3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4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33e26d6993f_0_7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33e26d6993f_0_7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0" name="Shape 3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1" name="Google Shape;3411;g33e26d6993f_0_3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2" name="Google Shape;3412;g33e26d6993f_0_3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7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8" name="Google Shape;3418;g33e26d6993f_0_8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9" name="Google Shape;3419;g33e26d6993f_0_8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3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Google Shape;3434;g33e26d6993f_5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5" name="Google Shape;3435;g33e26d6993f_5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9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g3404bf0b9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1" name="Google Shape;3441;g3404bf0b9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2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g3404bf0b9d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4" name="Google Shape;3544;g3404bf0b9d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6" name="Shape 3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7" name="Google Shape;3657;g34659e2ec17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8" name="Google Shape;3658;g34659e2ec1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Opening: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"Our value proposition 'Ub</a:t>
            </a:r>
            <a:r>
              <a:rPr b="1" lang="en">
                <a:solidFill>
                  <a:schemeClr val="dk1"/>
                </a:solidFill>
              </a:rPr>
              <a:t>er Speaks Your Language' 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Where we addresses crit</a:t>
            </a:r>
            <a:r>
              <a:rPr b="1" lang="en">
                <a:solidFill>
                  <a:schemeClr val="dk1"/>
                </a:solidFill>
              </a:rPr>
              <a:t>ical communication barriers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Target &amp; Need: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"We're </a:t>
            </a:r>
            <a:r>
              <a:rPr b="1" lang="en">
                <a:solidFill>
                  <a:schemeClr val="dk1"/>
                </a:solidFill>
              </a:rPr>
              <a:t>targeting riders </a:t>
            </a:r>
            <a:r>
              <a:rPr lang="en">
                <a:solidFill>
                  <a:schemeClr val="dk1"/>
                </a:solidFill>
              </a:rPr>
              <a:t>who prefer their </a:t>
            </a:r>
            <a:r>
              <a:rPr b="1" lang="en">
                <a:solidFill>
                  <a:schemeClr val="dk1"/>
                </a:solidFill>
              </a:rPr>
              <a:t>native language, 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solving both </a:t>
            </a:r>
            <a:r>
              <a:rPr b="1" lang="en">
                <a:solidFill>
                  <a:schemeClr val="dk1"/>
                </a:solidFill>
              </a:rPr>
              <a:t>practical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emotional</a:t>
            </a:r>
            <a:r>
              <a:rPr lang="en">
                <a:solidFill>
                  <a:schemeClr val="dk1"/>
                </a:solidFill>
              </a:rPr>
              <a:t> aspects of </a:t>
            </a:r>
            <a:r>
              <a:rPr b="1" lang="en">
                <a:solidFill>
                  <a:schemeClr val="dk1"/>
                </a:solidFill>
              </a:rPr>
              <a:t>communication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Problem &amp; Solution: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</a:t>
            </a:r>
            <a:r>
              <a:rPr b="1" lang="en">
                <a:solidFill>
                  <a:schemeClr val="dk1"/>
                </a:solidFill>
              </a:rPr>
              <a:t>Language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barriers create confusion </a:t>
            </a:r>
            <a:r>
              <a:rPr lang="en">
                <a:solidFill>
                  <a:schemeClr val="dk1"/>
                </a:solidFill>
              </a:rPr>
              <a:t>and </a:t>
            </a:r>
            <a:r>
              <a:rPr b="1" lang="en">
                <a:solidFill>
                  <a:schemeClr val="dk1"/>
                </a:solidFill>
              </a:rPr>
              <a:t>anxiety</a:t>
            </a:r>
            <a:r>
              <a:rPr lang="en">
                <a:solidFill>
                  <a:schemeClr val="dk1"/>
                </a:solidFill>
              </a:rPr>
              <a:t> during </a:t>
            </a:r>
            <a:r>
              <a:rPr b="1" lang="en">
                <a:solidFill>
                  <a:schemeClr val="dk1"/>
                </a:solidFill>
              </a:rPr>
              <a:t>rides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"Our solution: </a:t>
            </a:r>
            <a:r>
              <a:rPr b="1" lang="en">
                <a:solidFill>
                  <a:schemeClr val="dk1"/>
                </a:solidFill>
              </a:rPr>
              <a:t>matching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riders</a:t>
            </a:r>
            <a:r>
              <a:rPr lang="en">
                <a:solidFill>
                  <a:schemeClr val="dk1"/>
                </a:solidFill>
              </a:rPr>
              <a:t> with </a:t>
            </a:r>
            <a:r>
              <a:rPr b="1" lang="en">
                <a:solidFill>
                  <a:schemeClr val="dk1"/>
                </a:solidFill>
              </a:rPr>
              <a:t>drivers</a:t>
            </a:r>
            <a:r>
              <a:rPr lang="en">
                <a:solidFill>
                  <a:schemeClr val="dk1"/>
                </a:solidFill>
              </a:rPr>
              <a:t> who speak their </a:t>
            </a:r>
            <a:r>
              <a:rPr b="1" lang="en">
                <a:solidFill>
                  <a:schemeClr val="dk1"/>
                </a:solidFill>
              </a:rPr>
              <a:t>preferred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language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Benefits: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"This creates four key advantages: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feeling understood,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reducing miscommunication,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personalizing the experience,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and boosting satisfaction.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Impact: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"This </a:t>
            </a:r>
            <a:r>
              <a:rPr b="1" lang="en">
                <a:solidFill>
                  <a:schemeClr val="dk1"/>
                </a:solidFill>
              </a:rPr>
              <a:t>simple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straightforward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enhancement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delivers</a:t>
            </a:r>
            <a:r>
              <a:rPr lang="en">
                <a:solidFill>
                  <a:schemeClr val="dk1"/>
                </a:solidFill>
              </a:rPr>
              <a:t> significant </a:t>
            </a:r>
            <a:r>
              <a:rPr b="1" lang="en">
                <a:solidFill>
                  <a:schemeClr val="dk1"/>
                </a:solidFill>
              </a:rPr>
              <a:t>benefits</a:t>
            </a:r>
            <a:r>
              <a:rPr lang="en">
                <a:solidFill>
                  <a:schemeClr val="dk1"/>
                </a:solidFill>
              </a:rPr>
              <a:t> with </a:t>
            </a:r>
            <a:r>
              <a:rPr b="1" lang="en">
                <a:solidFill>
                  <a:schemeClr val="dk1"/>
                </a:solidFill>
              </a:rPr>
              <a:t>minimal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technical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overhead</a:t>
            </a:r>
            <a:r>
              <a:rPr lang="en">
                <a:solidFill>
                  <a:schemeClr val="dk1"/>
                </a:solidFill>
              </a:rPr>
              <a:t>."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4" name="Shape 3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" name="Google Shape;3665;g3404c2f66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6" name="Google Shape;3666;g3404c2f66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Opening: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</a:t>
            </a:r>
            <a:r>
              <a:rPr b="1" lang="en">
                <a:solidFill>
                  <a:schemeClr val="dk1"/>
                </a:solidFill>
              </a:rPr>
              <a:t>Our 'Safe Ride Home' </a:t>
            </a:r>
            <a:r>
              <a:rPr lang="en">
                <a:solidFill>
                  <a:schemeClr val="dk1"/>
                </a:solidFill>
              </a:rPr>
              <a:t>initiative addresses critical </a:t>
            </a:r>
            <a:r>
              <a:rPr b="1" lang="en">
                <a:solidFill>
                  <a:schemeClr val="dk1"/>
                </a:solidFill>
              </a:rPr>
              <a:t>safety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concerns</a:t>
            </a:r>
            <a:r>
              <a:rPr lang="en">
                <a:solidFill>
                  <a:schemeClr val="dk1"/>
                </a:solidFill>
              </a:rPr>
              <a:t> for </a:t>
            </a:r>
            <a:r>
              <a:rPr b="1" lang="en">
                <a:solidFill>
                  <a:schemeClr val="dk1"/>
                </a:solidFill>
              </a:rPr>
              <a:t>women</a:t>
            </a:r>
            <a:r>
              <a:rPr lang="en">
                <a:solidFill>
                  <a:schemeClr val="dk1"/>
                </a:solidFill>
              </a:rPr>
              <a:t> riders identified in our </a:t>
            </a:r>
            <a:r>
              <a:rPr b="1" lang="en">
                <a:solidFill>
                  <a:schemeClr val="dk1"/>
                </a:solidFill>
              </a:rPr>
              <a:t>research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Target &amp; Need: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"We're targeting women who </a:t>
            </a:r>
            <a:r>
              <a:rPr b="1" lang="en">
                <a:solidFill>
                  <a:schemeClr val="dk1"/>
                </a:solidFill>
              </a:rPr>
              <a:t>prioritize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personal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safety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addressing</a:t>
            </a:r>
            <a:r>
              <a:rPr lang="en">
                <a:solidFill>
                  <a:schemeClr val="dk1"/>
                </a:solidFill>
              </a:rPr>
              <a:t> both </a:t>
            </a:r>
            <a:r>
              <a:rPr b="1" lang="en">
                <a:solidFill>
                  <a:schemeClr val="dk1"/>
                </a:solidFill>
              </a:rPr>
              <a:t>physical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security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emotional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peace</a:t>
            </a:r>
            <a:r>
              <a:rPr lang="en">
                <a:solidFill>
                  <a:schemeClr val="dk1"/>
                </a:solidFill>
              </a:rPr>
              <a:t> of </a:t>
            </a:r>
            <a:r>
              <a:rPr b="1" lang="en">
                <a:solidFill>
                  <a:schemeClr val="dk1"/>
                </a:solidFill>
              </a:rPr>
              <a:t>mind."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Problem &amp; Solution: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"Many women experience anxiety during rides, especially at night or in unfamiliar areas."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"Our solution includes four key features: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female driver option,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real-time tracking,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emergency response,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safety ratings."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Benefits: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"These features build confidence, reduce anxiety, demonstrate commitment to women's safety, and foster loyalty."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Impact: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"This comprehensive approach transforms the riding experience beyond just safety features."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"Implementation can begin with a pilot program targeting our women riders segment."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1" name="Shape 3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2" name="Google Shape;3672;g33e26d6993f_0_5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3" name="Google Shape;3673;g33e26d6993f_0_5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4" name="Shape 3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5" name="Google Shape;3775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6" name="Google Shape;37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2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7" name="Google Shape;87;p14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8" name="Google Shape;88;p14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15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15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5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108" name="Google Shape;108;p16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7" name="Google Shape;117;p17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9" name="Google Shape;119;p17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0" name="Google Shape;120;p17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8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3" name="Google Shape;133;p19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3" name="Google Shape;143;p20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0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3" name="Google Shape;153;p21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4" name="Google Shape;154;p21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5" name="Google Shape;155;p21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23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0" name="Google Shape;180;p25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1" name="Google Shape;181;p25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3" name="Google Shape;183;p25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6" name="Google Shape;186;p25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7" name="Google Shape;187;p25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9" name="Google Shape;189;p25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5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6" name="Google Shape;196;p26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26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26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05" name="Google Shape;205;p27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7" name="Google Shape;207;p27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1" name="Google Shape;211;p27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1" name="Google Shape;221;p28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28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8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8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8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30" name="Google Shape;230;p29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34" name="Google Shape;234;p29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5" name="Google Shape;235;p29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9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9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42" name="Google Shape;242;p30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8" name="Google Shape;248;p30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0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0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0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55" name="Google Shape;255;p31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6" name="Google Shape;256;p31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7" name="Google Shape;257;p31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8" name="Google Shape;258;p31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9" name="Google Shape;259;p31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60" name="Google Shape;260;p31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1" name="Google Shape;261;p31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1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1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1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1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68" name="Google Shape;268;p32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69" name="Google Shape;269;p32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0" name="Google Shape;270;p32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1" name="Google Shape;271;p32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2" name="Google Shape;272;p32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3" name="Google Shape;273;p32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4" name="Google Shape;274;p32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5" name="Google Shape;275;p32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6" name="Google Shape;276;p32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2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83" name="Google Shape;283;p33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4" name="Google Shape;284;p33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5" name="Google Shape;285;p33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6" name="Google Shape;286;p33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1" name="Google Shape;291;p33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92" name="Google Shape;292;p33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3" name="Google Shape;293;p33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94" name="Google Shape;294;p33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5" name="Google Shape;295;p33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3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3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3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2" name="Google Shape;302;p34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303" name="Google Shape;303;p34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4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4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4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9" name="Google Shape;309;p35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5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5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312" name="Google Shape;312;p35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5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315" name="Google Shape;315;p35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5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6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6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36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322" name="Google Shape;322;p36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6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6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6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6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7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8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8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8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9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9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3" name="Google Shape;343;p40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0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0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0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0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0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1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351" name="Google Shape;351;p41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1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1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1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1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1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1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360" name="Google Shape;360;p42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2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2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2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2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4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0" name="Google Shape;370;p44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1" name="Google Shape;371;p44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4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4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4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4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4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4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0" name="Google Shape;380;p45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1" name="Google Shape;381;p45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2" name="Google Shape;382;p45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5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5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5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5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5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5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391" name="Google Shape;391;p46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6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6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6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6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6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7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9" name="Google Shape;399;p47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00" name="Google Shape;400;p47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1" name="Google Shape;401;p47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02" name="Google Shape;402;p47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3" name="Google Shape;403;p47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7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7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7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8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9" name="Google Shape;409;p48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8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8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8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8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9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6" name="Google Shape;416;p49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9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9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9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422" name="Google Shape;422;p49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9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0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6" name="Google Shape;426;p50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0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0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50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0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0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0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0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1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6" name="Google Shape;436;p51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7" name="Google Shape;437;p51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38" name="Google Shape;438;p51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1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1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1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1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1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1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2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3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3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1" name="Google Shape;451;p53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2" name="Google Shape;452;p53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3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3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3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3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5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60" name="Google Shape;460;p55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61" name="Google Shape;461;p55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2" name="Google Shape;462;p55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3" name="Google Shape;463;p55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64" name="Google Shape;464;p55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5" name="Google Shape;465;p55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6" name="Google Shape;466;p55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67" name="Google Shape;467;p55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8" name="Google Shape;468;p55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9" name="Google Shape;469;p55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70" name="Google Shape;470;p55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71" name="Google Shape;471;p55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2" name="Google Shape;472;p55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5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55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5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5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6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9" name="Google Shape;479;p56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0" name="Google Shape;480;p56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6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6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" name="Google Shape;483;p56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6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6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488" name="Google Shape;488;p57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89" name="Google Shape;489;p57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90" name="Google Shape;490;p57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91" name="Google Shape;491;p57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92" name="Google Shape;492;p57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493" name="Google Shape;493;p57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94" name="Google Shape;494;p57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7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7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8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01" name="Google Shape;501;p58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02" name="Google Shape;502;p58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3" name="Google Shape;503;p58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04" name="Google Shape;504;p58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5" name="Google Shape;505;p58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8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8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8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8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9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12" name="Google Shape;512;p59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13" name="Google Shape;513;p59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14" name="Google Shape;514;p59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15" name="Google Shape;515;p59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16" name="Google Shape;516;p59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17" name="Google Shape;517;p59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18" name="Google Shape;518;p59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9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9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5" name="Google Shape;525;p60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26" name="Google Shape;526;p60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27" name="Google Shape;527;p60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28" name="Google Shape;528;p60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29" name="Google Shape;529;p60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30" name="Google Shape;530;p60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1" name="Google Shape;531;p60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0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60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0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0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1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38" name="Google Shape;538;p61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39" name="Google Shape;539;p61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40" name="Google Shape;540;p61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41" name="Google Shape;541;p61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42" name="Google Shape;542;p61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43" name="Google Shape;543;p61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44" name="Google Shape;544;p61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61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1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61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1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2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51" name="Google Shape;551;p62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52" name="Google Shape;552;p62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3" name="Google Shape;553;p62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54" name="Google Shape;554;p62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5" name="Google Shape;555;p62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56" name="Google Shape;556;p62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7" name="Google Shape;557;p62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58" name="Google Shape;558;p62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9" name="Google Shape;559;p62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62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2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2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2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3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66" name="Google Shape;566;p63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67" name="Google Shape;567;p63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68" name="Google Shape;568;p63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69" name="Google Shape;569;p63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0" name="Google Shape;570;p63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71" name="Google Shape;571;p63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2" name="Google Shape;572;p63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73" name="Google Shape;573;p63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4" name="Google Shape;574;p63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75" name="Google Shape;575;p63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6" name="Google Shape;576;p63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577" name="Google Shape;577;p63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8" name="Google Shape;578;p63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63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63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63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63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4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5" name="Google Shape;585;p64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586" name="Google Shape;586;p64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64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64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64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5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2" name="Google Shape;592;p65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65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5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595" name="Google Shape;595;p65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65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65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598" name="Google Shape;598;p65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65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6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66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6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04" name="Google Shape;604;p66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605" name="Google Shape;605;p66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66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66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66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6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7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67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8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68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8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8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9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69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69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6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0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26" name="Google Shape;626;p70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70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70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70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70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70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1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634" name="Google Shape;634;p71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71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71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71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71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71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1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643" name="Google Shape;643;p72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72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72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72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72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4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53" name="Google Shape;653;p74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54" name="Google Shape;654;p74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74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74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74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4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74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74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5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3" name="Google Shape;663;p75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64" name="Google Shape;664;p75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5" name="Google Shape;665;p75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75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75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75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75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75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75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6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674" name="Google Shape;674;p76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76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76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76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76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76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7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77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683" name="Google Shape;683;p77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4" name="Google Shape;684;p77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685" name="Google Shape;685;p77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6" name="Google Shape;686;p77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77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77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77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8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2" name="Google Shape;692;p78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78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78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78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78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9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99" name="Google Shape;699;p79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79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79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7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7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79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05" name="Google Shape;705;p79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79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0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09" name="Google Shape;709;p80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80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80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2" name="Google Shape;712;p80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80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80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80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80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81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9" name="Google Shape;719;p81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20" name="Google Shape;720;p81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21" name="Google Shape;721;p81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81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81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81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81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81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81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82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3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83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83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4" name="Google Shape;734;p83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5" name="Google Shape;735;p83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83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83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83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83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85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3" name="Google Shape;743;p85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44" name="Google Shape;744;p85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45" name="Google Shape;745;p85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6" name="Google Shape;746;p85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47" name="Google Shape;747;p85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48" name="Google Shape;748;p85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9" name="Google Shape;749;p85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50" name="Google Shape;750;p85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51" name="Google Shape;751;p85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2" name="Google Shape;752;p85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53" name="Google Shape;753;p85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54" name="Google Shape;754;p85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5" name="Google Shape;755;p85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85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85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85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85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6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2" name="Google Shape;762;p86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63" name="Google Shape;763;p86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86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86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6" name="Google Shape;766;p86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86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86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87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71" name="Google Shape;771;p87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72" name="Google Shape;772;p87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73" name="Google Shape;773;p87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74" name="Google Shape;774;p87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75" name="Google Shape;775;p87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76" name="Google Shape;776;p87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77" name="Google Shape;777;p87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87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87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8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8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88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4" name="Google Shape;784;p88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85" name="Google Shape;785;p88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6" name="Google Shape;786;p88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87" name="Google Shape;787;p88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8" name="Google Shape;788;p88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88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88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88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88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89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95" name="Google Shape;795;p89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96" name="Google Shape;796;p89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97" name="Google Shape;797;p89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798" name="Google Shape;798;p89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99" name="Google Shape;799;p89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00" name="Google Shape;800;p89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01" name="Google Shape;801;p89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89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89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8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8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90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08" name="Google Shape;808;p90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09" name="Google Shape;809;p90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10" name="Google Shape;810;p90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11" name="Google Shape;811;p90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12" name="Google Shape;812;p90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13" name="Google Shape;813;p90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14" name="Google Shape;814;p90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90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90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90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90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91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21" name="Google Shape;821;p91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22" name="Google Shape;822;p91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23" name="Google Shape;823;p91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24" name="Google Shape;824;p91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25" name="Google Shape;825;p91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26" name="Google Shape;826;p91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27" name="Google Shape;827;p91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91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91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91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91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92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34" name="Google Shape;834;p92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35" name="Google Shape;835;p92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36" name="Google Shape;836;p92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37" name="Google Shape;837;p92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38" name="Google Shape;838;p92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39" name="Google Shape;839;p92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40" name="Google Shape;840;p92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41" name="Google Shape;841;p92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42" name="Google Shape;842;p92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92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92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92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92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93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49" name="Google Shape;849;p93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50" name="Google Shape;850;p93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1" name="Google Shape;851;p93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52" name="Google Shape;852;p93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3" name="Google Shape;853;p93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54" name="Google Shape;854;p93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5" name="Google Shape;855;p93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56" name="Google Shape;856;p93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7" name="Google Shape;857;p93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58" name="Google Shape;858;p93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9" name="Google Shape;859;p93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860" name="Google Shape;860;p93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61" name="Google Shape;861;p93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93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93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93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93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94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8" name="Google Shape;868;p94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69" name="Google Shape;869;p94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94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94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94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5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5" name="Google Shape;875;p95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95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95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878" name="Google Shape;878;p95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p95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95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881" name="Google Shape;881;p95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95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6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96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96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87" name="Google Shape;887;p96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88" name="Google Shape;888;p96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96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96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96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96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7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97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98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98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98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98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99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99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99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9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9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00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09" name="Google Shape;909;p100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00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00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00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00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00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01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917" name="Google Shape;917;p101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01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101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01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01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01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01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0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926" name="Google Shape;926;p102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02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02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02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02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04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36" name="Google Shape;936;p104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37" name="Google Shape;937;p104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04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04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04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04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04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104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05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6" name="Google Shape;946;p105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47" name="Google Shape;947;p105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48" name="Google Shape;948;p105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05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05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05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105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105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05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06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957" name="Google Shape;957;p106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06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06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06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06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06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07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5" name="Google Shape;965;p107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966" name="Google Shape;966;p107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67" name="Google Shape;967;p107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968" name="Google Shape;968;p107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69" name="Google Shape;969;p107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07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07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07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08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5" name="Google Shape;975;p108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08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108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108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108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09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2" name="Google Shape;982;p109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109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09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0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0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109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988" name="Google Shape;988;p109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109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10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92" name="Google Shape;992;p110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10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10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5" name="Google Shape;995;p110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10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10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110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110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11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2" name="Google Shape;1002;p111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03" name="Google Shape;1003;p111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04" name="Google Shape;1004;p111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111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111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111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11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11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111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12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13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13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13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17" name="Google Shape;1017;p113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8" name="Google Shape;1018;p113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13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113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113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113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15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6" name="Google Shape;1026;p115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27" name="Google Shape;1027;p115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28" name="Google Shape;1028;p115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9" name="Google Shape;1029;p115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30" name="Google Shape;1030;p115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31" name="Google Shape;1031;p115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2" name="Google Shape;1032;p115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33" name="Google Shape;1033;p115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34" name="Google Shape;1034;p115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5" name="Google Shape;1035;p115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36" name="Google Shape;1036;p115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37" name="Google Shape;1037;p115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8" name="Google Shape;1038;p115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15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15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15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15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16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45" name="Google Shape;1045;p116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46" name="Google Shape;1046;p116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16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116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9" name="Google Shape;1049;p116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16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16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17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054" name="Google Shape;1054;p117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55" name="Google Shape;1055;p117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6" name="Google Shape;1056;p117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57" name="Google Shape;1057;p117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8" name="Google Shape;1058;p117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59" name="Google Shape;1059;p117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0" name="Google Shape;1060;p117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117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117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1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11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18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067" name="Google Shape;1067;p118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68" name="Google Shape;1068;p118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9" name="Google Shape;1069;p118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70" name="Google Shape;1070;p118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1" name="Google Shape;1071;p118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18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118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118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18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19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078" name="Google Shape;1078;p119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79" name="Google Shape;1079;p119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0" name="Google Shape;1080;p119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81" name="Google Shape;1081;p119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2" name="Google Shape;1082;p119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83" name="Google Shape;1083;p119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4" name="Google Shape;1084;p119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119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119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11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1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20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091" name="Google Shape;1091;p120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92" name="Google Shape;1092;p120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3" name="Google Shape;1093;p120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94" name="Google Shape;1094;p120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5" name="Google Shape;1095;p120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096" name="Google Shape;1096;p120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7" name="Google Shape;1097;p120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120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120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120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120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121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04" name="Google Shape;1104;p121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05" name="Google Shape;1105;p121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6" name="Google Shape;1106;p121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07" name="Google Shape;1107;p121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8" name="Google Shape;1108;p121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09" name="Google Shape;1109;p121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10" name="Google Shape;1110;p121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121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121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121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121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22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17" name="Google Shape;1117;p122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18" name="Google Shape;1118;p122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19" name="Google Shape;1119;p122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20" name="Google Shape;1120;p122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21" name="Google Shape;1121;p122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22" name="Google Shape;1122;p122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23" name="Google Shape;1123;p122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24" name="Google Shape;1124;p122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25" name="Google Shape;1125;p122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122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22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22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22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23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32" name="Google Shape;1132;p123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33" name="Google Shape;1133;p123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34" name="Google Shape;1134;p123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35" name="Google Shape;1135;p123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36" name="Google Shape;1136;p123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37" name="Google Shape;1137;p123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38" name="Google Shape;1138;p123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39" name="Google Shape;1139;p123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40" name="Google Shape;1140;p123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41" name="Google Shape;1141;p123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42" name="Google Shape;1142;p123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143" name="Google Shape;1143;p123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44" name="Google Shape;1144;p123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23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123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23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123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24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124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152" name="Google Shape;1152;p124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124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24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24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25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8" name="Google Shape;1158;p125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125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125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161" name="Google Shape;1161;p125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62" name="Google Shape;1162;p125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63" name="Google Shape;1163;p125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164" name="Google Shape;1164;p125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125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26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126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126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70" name="Google Shape;1170;p126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71" name="Google Shape;1171;p126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126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126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126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126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27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127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28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28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128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128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29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129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129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12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12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30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92" name="Google Shape;1192;p130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130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130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130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130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130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31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200" name="Google Shape;1200;p131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31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131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131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31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31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131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3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209" name="Google Shape;1209;p132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32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132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132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132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34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19" name="Google Shape;1219;p134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20" name="Google Shape;1220;p134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134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134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34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134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134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134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35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9" name="Google Shape;1229;p135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0" name="Google Shape;1230;p135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31" name="Google Shape;1231;p135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135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35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35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35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135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135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136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1240" name="Google Shape;1240;p136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136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36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36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136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136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37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8" name="Google Shape;1248;p137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249" name="Google Shape;1249;p137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50" name="Google Shape;1250;p137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251" name="Google Shape;1251;p137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52" name="Google Shape;1252;p137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137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37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137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38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8" name="Google Shape;1258;p138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138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138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38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38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39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65" name="Google Shape;1265;p139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39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39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13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3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139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271" name="Google Shape;1271;p139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39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40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75" name="Google Shape;1275;p140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40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40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8" name="Google Shape;1278;p140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40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40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40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40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41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85" name="Google Shape;1285;p141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86" name="Google Shape;1286;p141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87" name="Google Shape;1287;p141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41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41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41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41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41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41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42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43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43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43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00" name="Google Shape;1300;p143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1" name="Google Shape;1301;p143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43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43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43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43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45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09" name="Google Shape;1309;p145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10" name="Google Shape;1310;p145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11" name="Google Shape;1311;p145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2" name="Google Shape;1312;p145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13" name="Google Shape;1313;p145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14" name="Google Shape;1314;p145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5" name="Google Shape;1315;p145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16" name="Google Shape;1316;p145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17" name="Google Shape;1317;p145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8" name="Google Shape;1318;p145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19" name="Google Shape;1319;p145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20" name="Google Shape;1320;p145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1" name="Google Shape;1321;p145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45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45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45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45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46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28" name="Google Shape;1328;p146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29" name="Google Shape;1329;p146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46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46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2" name="Google Shape;1332;p146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46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46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47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337" name="Google Shape;1337;p147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38" name="Google Shape;1338;p147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39" name="Google Shape;1339;p147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40" name="Google Shape;1340;p147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41" name="Google Shape;1341;p147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42" name="Google Shape;1342;p147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43" name="Google Shape;1343;p147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147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47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4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4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48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350" name="Google Shape;1350;p148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51" name="Google Shape;1351;p148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52" name="Google Shape;1352;p148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53" name="Google Shape;1353;p148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54" name="Google Shape;1354;p148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48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48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48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48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49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361" name="Google Shape;1361;p149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62" name="Google Shape;1362;p149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63" name="Google Shape;1363;p149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64" name="Google Shape;1364;p149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65" name="Google Shape;1365;p149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66" name="Google Shape;1366;p149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67" name="Google Shape;1367;p149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49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149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4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4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150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374" name="Google Shape;1374;p150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75" name="Google Shape;1375;p150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76" name="Google Shape;1376;p150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77" name="Google Shape;1377;p150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78" name="Google Shape;1378;p150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79" name="Google Shape;1379;p150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80" name="Google Shape;1380;p150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150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50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50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50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51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387" name="Google Shape;1387;p151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88" name="Google Shape;1388;p151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89" name="Google Shape;1389;p151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90" name="Google Shape;1390;p151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91" name="Google Shape;1391;p151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392" name="Google Shape;1392;p151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93" name="Google Shape;1393;p151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151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151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51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51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152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00" name="Google Shape;1400;p152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01" name="Google Shape;1401;p152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02" name="Google Shape;1402;p152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03" name="Google Shape;1403;p152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04" name="Google Shape;1404;p152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05" name="Google Shape;1405;p152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06" name="Google Shape;1406;p152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07" name="Google Shape;1407;p152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08" name="Google Shape;1408;p152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52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152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152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52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53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15" name="Google Shape;1415;p153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16" name="Google Shape;1416;p153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17" name="Google Shape;1417;p153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18" name="Google Shape;1418;p153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19" name="Google Shape;1419;p153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20" name="Google Shape;1420;p153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21" name="Google Shape;1421;p153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22" name="Google Shape;1422;p153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23" name="Google Shape;1423;p153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24" name="Google Shape;1424;p153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25" name="Google Shape;1425;p153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426" name="Google Shape;1426;p153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27" name="Google Shape;1427;p153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53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53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153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153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54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4" name="Google Shape;1434;p154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435" name="Google Shape;1435;p154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54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54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154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55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1" name="Google Shape;1441;p155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155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155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444" name="Google Shape;1444;p155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5" name="Google Shape;1445;p155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6" name="Google Shape;1446;p155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447" name="Google Shape;1447;p155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55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56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56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56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53" name="Google Shape;1453;p156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54" name="Google Shape;1454;p156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56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56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156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156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57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57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158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158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158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158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59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159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159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15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5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60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75" name="Google Shape;1475;p160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60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60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160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160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160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61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83" name="Google Shape;1483;p161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61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61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161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161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161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61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6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92" name="Google Shape;1492;p162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62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62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62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62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64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02" name="Google Shape;1502;p164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03" name="Google Shape;1503;p164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164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164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164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164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164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64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65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12" name="Google Shape;1512;p165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13" name="Google Shape;1513;p165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14" name="Google Shape;1514;p165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165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165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165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165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165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165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166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1523" name="Google Shape;1523;p166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166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166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166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166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66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67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1" name="Google Shape;1531;p167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532" name="Google Shape;1532;p167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33" name="Google Shape;1533;p167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534" name="Google Shape;1534;p167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35" name="Google Shape;1535;p167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167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167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167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168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1" name="Google Shape;1541;p168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168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168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168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168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69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48" name="Google Shape;1548;p169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169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169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6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16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169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554" name="Google Shape;1554;p169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169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170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58" name="Google Shape;1558;p170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70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170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1" name="Google Shape;1561;p170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170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170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70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170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71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68" name="Google Shape;1568;p171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69" name="Google Shape;1569;p171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70" name="Google Shape;1570;p171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171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171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71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171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171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71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72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73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73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73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83" name="Google Shape;1583;p173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84" name="Google Shape;1584;p173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173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73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73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73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75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92" name="Google Shape;1592;p175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593" name="Google Shape;1593;p175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94" name="Google Shape;1594;p175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5" name="Google Shape;1595;p175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596" name="Google Shape;1596;p175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97" name="Google Shape;1597;p175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8" name="Google Shape;1598;p175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599" name="Google Shape;1599;p175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00" name="Google Shape;1600;p175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01" name="Google Shape;1601;p175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02" name="Google Shape;1602;p175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03" name="Google Shape;1603;p175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04" name="Google Shape;1604;p175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75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75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75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75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176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11" name="Google Shape;1611;p176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2" name="Google Shape;1612;p176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176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176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5" name="Google Shape;1615;p176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76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76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177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20" name="Google Shape;1620;p177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21" name="Google Shape;1621;p177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2" name="Google Shape;1622;p177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23" name="Google Shape;1623;p177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4" name="Google Shape;1624;p177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25" name="Google Shape;1625;p177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6" name="Google Shape;1626;p177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77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177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17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17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78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33" name="Google Shape;1633;p178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34" name="Google Shape;1634;p178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5" name="Google Shape;1635;p178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36" name="Google Shape;1636;p178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7" name="Google Shape;1637;p178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178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178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178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178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79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44" name="Google Shape;1644;p179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45" name="Google Shape;1645;p179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6" name="Google Shape;1646;p179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47" name="Google Shape;1647;p179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8" name="Google Shape;1648;p179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49" name="Google Shape;1649;p179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0" name="Google Shape;1650;p179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179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179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17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7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80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57" name="Google Shape;1657;p180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58" name="Google Shape;1658;p180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9" name="Google Shape;1659;p180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60" name="Google Shape;1660;p180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61" name="Google Shape;1661;p180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62" name="Google Shape;1662;p180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63" name="Google Shape;1663;p180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180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180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180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180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181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70" name="Google Shape;1670;p181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71" name="Google Shape;1671;p181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2" name="Google Shape;1672;p181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73" name="Google Shape;1673;p181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4" name="Google Shape;1674;p181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75" name="Google Shape;1675;p181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6" name="Google Shape;1676;p181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181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181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181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181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82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83" name="Google Shape;1683;p182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84" name="Google Shape;1684;p182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85" name="Google Shape;1685;p182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86" name="Google Shape;1686;p182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87" name="Google Shape;1687;p182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88" name="Google Shape;1688;p182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89" name="Google Shape;1689;p182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90" name="Google Shape;1690;p182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91" name="Google Shape;1691;p182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182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182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82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82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83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98" name="Google Shape;1698;p183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699" name="Google Shape;1699;p183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00" name="Google Shape;1700;p183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701" name="Google Shape;1701;p183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02" name="Google Shape;1702;p183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703" name="Google Shape;1703;p183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04" name="Google Shape;1704;p183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705" name="Google Shape;1705;p183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06" name="Google Shape;1706;p183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707" name="Google Shape;1707;p183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08" name="Google Shape;1708;p183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709" name="Google Shape;1709;p183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10" name="Google Shape;1710;p183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183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183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183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183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84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7" name="Google Shape;1717;p184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718" name="Google Shape;1718;p184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184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84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184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85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4" name="Google Shape;1724;p185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185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185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727" name="Google Shape;1727;p185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28" name="Google Shape;1728;p185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29" name="Google Shape;1729;p185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730" name="Google Shape;1730;p185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85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186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86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186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36" name="Google Shape;1736;p186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737" name="Google Shape;1737;p186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186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186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186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186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187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187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88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188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188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188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89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189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189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18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18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190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58" name="Google Shape;1758;p190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190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190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190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90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190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191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766" name="Google Shape;1766;p191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191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191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191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191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191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191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19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775" name="Google Shape;1775;p192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92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192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192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192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194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85" name="Google Shape;1785;p194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6" name="Google Shape;1786;p194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194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194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194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194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194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194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195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95" name="Google Shape;1795;p195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96" name="Google Shape;1796;p195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97" name="Google Shape;1797;p195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195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195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195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195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195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195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96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1806" name="Google Shape;1806;p196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196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196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196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196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196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197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4" name="Google Shape;1814;p197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15" name="Google Shape;1815;p197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6" name="Google Shape;1816;p197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17" name="Google Shape;1817;p197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8" name="Google Shape;1818;p197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197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197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197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198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4" name="Google Shape;1824;p198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198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198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198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98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99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31" name="Google Shape;1831;p199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199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199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19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19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199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837" name="Google Shape;1837;p199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199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200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41" name="Google Shape;1841;p200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200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200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4" name="Google Shape;1844;p200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200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200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200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200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201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51" name="Google Shape;1851;p201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2" name="Google Shape;1852;p201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3" name="Google Shape;1853;p201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201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201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201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201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201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201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202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203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203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203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6" name="Google Shape;1866;p203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67" name="Google Shape;1867;p203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203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203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203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203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205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75" name="Google Shape;1875;p205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76" name="Google Shape;1876;p205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7" name="Google Shape;1877;p205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78" name="Google Shape;1878;p205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79" name="Google Shape;1879;p205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0" name="Google Shape;1880;p205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1" name="Google Shape;1881;p205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82" name="Google Shape;1882;p205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3" name="Google Shape;1883;p205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4" name="Google Shape;1884;p205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885" name="Google Shape;1885;p205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6" name="Google Shape;1886;p205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7" name="Google Shape;1887;p205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205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205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205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205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206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94" name="Google Shape;1894;p206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95" name="Google Shape;1895;p206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206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206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8" name="Google Shape;1898;p206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206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206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207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903" name="Google Shape;1903;p207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04" name="Google Shape;1904;p207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05" name="Google Shape;1905;p207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06" name="Google Shape;1906;p207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07" name="Google Shape;1907;p207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08" name="Google Shape;1908;p207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09" name="Google Shape;1909;p207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207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207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20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20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208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916" name="Google Shape;1916;p208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17" name="Google Shape;1917;p208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18" name="Google Shape;1918;p208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19" name="Google Shape;1919;p208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20" name="Google Shape;1920;p208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208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208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208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208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209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927" name="Google Shape;1927;p209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28" name="Google Shape;1928;p209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29" name="Google Shape;1929;p209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30" name="Google Shape;1930;p209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31" name="Google Shape;1931;p209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32" name="Google Shape;1932;p209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33" name="Google Shape;1933;p209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209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209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20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20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210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940" name="Google Shape;1940;p210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41" name="Google Shape;1941;p210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42" name="Google Shape;1942;p210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43" name="Google Shape;1943;p210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44" name="Google Shape;1944;p210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45" name="Google Shape;1945;p210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46" name="Google Shape;1946;p210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210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210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210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210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211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953" name="Google Shape;1953;p211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54" name="Google Shape;1954;p211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55" name="Google Shape;1955;p211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56" name="Google Shape;1956;p211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57" name="Google Shape;1957;p211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58" name="Google Shape;1958;p211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59" name="Google Shape;1959;p211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211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211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211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211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212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966" name="Google Shape;1966;p212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67" name="Google Shape;1967;p212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68" name="Google Shape;1968;p212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69" name="Google Shape;1969;p212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0" name="Google Shape;1970;p212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71" name="Google Shape;1971;p212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2" name="Google Shape;1972;p212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73" name="Google Shape;1973;p212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4" name="Google Shape;1974;p212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212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212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212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212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213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981" name="Google Shape;1981;p213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82" name="Google Shape;1982;p213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83" name="Google Shape;1983;p213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84" name="Google Shape;1984;p213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85" name="Google Shape;1985;p213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86" name="Google Shape;1986;p213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87" name="Google Shape;1987;p213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88" name="Google Shape;1988;p213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89" name="Google Shape;1989;p213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90" name="Google Shape;1990;p213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1" name="Google Shape;1991;p213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1992" name="Google Shape;1992;p213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3" name="Google Shape;1993;p213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213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213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213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213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214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0" name="Google Shape;2000;p214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001" name="Google Shape;2001;p214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214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214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214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215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7" name="Google Shape;2007;p215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215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215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010" name="Google Shape;2010;p215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11" name="Google Shape;2011;p215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12" name="Google Shape;2012;p215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013" name="Google Shape;2013;p215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215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216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216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216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9" name="Google Shape;2019;p216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020" name="Google Shape;2020;p216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216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216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216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216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217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217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218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218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218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218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219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219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219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21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21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220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41" name="Google Shape;2041;p220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220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220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220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220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220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221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049" name="Google Shape;2049;p221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221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221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221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221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221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221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22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058" name="Google Shape;2058;p222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222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222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222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222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224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68" name="Google Shape;2068;p224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69" name="Google Shape;2069;p224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224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224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224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224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224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224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225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78" name="Google Shape;2078;p225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79" name="Google Shape;2079;p225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80" name="Google Shape;2080;p225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225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225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225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225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225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225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226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2089" name="Google Shape;2089;p226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226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226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226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226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226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227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7" name="Google Shape;2097;p227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098" name="Google Shape;2098;p227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99" name="Google Shape;2099;p227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00" name="Google Shape;2100;p227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01" name="Google Shape;2101;p227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227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227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227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228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7" name="Google Shape;2107;p228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228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228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228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228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229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14" name="Google Shape;2114;p229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229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229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22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22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229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20" name="Google Shape;2120;p229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229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230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24" name="Google Shape;2124;p230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230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230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7" name="Google Shape;2127;p230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230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230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230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230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231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34" name="Google Shape;2134;p231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35" name="Google Shape;2135;p231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36" name="Google Shape;2136;p231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231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231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231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231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231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231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232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233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233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233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49" name="Google Shape;2149;p233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50" name="Google Shape;2150;p233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233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233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233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233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235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58" name="Google Shape;2158;p235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59" name="Google Shape;2159;p235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60" name="Google Shape;2160;p235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61" name="Google Shape;2161;p235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62" name="Google Shape;2162;p235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63" name="Google Shape;2163;p235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64" name="Google Shape;2164;p235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65" name="Google Shape;2165;p235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66" name="Google Shape;2166;p235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67" name="Google Shape;2167;p235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68" name="Google Shape;2168;p235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69" name="Google Shape;2169;p235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70" name="Google Shape;2170;p235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235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235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235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235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236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77" name="Google Shape;2177;p236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78" name="Google Shape;2178;p236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236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236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1" name="Google Shape;2181;p236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236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236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237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86" name="Google Shape;2186;p237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87" name="Google Shape;2187;p237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8" name="Google Shape;2188;p237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89" name="Google Shape;2189;p237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90" name="Google Shape;2190;p237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191" name="Google Shape;2191;p237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92" name="Google Shape;2192;p237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237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237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5" name="Google Shape;2195;p23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23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238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99" name="Google Shape;2199;p238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00" name="Google Shape;2200;p238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1" name="Google Shape;2201;p238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02" name="Google Shape;2202;p238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3" name="Google Shape;2203;p238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238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238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238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238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239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210" name="Google Shape;2210;p239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11" name="Google Shape;2211;p239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12" name="Google Shape;2212;p239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13" name="Google Shape;2213;p239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14" name="Google Shape;2214;p239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15" name="Google Shape;2215;p239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16" name="Google Shape;2216;p239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239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239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23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23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240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223" name="Google Shape;2223;p240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24" name="Google Shape;2224;p240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5" name="Google Shape;2225;p240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26" name="Google Shape;2226;p240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7" name="Google Shape;2227;p240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28" name="Google Shape;2228;p240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9" name="Google Shape;2229;p240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240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240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240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240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241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236" name="Google Shape;2236;p241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37" name="Google Shape;2237;p241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38" name="Google Shape;2238;p241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39" name="Google Shape;2239;p241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0" name="Google Shape;2240;p241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41" name="Google Shape;2241;p241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2" name="Google Shape;2242;p241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241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241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241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241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242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249" name="Google Shape;2249;p242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50" name="Google Shape;2250;p242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51" name="Google Shape;2251;p242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52" name="Google Shape;2252;p242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53" name="Google Shape;2253;p242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54" name="Google Shape;2254;p242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55" name="Google Shape;2255;p242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56" name="Google Shape;2256;p242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57" name="Google Shape;2257;p242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242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242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242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242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243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264" name="Google Shape;2264;p243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65" name="Google Shape;2265;p243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66" name="Google Shape;2266;p243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67" name="Google Shape;2267;p243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68" name="Google Shape;2268;p243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69" name="Google Shape;2269;p243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70" name="Google Shape;2270;p243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71" name="Google Shape;2271;p243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72" name="Google Shape;2272;p243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73" name="Google Shape;2273;p243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74" name="Google Shape;2274;p243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275" name="Google Shape;2275;p243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76" name="Google Shape;2276;p243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243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243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243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243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44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3" name="Google Shape;2283;p244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84" name="Google Shape;2284;p244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244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244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244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245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0" name="Google Shape;2290;p245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245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45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293" name="Google Shape;2293;p245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94" name="Google Shape;2294;p245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95" name="Google Shape;2295;p245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296" name="Google Shape;2296;p245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245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246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246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246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02" name="Google Shape;2302;p246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303" name="Google Shape;2303;p246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246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246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246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246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247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247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248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248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248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248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249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249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249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24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24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250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24" name="Google Shape;2324;p250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250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250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250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250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250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251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332" name="Google Shape;2332;p251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51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51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51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251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251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251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25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341" name="Google Shape;2341;p252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252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252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252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252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254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51" name="Google Shape;2351;p254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52" name="Google Shape;2352;p254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254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254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254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254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254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254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p255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61" name="Google Shape;2361;p255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62" name="Google Shape;2362;p255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63" name="Google Shape;2363;p255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255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255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255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255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255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255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p256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2372" name="Google Shape;2372;p256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256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256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256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256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256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257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0" name="Google Shape;2380;p257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381" name="Google Shape;2381;p257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82" name="Google Shape;2382;p257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383" name="Google Shape;2383;p257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84" name="Google Shape;2384;p257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257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257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257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258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90" name="Google Shape;2390;p258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258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258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258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258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259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97" name="Google Shape;2397;p259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259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259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25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25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259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403" name="Google Shape;2403;p259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259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260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07" name="Google Shape;2407;p260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260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260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0" name="Google Shape;2410;p260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260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260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260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260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261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17" name="Google Shape;2417;p261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18" name="Google Shape;2418;p261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19" name="Google Shape;2419;p261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261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261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261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261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261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261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262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263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263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263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32" name="Google Shape;2432;p263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33" name="Google Shape;2433;p263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263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263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263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263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265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41" name="Google Shape;2441;p265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42" name="Google Shape;2442;p265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3" name="Google Shape;2443;p265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44" name="Google Shape;2444;p265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45" name="Google Shape;2445;p265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6" name="Google Shape;2446;p265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47" name="Google Shape;2447;p265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48" name="Google Shape;2448;p265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9" name="Google Shape;2449;p265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0" name="Google Shape;2450;p265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51" name="Google Shape;2451;p265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52" name="Google Shape;2452;p265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3" name="Google Shape;2453;p265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265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265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265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265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p266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60" name="Google Shape;2460;p266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61" name="Google Shape;2461;p266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266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266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4" name="Google Shape;2464;p266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266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266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267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469" name="Google Shape;2469;p267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70" name="Google Shape;2470;p267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71" name="Google Shape;2471;p267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72" name="Google Shape;2472;p267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73" name="Google Shape;2473;p267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74" name="Google Shape;2474;p267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75" name="Google Shape;2475;p267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267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267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26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26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p268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482" name="Google Shape;2482;p268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83" name="Google Shape;2483;p268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84" name="Google Shape;2484;p268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85" name="Google Shape;2485;p268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86" name="Google Shape;2486;p268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268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268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268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268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249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269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493" name="Google Shape;2493;p269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94" name="Google Shape;2494;p269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5" name="Google Shape;2495;p269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96" name="Google Shape;2496;p269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7" name="Google Shape;2497;p269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498" name="Google Shape;2498;p269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9" name="Google Shape;2499;p269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269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269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26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26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270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506" name="Google Shape;2506;p270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07" name="Google Shape;2507;p270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08" name="Google Shape;2508;p270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09" name="Google Shape;2509;p270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0" name="Google Shape;2510;p270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11" name="Google Shape;2511;p270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2" name="Google Shape;2512;p270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270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270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270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270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2517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271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519" name="Google Shape;2519;p271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20" name="Google Shape;2520;p271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21" name="Google Shape;2521;p271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22" name="Google Shape;2522;p271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23" name="Google Shape;2523;p271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24" name="Google Shape;2524;p271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25" name="Google Shape;2525;p271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271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271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271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271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272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532" name="Google Shape;2532;p272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33" name="Google Shape;2533;p272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4" name="Google Shape;2534;p272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35" name="Google Shape;2535;p272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6" name="Google Shape;2536;p272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37" name="Google Shape;2537;p272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8" name="Google Shape;2538;p272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39" name="Google Shape;2539;p272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40" name="Google Shape;2540;p272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272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p272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272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4" name="Google Shape;2544;p272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p273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547" name="Google Shape;2547;p273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48" name="Google Shape;2548;p273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49" name="Google Shape;2549;p273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50" name="Google Shape;2550;p273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1" name="Google Shape;2551;p273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52" name="Google Shape;2552;p273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3" name="Google Shape;2553;p273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54" name="Google Shape;2554;p273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5" name="Google Shape;2555;p273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56" name="Google Shape;2556;p273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7" name="Google Shape;2557;p273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558" name="Google Shape;2558;p273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9" name="Google Shape;2559;p273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273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273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273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273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p274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6" name="Google Shape;2566;p274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567" name="Google Shape;2567;p274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274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274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274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275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73" name="Google Shape;2573;p275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275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275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576" name="Google Shape;2576;p275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7" name="Google Shape;2577;p275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8" name="Google Shape;2578;p275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579" name="Google Shape;2579;p275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275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258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276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276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276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85" name="Google Shape;2585;p276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586" name="Google Shape;2586;p276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276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276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276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276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259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p277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277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2594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p278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278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278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278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2599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p279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79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279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27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27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2605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p280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07" name="Google Shape;2607;p280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280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280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280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280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280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p281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615" name="Google Shape;2615;p281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281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281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281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281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281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281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28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624" name="Google Shape;2624;p282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282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p282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282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282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p284"/>
          <p:cNvSpPr txBox="1"/>
          <p:nvPr>
            <p:ph type="ctrTitle"/>
          </p:nvPr>
        </p:nvSpPr>
        <p:spPr>
          <a:xfrm>
            <a:off x="666200" y="1415203"/>
            <a:ext cx="34458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34" name="Google Shape;2634;p284"/>
          <p:cNvSpPr txBox="1"/>
          <p:nvPr>
            <p:ph idx="1" type="subTitle"/>
          </p:nvPr>
        </p:nvSpPr>
        <p:spPr>
          <a:xfrm>
            <a:off x="666200" y="3074800"/>
            <a:ext cx="22593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35" name="Google Shape;2635;p284"/>
          <p:cNvSpPr/>
          <p:nvPr/>
        </p:nvSpPr>
        <p:spPr>
          <a:xfrm flipH="1" rot="-5200701">
            <a:off x="3205428" y="-35965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284"/>
          <p:cNvSpPr/>
          <p:nvPr/>
        </p:nvSpPr>
        <p:spPr>
          <a:xfrm flipH="1" rot="-4690715">
            <a:off x="3996815" y="15382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284"/>
          <p:cNvSpPr/>
          <p:nvPr/>
        </p:nvSpPr>
        <p:spPr>
          <a:xfrm flipH="1" rot="482722">
            <a:off x="4086" y="-473710"/>
            <a:ext cx="1761515" cy="112110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284"/>
          <p:cNvSpPr/>
          <p:nvPr/>
        </p:nvSpPr>
        <p:spPr>
          <a:xfrm rot="486729">
            <a:off x="1738751" y="240157"/>
            <a:ext cx="406063" cy="406063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284"/>
          <p:cNvSpPr/>
          <p:nvPr/>
        </p:nvSpPr>
        <p:spPr>
          <a:xfrm flipH="1" rot="-1168301">
            <a:off x="-97516" y="-510335"/>
            <a:ext cx="1849569" cy="1177175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p284"/>
          <p:cNvSpPr/>
          <p:nvPr/>
        </p:nvSpPr>
        <p:spPr>
          <a:xfrm flipH="1">
            <a:off x="963412" y="4345549"/>
            <a:ext cx="2208527" cy="1153121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284"/>
          <p:cNvSpPr/>
          <p:nvPr/>
        </p:nvSpPr>
        <p:spPr>
          <a:xfrm rot="486435">
            <a:off x="1537523" y="42946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42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p285"/>
          <p:cNvSpPr txBox="1"/>
          <p:nvPr>
            <p:ph type="title"/>
          </p:nvPr>
        </p:nvSpPr>
        <p:spPr>
          <a:xfrm>
            <a:off x="4610650" y="2371125"/>
            <a:ext cx="359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44" name="Google Shape;2644;p285"/>
          <p:cNvSpPr txBox="1"/>
          <p:nvPr>
            <p:ph hasCustomPrompt="1" idx="2" type="title"/>
          </p:nvPr>
        </p:nvSpPr>
        <p:spPr>
          <a:xfrm>
            <a:off x="7011575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45" name="Google Shape;2645;p285"/>
          <p:cNvSpPr txBox="1"/>
          <p:nvPr>
            <p:ph idx="3" type="title"/>
          </p:nvPr>
        </p:nvSpPr>
        <p:spPr>
          <a:xfrm>
            <a:off x="5480725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46" name="Google Shape;2646;p285"/>
          <p:cNvSpPr/>
          <p:nvPr/>
        </p:nvSpPr>
        <p:spPr>
          <a:xfrm flipH="1" rot="-5200701">
            <a:off x="-2372047" y="-332207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285"/>
          <p:cNvSpPr/>
          <p:nvPr/>
        </p:nvSpPr>
        <p:spPr>
          <a:xfrm flipH="1" rot="-4690715">
            <a:off x="-1580660" y="181277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285"/>
          <p:cNvSpPr/>
          <p:nvPr/>
        </p:nvSpPr>
        <p:spPr>
          <a:xfrm flipH="1" rot="-8100000">
            <a:off x="7728985" y="-101726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285"/>
          <p:cNvSpPr/>
          <p:nvPr/>
        </p:nvSpPr>
        <p:spPr>
          <a:xfrm rot="-10313565">
            <a:off x="8370348" y="405892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285"/>
          <p:cNvSpPr/>
          <p:nvPr/>
        </p:nvSpPr>
        <p:spPr>
          <a:xfrm rot="8437101">
            <a:off x="8064896" y="43624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285"/>
          <p:cNvSpPr/>
          <p:nvPr/>
        </p:nvSpPr>
        <p:spPr>
          <a:xfrm rot="6784793">
            <a:off x="8126395" y="43387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285"/>
          <p:cNvSpPr/>
          <p:nvPr/>
        </p:nvSpPr>
        <p:spPr>
          <a:xfrm flipH="1" rot="6783187">
            <a:off x="8285327" y="43976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53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286"/>
          <p:cNvSpPr txBox="1"/>
          <p:nvPr>
            <p:ph idx="1" type="subTitle"/>
          </p:nvPr>
        </p:nvSpPr>
        <p:spPr>
          <a:xfrm>
            <a:off x="966600" y="1207475"/>
            <a:ext cx="72108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2000"/>
            </a:lvl9pPr>
          </a:lstStyle>
          <a:p/>
        </p:txBody>
      </p:sp>
      <p:sp>
        <p:nvSpPr>
          <p:cNvPr id="2655" name="Google Shape;2655;p286"/>
          <p:cNvSpPr/>
          <p:nvPr/>
        </p:nvSpPr>
        <p:spPr>
          <a:xfrm flipH="1" rot="4015207">
            <a:off x="8234270" y="-2983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286"/>
          <p:cNvSpPr/>
          <p:nvPr/>
        </p:nvSpPr>
        <p:spPr>
          <a:xfrm rot="4016813">
            <a:off x="8441627" y="67229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286"/>
          <p:cNvSpPr/>
          <p:nvPr/>
        </p:nvSpPr>
        <p:spPr>
          <a:xfrm flipH="1" rot="2362899">
            <a:off x="8172771" y="-10498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286"/>
          <p:cNvSpPr/>
          <p:nvPr/>
        </p:nvSpPr>
        <p:spPr>
          <a:xfrm flipH="1" rot="2891514">
            <a:off x="-773318" y="4239023"/>
            <a:ext cx="2209611" cy="115368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286"/>
          <p:cNvSpPr/>
          <p:nvPr/>
        </p:nvSpPr>
        <p:spPr>
          <a:xfrm rot="676694">
            <a:off x="170531" y="4255281"/>
            <a:ext cx="638123" cy="638123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286"/>
          <p:cNvSpPr txBox="1"/>
          <p:nvPr>
            <p:ph type="title"/>
          </p:nvPr>
        </p:nvSpPr>
        <p:spPr>
          <a:xfrm>
            <a:off x="720000" y="395300"/>
            <a:ext cx="77040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p287"/>
          <p:cNvSpPr txBox="1"/>
          <p:nvPr>
            <p:ph type="title"/>
          </p:nvPr>
        </p:nvSpPr>
        <p:spPr>
          <a:xfrm>
            <a:off x="2934800" y="390525"/>
            <a:ext cx="32745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63" name="Google Shape;2663;p287"/>
          <p:cNvSpPr txBox="1"/>
          <p:nvPr>
            <p:ph idx="1" type="subTitle"/>
          </p:nvPr>
        </p:nvSpPr>
        <p:spPr>
          <a:xfrm>
            <a:off x="1715688" y="1942688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664" name="Google Shape;2664;p287"/>
          <p:cNvSpPr txBox="1"/>
          <p:nvPr>
            <p:ph idx="2" type="subTitle"/>
          </p:nvPr>
        </p:nvSpPr>
        <p:spPr>
          <a:xfrm>
            <a:off x="1136388" y="2360763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65" name="Google Shape;2665;p287"/>
          <p:cNvSpPr txBox="1"/>
          <p:nvPr>
            <p:ph idx="3" type="subTitle"/>
          </p:nvPr>
        </p:nvSpPr>
        <p:spPr>
          <a:xfrm>
            <a:off x="5743213" y="1942700"/>
            <a:ext cx="16851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666" name="Google Shape;2666;p287"/>
          <p:cNvSpPr txBox="1"/>
          <p:nvPr>
            <p:ph idx="4" type="subTitle"/>
          </p:nvPr>
        </p:nvSpPr>
        <p:spPr>
          <a:xfrm>
            <a:off x="5743213" y="2360775"/>
            <a:ext cx="22644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67" name="Google Shape;2667;p287"/>
          <p:cNvSpPr/>
          <p:nvPr/>
        </p:nvSpPr>
        <p:spPr>
          <a:xfrm rot="-2234678">
            <a:off x="-1321289" y="-1227832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287"/>
          <p:cNvSpPr/>
          <p:nvPr/>
        </p:nvSpPr>
        <p:spPr>
          <a:xfrm rot="-2446053">
            <a:off x="-1337523" y="-1131532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287"/>
          <p:cNvSpPr/>
          <p:nvPr/>
        </p:nvSpPr>
        <p:spPr>
          <a:xfrm rot="-2234678">
            <a:off x="6503011" y="3976218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287"/>
          <p:cNvSpPr/>
          <p:nvPr/>
        </p:nvSpPr>
        <p:spPr>
          <a:xfrm rot="-2446053">
            <a:off x="6486777" y="4072518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71" name="Shape 2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p288"/>
          <p:cNvSpPr txBox="1"/>
          <p:nvPr>
            <p:ph type="title"/>
          </p:nvPr>
        </p:nvSpPr>
        <p:spPr>
          <a:xfrm>
            <a:off x="2494425" y="390525"/>
            <a:ext cx="4155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3" name="Google Shape;2673;p288"/>
          <p:cNvSpPr/>
          <p:nvPr/>
        </p:nvSpPr>
        <p:spPr>
          <a:xfrm flipH="1" rot="-6784793">
            <a:off x="-551222" y="4114676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288"/>
          <p:cNvSpPr/>
          <p:nvPr/>
        </p:nvSpPr>
        <p:spPr>
          <a:xfrm rot="-6783187">
            <a:off x="483822" y="4068132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288"/>
          <p:cNvSpPr/>
          <p:nvPr/>
        </p:nvSpPr>
        <p:spPr>
          <a:xfrm flipH="1" rot="-8437101">
            <a:off x="-570704" y="4138316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288"/>
          <p:cNvSpPr/>
          <p:nvPr/>
        </p:nvSpPr>
        <p:spPr>
          <a:xfrm flipH="1" rot="-8431233">
            <a:off x="7811323" y="-210730"/>
            <a:ext cx="2208972" cy="1153354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288"/>
          <p:cNvSpPr/>
          <p:nvPr/>
        </p:nvSpPr>
        <p:spPr>
          <a:xfrm rot="-10646415">
            <a:off x="8477413" y="309568"/>
            <a:ext cx="638137" cy="638137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p289"/>
          <p:cNvSpPr txBox="1"/>
          <p:nvPr>
            <p:ph idx="1" type="subTitle"/>
          </p:nvPr>
        </p:nvSpPr>
        <p:spPr>
          <a:xfrm>
            <a:off x="1188275" y="2300025"/>
            <a:ext cx="28587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80" name="Google Shape;2680;p289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289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289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289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289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289"/>
          <p:cNvSpPr txBox="1"/>
          <p:nvPr>
            <p:ph type="title"/>
          </p:nvPr>
        </p:nvSpPr>
        <p:spPr>
          <a:xfrm>
            <a:off x="1188275" y="1627525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686" name="Google Shape;2686;p289"/>
          <p:cNvSpPr/>
          <p:nvPr/>
        </p:nvSpPr>
        <p:spPr>
          <a:xfrm flipH="1" rot="-5174949">
            <a:off x="4273683" y="392531"/>
            <a:ext cx="5684865" cy="44300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289"/>
          <p:cNvSpPr/>
          <p:nvPr/>
        </p:nvSpPr>
        <p:spPr>
          <a:xfrm flipH="1" rot="-4601619">
            <a:off x="4959055" y="865471"/>
            <a:ext cx="4912384" cy="379184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p290"/>
          <p:cNvSpPr txBox="1"/>
          <p:nvPr>
            <p:ph type="title"/>
          </p:nvPr>
        </p:nvSpPr>
        <p:spPr>
          <a:xfrm>
            <a:off x="3624850" y="1296500"/>
            <a:ext cx="4636200" cy="24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90" name="Google Shape;2690;p290"/>
          <p:cNvSpPr/>
          <p:nvPr/>
        </p:nvSpPr>
        <p:spPr>
          <a:xfrm flipH="1" rot="-5200701">
            <a:off x="-3342047" y="-328769"/>
            <a:ext cx="7321312" cy="5052313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290"/>
          <p:cNvSpPr/>
          <p:nvPr/>
        </p:nvSpPr>
        <p:spPr>
          <a:xfrm flipH="1" rot="-4690715">
            <a:off x="-2550660" y="184715"/>
            <a:ext cx="6293724" cy="4343192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290"/>
          <p:cNvSpPr txBox="1"/>
          <p:nvPr>
            <p:ph idx="12" type="sldNum"/>
          </p:nvPr>
        </p:nvSpPr>
        <p:spPr>
          <a:xfrm rot="-5400000">
            <a:off x="8582395" y="32578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3" name="Google Shape;2693;p290"/>
          <p:cNvSpPr/>
          <p:nvPr/>
        </p:nvSpPr>
        <p:spPr>
          <a:xfrm rot="1384793">
            <a:off x="8042119" y="-17833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290"/>
          <p:cNvSpPr/>
          <p:nvPr/>
        </p:nvSpPr>
        <p:spPr>
          <a:xfrm flipH="1" rot="1383187">
            <a:off x="8394358" y="611731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290"/>
          <p:cNvSpPr/>
          <p:nvPr/>
        </p:nvSpPr>
        <p:spPr>
          <a:xfrm rot="3037101">
            <a:off x="8051023" y="-183077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290"/>
          <p:cNvSpPr/>
          <p:nvPr/>
        </p:nvSpPr>
        <p:spPr>
          <a:xfrm rot="-3469443">
            <a:off x="7952652" y="428593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290"/>
          <p:cNvSpPr/>
          <p:nvPr/>
        </p:nvSpPr>
        <p:spPr>
          <a:xfrm flipH="1" rot="4913565">
            <a:off x="8543664" y="427995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291"/>
          <p:cNvSpPr txBox="1"/>
          <p:nvPr>
            <p:ph type="title"/>
          </p:nvPr>
        </p:nvSpPr>
        <p:spPr>
          <a:xfrm flipH="1">
            <a:off x="878450" y="2371125"/>
            <a:ext cx="5060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00" name="Google Shape;2700;p291"/>
          <p:cNvSpPr txBox="1"/>
          <p:nvPr>
            <p:ph hasCustomPrompt="1" idx="2" type="title"/>
          </p:nvPr>
        </p:nvSpPr>
        <p:spPr>
          <a:xfrm flipH="1">
            <a:off x="878659" y="1556475"/>
            <a:ext cx="1146000" cy="8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01" name="Google Shape;2701;p291"/>
          <p:cNvSpPr txBox="1"/>
          <p:nvPr>
            <p:ph idx="3" type="title"/>
          </p:nvPr>
        </p:nvSpPr>
        <p:spPr>
          <a:xfrm flipH="1">
            <a:off x="878659" y="3212925"/>
            <a:ext cx="2724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6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02" name="Google Shape;2702;p291"/>
          <p:cNvSpPr/>
          <p:nvPr/>
        </p:nvSpPr>
        <p:spPr>
          <a:xfrm rot="-4733955">
            <a:off x="4486065" y="-564490"/>
            <a:ext cx="7321438" cy="505240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291"/>
          <p:cNvSpPr/>
          <p:nvPr/>
        </p:nvSpPr>
        <p:spPr>
          <a:xfrm rot="-5243855">
            <a:off x="5308368" y="-294566"/>
            <a:ext cx="6293779" cy="434323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291"/>
          <p:cNvSpPr/>
          <p:nvPr/>
        </p:nvSpPr>
        <p:spPr>
          <a:xfrm rot="8100000">
            <a:off x="-728005" y="-26845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291"/>
          <p:cNvSpPr/>
          <p:nvPr/>
        </p:nvSpPr>
        <p:spPr>
          <a:xfrm flipH="1" rot="10313565">
            <a:off x="201433" y="23916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291"/>
          <p:cNvSpPr/>
          <p:nvPr/>
        </p:nvSpPr>
        <p:spPr>
          <a:xfrm flipH="1" rot="-8437101">
            <a:off x="-579453" y="4314338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291"/>
          <p:cNvSpPr/>
          <p:nvPr/>
        </p:nvSpPr>
        <p:spPr>
          <a:xfrm flipH="1" rot="-6784793">
            <a:off x="-559971" y="4290699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291"/>
          <p:cNvSpPr/>
          <p:nvPr/>
        </p:nvSpPr>
        <p:spPr>
          <a:xfrm rot="-6783187">
            <a:off x="523498" y="4349529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292"/>
          <p:cNvSpPr txBox="1"/>
          <p:nvPr>
            <p:ph type="title"/>
          </p:nvPr>
        </p:nvSpPr>
        <p:spPr>
          <a:xfrm>
            <a:off x="2087625" y="392900"/>
            <a:ext cx="49689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1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p293"/>
          <p:cNvSpPr/>
          <p:nvPr/>
        </p:nvSpPr>
        <p:spPr>
          <a:xfrm flipH="1">
            <a:off x="2372709" y="4282371"/>
            <a:ext cx="3259735" cy="1701980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293"/>
          <p:cNvSpPr/>
          <p:nvPr/>
        </p:nvSpPr>
        <p:spPr>
          <a:xfrm rot="486722">
            <a:off x="3220037" y="4207215"/>
            <a:ext cx="941824" cy="94182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293"/>
          <p:cNvSpPr txBox="1"/>
          <p:nvPr>
            <p:ph hasCustomPrompt="1" type="title"/>
          </p:nvPr>
        </p:nvSpPr>
        <p:spPr>
          <a:xfrm>
            <a:off x="311700" y="1685363"/>
            <a:ext cx="8520600" cy="13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15" name="Google Shape;2715;p293"/>
          <p:cNvSpPr txBox="1"/>
          <p:nvPr>
            <p:ph idx="1" type="body"/>
          </p:nvPr>
        </p:nvSpPr>
        <p:spPr>
          <a:xfrm>
            <a:off x="2372700" y="3137088"/>
            <a:ext cx="43986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16" name="Google Shape;2716;p293"/>
          <p:cNvSpPr/>
          <p:nvPr/>
        </p:nvSpPr>
        <p:spPr>
          <a:xfrm rot="5083955">
            <a:off x="7057827" y="-328123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293"/>
          <p:cNvSpPr/>
          <p:nvPr/>
        </p:nvSpPr>
        <p:spPr>
          <a:xfrm rot="4872674">
            <a:off x="6945832" y="-428617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293"/>
          <p:cNvSpPr/>
          <p:nvPr/>
        </p:nvSpPr>
        <p:spPr>
          <a:xfrm flipH="1" rot="-784496">
            <a:off x="-436165" y="-194207"/>
            <a:ext cx="1949137" cy="124073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293"/>
          <p:cNvSpPr/>
          <p:nvPr/>
        </p:nvSpPr>
        <p:spPr>
          <a:xfrm rot="-779849">
            <a:off x="1546602" y="147936"/>
            <a:ext cx="449517" cy="4491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293"/>
          <p:cNvSpPr/>
          <p:nvPr/>
        </p:nvSpPr>
        <p:spPr>
          <a:xfrm flipH="1" rot="-2435792">
            <a:off x="-547848" y="-211107"/>
            <a:ext cx="2046701" cy="13026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2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722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Google Shape;2723;p295"/>
          <p:cNvSpPr txBox="1"/>
          <p:nvPr>
            <p:ph type="title"/>
          </p:nvPr>
        </p:nvSpPr>
        <p:spPr>
          <a:xfrm>
            <a:off x="2664000" y="390975"/>
            <a:ext cx="38160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24" name="Google Shape;2724;p295"/>
          <p:cNvSpPr txBox="1"/>
          <p:nvPr>
            <p:ph idx="1" type="subTitle"/>
          </p:nvPr>
        </p:nvSpPr>
        <p:spPr>
          <a:xfrm>
            <a:off x="2014250" y="177035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25" name="Google Shape;2725;p295"/>
          <p:cNvSpPr txBox="1"/>
          <p:nvPr>
            <p:ph idx="2" type="subTitle"/>
          </p:nvPr>
        </p:nvSpPr>
        <p:spPr>
          <a:xfrm>
            <a:off x="201435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26" name="Google Shape;2726;p295"/>
          <p:cNvSpPr txBox="1"/>
          <p:nvPr>
            <p:ph hasCustomPrompt="1" idx="3" type="title"/>
          </p:nvPr>
        </p:nvSpPr>
        <p:spPr>
          <a:xfrm>
            <a:off x="13750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27" name="Google Shape;2727;p295"/>
          <p:cNvSpPr txBox="1"/>
          <p:nvPr>
            <p:ph idx="4" type="subTitle"/>
          </p:nvPr>
        </p:nvSpPr>
        <p:spPr>
          <a:xfrm>
            <a:off x="5722200" y="1770350"/>
            <a:ext cx="20682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28" name="Google Shape;2728;p295"/>
          <p:cNvSpPr txBox="1"/>
          <p:nvPr>
            <p:ph idx="5" type="subTitle"/>
          </p:nvPr>
        </p:nvSpPr>
        <p:spPr>
          <a:xfrm>
            <a:off x="5722200" y="2369500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29" name="Google Shape;2729;p295"/>
          <p:cNvSpPr txBox="1"/>
          <p:nvPr>
            <p:ph hasCustomPrompt="1" idx="6" type="title"/>
          </p:nvPr>
        </p:nvSpPr>
        <p:spPr>
          <a:xfrm>
            <a:off x="5081288" y="177035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30" name="Google Shape;2730;p295"/>
          <p:cNvSpPr txBox="1"/>
          <p:nvPr>
            <p:ph idx="7" type="subTitle"/>
          </p:nvPr>
        </p:nvSpPr>
        <p:spPr>
          <a:xfrm>
            <a:off x="201425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31" name="Google Shape;2731;p295"/>
          <p:cNvSpPr txBox="1"/>
          <p:nvPr>
            <p:ph idx="8" type="subTitle"/>
          </p:nvPr>
        </p:nvSpPr>
        <p:spPr>
          <a:xfrm>
            <a:off x="201425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32" name="Google Shape;2732;p295"/>
          <p:cNvSpPr txBox="1"/>
          <p:nvPr>
            <p:ph hasCustomPrompt="1" idx="9" type="title"/>
          </p:nvPr>
        </p:nvSpPr>
        <p:spPr>
          <a:xfrm>
            <a:off x="13750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33" name="Google Shape;2733;p295"/>
          <p:cNvSpPr txBox="1"/>
          <p:nvPr>
            <p:ph idx="13" type="subTitle"/>
          </p:nvPr>
        </p:nvSpPr>
        <p:spPr>
          <a:xfrm>
            <a:off x="5722200" y="3069300"/>
            <a:ext cx="20682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34" name="Google Shape;2734;p295"/>
          <p:cNvSpPr txBox="1"/>
          <p:nvPr>
            <p:ph idx="14" type="subTitle"/>
          </p:nvPr>
        </p:nvSpPr>
        <p:spPr>
          <a:xfrm>
            <a:off x="5722200" y="3662625"/>
            <a:ext cx="227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35" name="Google Shape;2735;p295"/>
          <p:cNvSpPr txBox="1"/>
          <p:nvPr>
            <p:ph hasCustomPrompt="1" idx="15" type="title"/>
          </p:nvPr>
        </p:nvSpPr>
        <p:spPr>
          <a:xfrm>
            <a:off x="5081288" y="3221700"/>
            <a:ext cx="675900" cy="3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 sz="3000">
                <a:solidFill>
                  <a:srgbClr val="20124D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36" name="Google Shape;2736;p295"/>
          <p:cNvSpPr/>
          <p:nvPr/>
        </p:nvSpPr>
        <p:spPr>
          <a:xfrm flipH="1" rot="8869443">
            <a:off x="-765423" y="-118770"/>
            <a:ext cx="1853973" cy="1021473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295"/>
          <p:cNvSpPr/>
          <p:nvPr/>
        </p:nvSpPr>
        <p:spPr>
          <a:xfrm rot="486435">
            <a:off x="40098" y="89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p295"/>
          <p:cNvSpPr/>
          <p:nvPr/>
        </p:nvSpPr>
        <p:spPr>
          <a:xfrm flipH="1" rot="9769112">
            <a:off x="7940997" y="4253962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295"/>
          <p:cNvSpPr/>
          <p:nvPr/>
        </p:nvSpPr>
        <p:spPr>
          <a:xfrm rot="9770985">
            <a:off x="8389335" y="4049774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295"/>
          <p:cNvSpPr/>
          <p:nvPr/>
        </p:nvSpPr>
        <p:spPr>
          <a:xfrm flipH="1" rot="8116857">
            <a:off x="7951857" y="421253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296"/>
          <p:cNvSpPr txBox="1"/>
          <p:nvPr>
            <p:ph type="ctrTitle"/>
          </p:nvPr>
        </p:nvSpPr>
        <p:spPr>
          <a:xfrm>
            <a:off x="720000" y="424475"/>
            <a:ext cx="24042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43" name="Google Shape;2743;p296"/>
          <p:cNvSpPr txBox="1"/>
          <p:nvPr>
            <p:ph idx="1" type="subTitle"/>
          </p:nvPr>
        </p:nvSpPr>
        <p:spPr>
          <a:xfrm>
            <a:off x="729125" y="1380725"/>
            <a:ext cx="38724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44" name="Google Shape;2744;p296"/>
          <p:cNvSpPr/>
          <p:nvPr/>
        </p:nvSpPr>
        <p:spPr>
          <a:xfrm rot="8565215">
            <a:off x="4363910" y="77055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296"/>
          <p:cNvSpPr/>
          <p:nvPr/>
        </p:nvSpPr>
        <p:spPr>
          <a:xfrm rot="8353851">
            <a:off x="4393801" y="60078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296"/>
          <p:cNvSpPr txBox="1"/>
          <p:nvPr/>
        </p:nvSpPr>
        <p:spPr>
          <a:xfrm>
            <a:off x="720000" y="3200025"/>
            <a:ext cx="2996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b="1" lang="en" sz="1100">
                <a:solidFill>
                  <a:srgbClr val="20124D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7" name="Google Shape;2747;p296"/>
          <p:cNvSpPr/>
          <p:nvPr/>
        </p:nvSpPr>
        <p:spPr>
          <a:xfrm flipH="1" rot="-7317474">
            <a:off x="-605083" y="4324261"/>
            <a:ext cx="1704658" cy="1084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296"/>
          <p:cNvSpPr/>
          <p:nvPr/>
        </p:nvSpPr>
        <p:spPr>
          <a:xfrm rot="-7313646">
            <a:off x="547153" y="4350463"/>
            <a:ext cx="392921" cy="392921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296"/>
          <p:cNvSpPr/>
          <p:nvPr/>
        </p:nvSpPr>
        <p:spPr>
          <a:xfrm flipH="1" rot="-8969548">
            <a:off x="-617830" y="4344952"/>
            <a:ext cx="1789692" cy="1139322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2"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p297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752" name="Google Shape;2752;p297"/>
          <p:cNvSpPr txBox="1"/>
          <p:nvPr>
            <p:ph idx="1" type="subTitle"/>
          </p:nvPr>
        </p:nvSpPr>
        <p:spPr>
          <a:xfrm>
            <a:off x="11268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53" name="Google Shape;2753;p297"/>
          <p:cNvSpPr txBox="1"/>
          <p:nvPr>
            <p:ph idx="2" type="subTitle"/>
          </p:nvPr>
        </p:nvSpPr>
        <p:spPr>
          <a:xfrm>
            <a:off x="99062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54" name="Google Shape;2754;p297"/>
          <p:cNvSpPr txBox="1"/>
          <p:nvPr>
            <p:ph idx="3" type="subTitle"/>
          </p:nvPr>
        </p:nvSpPr>
        <p:spPr>
          <a:xfrm>
            <a:off x="372945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55" name="Google Shape;2755;p297"/>
          <p:cNvSpPr txBox="1"/>
          <p:nvPr>
            <p:ph idx="4" type="subTitle"/>
          </p:nvPr>
        </p:nvSpPr>
        <p:spPr>
          <a:xfrm>
            <a:off x="3593400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56" name="Google Shape;2756;p297"/>
          <p:cNvSpPr txBox="1"/>
          <p:nvPr>
            <p:ph idx="5" type="subTitle"/>
          </p:nvPr>
        </p:nvSpPr>
        <p:spPr>
          <a:xfrm>
            <a:off x="6332109" y="2622338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57" name="Google Shape;2757;p297"/>
          <p:cNvSpPr txBox="1"/>
          <p:nvPr>
            <p:ph idx="6" type="subTitle"/>
          </p:nvPr>
        </p:nvSpPr>
        <p:spPr>
          <a:xfrm>
            <a:off x="6196175" y="2923087"/>
            <a:ext cx="19572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58" name="Google Shape;2758;p297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9" name="Google Shape;2759;p297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p297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297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p297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"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298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765" name="Google Shape;2765;p298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66" name="Google Shape;2766;p298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67" name="Google Shape;2767;p298"/>
          <p:cNvSpPr txBox="1"/>
          <p:nvPr>
            <p:ph idx="3" type="subTitle"/>
          </p:nvPr>
        </p:nvSpPr>
        <p:spPr>
          <a:xfrm>
            <a:off x="5684688" y="2569336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2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2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68" name="Google Shape;2768;p298"/>
          <p:cNvSpPr txBox="1"/>
          <p:nvPr>
            <p:ph idx="4" type="subTitle"/>
          </p:nvPr>
        </p:nvSpPr>
        <p:spPr>
          <a:xfrm>
            <a:off x="5077175" y="2940521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69" name="Google Shape;2769;p298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298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298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p298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298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1_1"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299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776" name="Google Shape;2776;p299"/>
          <p:cNvSpPr txBox="1"/>
          <p:nvPr>
            <p:ph idx="1" type="subTitle"/>
          </p:nvPr>
        </p:nvSpPr>
        <p:spPr>
          <a:xfrm>
            <a:off x="632676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77" name="Google Shape;2777;p299"/>
          <p:cNvSpPr txBox="1"/>
          <p:nvPr>
            <p:ph idx="2" type="subTitle"/>
          </p:nvPr>
        </p:nvSpPr>
        <p:spPr>
          <a:xfrm>
            <a:off x="65001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78" name="Google Shape;2778;p299"/>
          <p:cNvSpPr txBox="1"/>
          <p:nvPr>
            <p:ph idx="3" type="subTitle"/>
          </p:nvPr>
        </p:nvSpPr>
        <p:spPr>
          <a:xfrm>
            <a:off x="3436750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79" name="Google Shape;2779;p299"/>
          <p:cNvSpPr txBox="1"/>
          <p:nvPr>
            <p:ph idx="4" type="subTitle"/>
          </p:nvPr>
        </p:nvSpPr>
        <p:spPr>
          <a:xfrm>
            <a:off x="3454163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80" name="Google Shape;2780;p299"/>
          <p:cNvSpPr txBox="1"/>
          <p:nvPr>
            <p:ph idx="5" type="subTitle"/>
          </p:nvPr>
        </p:nvSpPr>
        <p:spPr>
          <a:xfrm>
            <a:off x="6217213" y="3381850"/>
            <a:ext cx="2294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81" name="Google Shape;2781;p299"/>
          <p:cNvSpPr txBox="1"/>
          <p:nvPr>
            <p:ph idx="6" type="subTitle"/>
          </p:nvPr>
        </p:nvSpPr>
        <p:spPr>
          <a:xfrm>
            <a:off x="6217038" y="3707850"/>
            <a:ext cx="229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82" name="Google Shape;2782;p299"/>
          <p:cNvSpPr/>
          <p:nvPr/>
        </p:nvSpPr>
        <p:spPr>
          <a:xfrm rot="-4015207">
            <a:off x="-505197" y="-13451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p299"/>
          <p:cNvSpPr/>
          <p:nvPr/>
        </p:nvSpPr>
        <p:spPr>
          <a:xfrm flipH="1" rot="-4016813">
            <a:off x="529847" y="56761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299"/>
          <p:cNvSpPr/>
          <p:nvPr/>
        </p:nvSpPr>
        <p:spPr>
          <a:xfrm rot="-2362899">
            <a:off x="-524679" y="-209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29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29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_1_1_1">
    <p:spTree>
      <p:nvGrpSpPr>
        <p:cNvPr id="2787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p300"/>
          <p:cNvSpPr txBox="1"/>
          <p:nvPr>
            <p:ph type="title"/>
          </p:nvPr>
        </p:nvSpPr>
        <p:spPr>
          <a:xfrm>
            <a:off x="2163150" y="390150"/>
            <a:ext cx="48177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789" name="Google Shape;2789;p300"/>
          <p:cNvSpPr txBox="1"/>
          <p:nvPr>
            <p:ph idx="1" type="subTitle"/>
          </p:nvPr>
        </p:nvSpPr>
        <p:spPr>
          <a:xfrm>
            <a:off x="661762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90" name="Google Shape;2790;p300"/>
          <p:cNvSpPr txBox="1"/>
          <p:nvPr>
            <p:ph idx="2" type="subTitle"/>
          </p:nvPr>
        </p:nvSpPr>
        <p:spPr>
          <a:xfrm>
            <a:off x="6085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91" name="Google Shape;2791;p300"/>
          <p:cNvSpPr txBox="1"/>
          <p:nvPr>
            <p:ph idx="3" type="subTitle"/>
          </p:nvPr>
        </p:nvSpPr>
        <p:spPr>
          <a:xfrm>
            <a:off x="3442039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92" name="Google Shape;2792;p300"/>
          <p:cNvSpPr txBox="1"/>
          <p:nvPr>
            <p:ph idx="4" type="subTitle"/>
          </p:nvPr>
        </p:nvSpPr>
        <p:spPr>
          <a:xfrm>
            <a:off x="33889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93" name="Google Shape;2793;p300"/>
          <p:cNvSpPr txBox="1"/>
          <p:nvPr>
            <p:ph idx="5" type="subTitle"/>
          </p:nvPr>
        </p:nvSpPr>
        <p:spPr>
          <a:xfrm>
            <a:off x="6222550" y="2514025"/>
            <a:ext cx="222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794" name="Google Shape;2794;p300"/>
          <p:cNvSpPr txBox="1"/>
          <p:nvPr>
            <p:ph idx="6" type="subTitle"/>
          </p:nvPr>
        </p:nvSpPr>
        <p:spPr>
          <a:xfrm>
            <a:off x="6169350" y="2870725"/>
            <a:ext cx="2366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95" name="Google Shape;2795;p300"/>
          <p:cNvSpPr/>
          <p:nvPr/>
        </p:nvSpPr>
        <p:spPr>
          <a:xfrm flipH="1" rot="-6784793">
            <a:off x="-519897" y="43855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6" name="Google Shape;2796;p300"/>
          <p:cNvSpPr/>
          <p:nvPr/>
        </p:nvSpPr>
        <p:spPr>
          <a:xfrm rot="-6783187">
            <a:off x="515147" y="4339036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p300"/>
          <p:cNvSpPr/>
          <p:nvPr/>
        </p:nvSpPr>
        <p:spPr>
          <a:xfrm flipH="1" rot="-8437101">
            <a:off x="-539379" y="440921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300"/>
          <p:cNvSpPr/>
          <p:nvPr/>
        </p:nvSpPr>
        <p:spPr>
          <a:xfrm flipH="1" rot="-2700000">
            <a:off x="7798610" y="4291777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p300"/>
          <p:cNvSpPr/>
          <p:nvPr/>
        </p:nvSpPr>
        <p:spPr>
          <a:xfrm rot="-4913565">
            <a:off x="8333982" y="4405328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2_1_1_1_1"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p301"/>
          <p:cNvSpPr txBox="1"/>
          <p:nvPr>
            <p:ph type="title"/>
          </p:nvPr>
        </p:nvSpPr>
        <p:spPr>
          <a:xfrm>
            <a:off x="2163150" y="390325"/>
            <a:ext cx="4817700" cy="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802" name="Google Shape;2802;p301"/>
          <p:cNvSpPr txBox="1"/>
          <p:nvPr>
            <p:ph idx="1" type="subTitle"/>
          </p:nvPr>
        </p:nvSpPr>
        <p:spPr>
          <a:xfrm>
            <a:off x="2231488" y="2983725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03" name="Google Shape;2803;p301"/>
          <p:cNvSpPr txBox="1"/>
          <p:nvPr>
            <p:ph idx="2" type="subTitle"/>
          </p:nvPr>
        </p:nvSpPr>
        <p:spPr>
          <a:xfrm>
            <a:off x="3665825" y="2598188"/>
            <a:ext cx="28137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04" name="Google Shape;2804;p301"/>
          <p:cNvSpPr txBox="1"/>
          <p:nvPr>
            <p:ph idx="3" type="subTitle"/>
          </p:nvPr>
        </p:nvSpPr>
        <p:spPr>
          <a:xfrm>
            <a:off x="1222625" y="1802638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05" name="Google Shape;2805;p301"/>
          <p:cNvSpPr txBox="1"/>
          <p:nvPr>
            <p:ph idx="4" type="subTitle"/>
          </p:nvPr>
        </p:nvSpPr>
        <p:spPr>
          <a:xfrm>
            <a:off x="2503338" y="1417113"/>
            <a:ext cx="2852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06" name="Google Shape;2806;p301"/>
          <p:cNvSpPr txBox="1"/>
          <p:nvPr>
            <p:ph idx="5" type="subTitle"/>
          </p:nvPr>
        </p:nvSpPr>
        <p:spPr>
          <a:xfrm>
            <a:off x="3466325" y="4166400"/>
            <a:ext cx="14001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21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21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07" name="Google Shape;2807;p301"/>
          <p:cNvSpPr txBox="1"/>
          <p:nvPr>
            <p:ph idx="6" type="subTitle"/>
          </p:nvPr>
        </p:nvSpPr>
        <p:spPr>
          <a:xfrm>
            <a:off x="4831075" y="3780863"/>
            <a:ext cx="3090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08" name="Google Shape;2808;p301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p301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301"/>
          <p:cNvSpPr/>
          <p:nvPr/>
        </p:nvSpPr>
        <p:spPr>
          <a:xfrm flipH="1" rot="4369112">
            <a:off x="8205505" y="-147801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1" name="Google Shape;2811;p301"/>
          <p:cNvSpPr/>
          <p:nvPr/>
        </p:nvSpPr>
        <p:spPr>
          <a:xfrm rot="4370985">
            <a:off x="8294735" y="352862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2" name="Google Shape;2812;p301"/>
          <p:cNvSpPr/>
          <p:nvPr/>
        </p:nvSpPr>
        <p:spPr>
          <a:xfrm flipH="1" rot="2716857">
            <a:off x="8149357" y="-224795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2813" name="Shape 2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Google Shape;2814;p302"/>
          <p:cNvSpPr txBox="1"/>
          <p:nvPr>
            <p:ph type="title"/>
          </p:nvPr>
        </p:nvSpPr>
        <p:spPr>
          <a:xfrm>
            <a:off x="2957475" y="392900"/>
            <a:ext cx="3228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815" name="Google Shape;2815;p302"/>
          <p:cNvSpPr txBox="1"/>
          <p:nvPr>
            <p:ph idx="1" type="subTitle"/>
          </p:nvPr>
        </p:nvSpPr>
        <p:spPr>
          <a:xfrm>
            <a:off x="6000100" y="1919288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16" name="Google Shape;2816;p302"/>
          <p:cNvSpPr txBox="1"/>
          <p:nvPr>
            <p:ph idx="2" type="subTitle"/>
          </p:nvPr>
        </p:nvSpPr>
        <p:spPr>
          <a:xfrm>
            <a:off x="1410506" y="2232900"/>
            <a:ext cx="2644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17" name="Google Shape;2817;p302"/>
          <p:cNvSpPr txBox="1"/>
          <p:nvPr>
            <p:ph idx="3" type="subTitle"/>
          </p:nvPr>
        </p:nvSpPr>
        <p:spPr>
          <a:xfrm>
            <a:off x="2226206" y="1918850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18" name="Google Shape;2818;p302"/>
          <p:cNvSpPr txBox="1"/>
          <p:nvPr>
            <p:ph idx="4" type="subTitle"/>
          </p:nvPr>
        </p:nvSpPr>
        <p:spPr>
          <a:xfrm>
            <a:off x="5297200" y="2241400"/>
            <a:ext cx="2418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19" name="Google Shape;2819;p302"/>
          <p:cNvSpPr txBox="1"/>
          <p:nvPr>
            <p:ph idx="5" type="subTitle"/>
          </p:nvPr>
        </p:nvSpPr>
        <p:spPr>
          <a:xfrm>
            <a:off x="2361206" y="3592988"/>
            <a:ext cx="74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20" name="Google Shape;2820;p302"/>
          <p:cNvSpPr txBox="1"/>
          <p:nvPr>
            <p:ph idx="6" type="subTitle"/>
          </p:nvPr>
        </p:nvSpPr>
        <p:spPr>
          <a:xfrm>
            <a:off x="1368206" y="3910188"/>
            <a:ext cx="2729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21" name="Google Shape;2821;p302"/>
          <p:cNvSpPr txBox="1"/>
          <p:nvPr>
            <p:ph idx="7" type="subTitle"/>
          </p:nvPr>
        </p:nvSpPr>
        <p:spPr>
          <a:xfrm>
            <a:off x="6000100" y="3592925"/>
            <a:ext cx="101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22" name="Google Shape;2822;p302"/>
          <p:cNvSpPr txBox="1"/>
          <p:nvPr>
            <p:ph idx="8" type="subTitle"/>
          </p:nvPr>
        </p:nvSpPr>
        <p:spPr>
          <a:xfrm>
            <a:off x="5237500" y="3910200"/>
            <a:ext cx="2538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23" name="Google Shape;2823;p302"/>
          <p:cNvSpPr/>
          <p:nvPr/>
        </p:nvSpPr>
        <p:spPr>
          <a:xfrm flipH="1" rot="4015207">
            <a:off x="8178461" y="-14186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4" name="Google Shape;2824;p302"/>
          <p:cNvSpPr/>
          <p:nvPr/>
        </p:nvSpPr>
        <p:spPr>
          <a:xfrm rot="4016813">
            <a:off x="8385818" y="560265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5" name="Google Shape;2825;p302"/>
          <p:cNvSpPr/>
          <p:nvPr/>
        </p:nvSpPr>
        <p:spPr>
          <a:xfrm flipH="1" rot="2362899">
            <a:off x="8116962" y="-21701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6" name="Google Shape;2826;p302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7" name="Google Shape;2827;p302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4">
    <p:spTree>
      <p:nvGrpSpPr>
        <p:cNvPr id="2828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p303"/>
          <p:cNvSpPr txBox="1"/>
          <p:nvPr>
            <p:ph type="title"/>
          </p:nvPr>
        </p:nvSpPr>
        <p:spPr>
          <a:xfrm>
            <a:off x="3152700" y="390525"/>
            <a:ext cx="28386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830" name="Google Shape;2830;p303"/>
          <p:cNvSpPr txBox="1"/>
          <p:nvPr>
            <p:ph idx="1" type="subTitle"/>
          </p:nvPr>
        </p:nvSpPr>
        <p:spPr>
          <a:xfrm>
            <a:off x="99732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31" name="Google Shape;2831;p303"/>
          <p:cNvSpPr txBox="1"/>
          <p:nvPr>
            <p:ph idx="2" type="subTitle"/>
          </p:nvPr>
        </p:nvSpPr>
        <p:spPr>
          <a:xfrm>
            <a:off x="99732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32" name="Google Shape;2832;p303"/>
          <p:cNvSpPr txBox="1"/>
          <p:nvPr>
            <p:ph idx="3" type="subTitle"/>
          </p:nvPr>
        </p:nvSpPr>
        <p:spPr>
          <a:xfrm>
            <a:off x="3497500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33" name="Google Shape;2833;p303"/>
          <p:cNvSpPr txBox="1"/>
          <p:nvPr>
            <p:ph idx="4" type="subTitle"/>
          </p:nvPr>
        </p:nvSpPr>
        <p:spPr>
          <a:xfrm>
            <a:off x="3497500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34" name="Google Shape;2834;p303"/>
          <p:cNvSpPr txBox="1"/>
          <p:nvPr>
            <p:ph idx="5" type="subTitle"/>
          </p:nvPr>
        </p:nvSpPr>
        <p:spPr>
          <a:xfrm>
            <a:off x="5997675" y="1839800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35" name="Google Shape;2835;p303"/>
          <p:cNvSpPr txBox="1"/>
          <p:nvPr>
            <p:ph idx="6" type="subTitle"/>
          </p:nvPr>
        </p:nvSpPr>
        <p:spPr>
          <a:xfrm>
            <a:off x="5997675" y="2148500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36" name="Google Shape;2836;p303"/>
          <p:cNvSpPr txBox="1"/>
          <p:nvPr>
            <p:ph idx="7" type="subTitle"/>
          </p:nvPr>
        </p:nvSpPr>
        <p:spPr>
          <a:xfrm>
            <a:off x="99732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37" name="Google Shape;2837;p303"/>
          <p:cNvSpPr txBox="1"/>
          <p:nvPr>
            <p:ph idx="8" type="subTitle"/>
          </p:nvPr>
        </p:nvSpPr>
        <p:spPr>
          <a:xfrm>
            <a:off x="99732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38" name="Google Shape;2838;p303"/>
          <p:cNvSpPr txBox="1"/>
          <p:nvPr>
            <p:ph idx="9" type="subTitle"/>
          </p:nvPr>
        </p:nvSpPr>
        <p:spPr>
          <a:xfrm>
            <a:off x="3497500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39" name="Google Shape;2839;p303"/>
          <p:cNvSpPr txBox="1"/>
          <p:nvPr>
            <p:ph idx="13" type="subTitle"/>
          </p:nvPr>
        </p:nvSpPr>
        <p:spPr>
          <a:xfrm>
            <a:off x="3497500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40" name="Google Shape;2840;p303"/>
          <p:cNvSpPr txBox="1"/>
          <p:nvPr>
            <p:ph idx="14" type="subTitle"/>
          </p:nvPr>
        </p:nvSpPr>
        <p:spPr>
          <a:xfrm>
            <a:off x="5997675" y="3202375"/>
            <a:ext cx="13164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800">
                <a:solidFill>
                  <a:srgbClr val="F6B26B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800">
                <a:solidFill>
                  <a:srgbClr val="F6B26B"/>
                </a:solidFill>
              </a:defRPr>
            </a:lvl9pPr>
          </a:lstStyle>
          <a:p/>
        </p:txBody>
      </p:sp>
      <p:sp>
        <p:nvSpPr>
          <p:cNvPr id="2841" name="Google Shape;2841;p303"/>
          <p:cNvSpPr txBox="1"/>
          <p:nvPr>
            <p:ph idx="15" type="subTitle"/>
          </p:nvPr>
        </p:nvSpPr>
        <p:spPr>
          <a:xfrm>
            <a:off x="5997675" y="3511075"/>
            <a:ext cx="2129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42" name="Google Shape;2842;p303"/>
          <p:cNvSpPr/>
          <p:nvPr/>
        </p:nvSpPr>
        <p:spPr>
          <a:xfrm rot="2403701">
            <a:off x="-780947" y="4345721"/>
            <a:ext cx="2208790" cy="1153258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303"/>
          <p:cNvSpPr/>
          <p:nvPr/>
        </p:nvSpPr>
        <p:spPr>
          <a:xfrm flipH="1" rot="4617780">
            <a:off x="240630" y="4438401"/>
            <a:ext cx="638354" cy="638354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4" name="Google Shape;2844;p303"/>
          <p:cNvSpPr/>
          <p:nvPr/>
        </p:nvSpPr>
        <p:spPr>
          <a:xfrm flipH="1" rot="4369112">
            <a:off x="8123105" y="23874"/>
            <a:ext cx="1614776" cy="1027938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303"/>
          <p:cNvSpPr/>
          <p:nvPr/>
        </p:nvSpPr>
        <p:spPr>
          <a:xfrm rot="4370985">
            <a:off x="8212335" y="524537"/>
            <a:ext cx="372357" cy="372357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6" name="Google Shape;2846;p303"/>
          <p:cNvSpPr/>
          <p:nvPr/>
        </p:nvSpPr>
        <p:spPr>
          <a:xfrm flipH="1" rot="2716857">
            <a:off x="8066957" y="-53120"/>
            <a:ext cx="1695627" cy="107935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5"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04"/>
          <p:cNvSpPr txBox="1"/>
          <p:nvPr>
            <p:ph type="title"/>
          </p:nvPr>
        </p:nvSpPr>
        <p:spPr>
          <a:xfrm>
            <a:off x="1445350" y="388150"/>
            <a:ext cx="62532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9" name="Google Shape;2849;p304"/>
          <p:cNvSpPr txBox="1"/>
          <p:nvPr>
            <p:ph idx="1" type="body"/>
          </p:nvPr>
        </p:nvSpPr>
        <p:spPr>
          <a:xfrm>
            <a:off x="2599200" y="1601275"/>
            <a:ext cx="3945600" cy="29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3810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Black"/>
              <a:buAutoNum type="arabicPeriod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850" name="Google Shape;2850;p304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304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2" name="Google Shape;2852;p304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304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 2">
  <p:cSld name="CUSTOM_6_1">
    <p:spTree>
      <p:nvGrpSpPr>
        <p:cNvPr id="2854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Google Shape;2855;p305"/>
          <p:cNvSpPr txBox="1"/>
          <p:nvPr>
            <p:ph type="title"/>
          </p:nvPr>
        </p:nvSpPr>
        <p:spPr>
          <a:xfrm>
            <a:off x="2087625" y="390525"/>
            <a:ext cx="49689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6" name="Google Shape;2856;p305"/>
          <p:cNvSpPr/>
          <p:nvPr/>
        </p:nvSpPr>
        <p:spPr>
          <a:xfrm rot="8565215">
            <a:off x="5729585" y="1703431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305"/>
          <p:cNvSpPr/>
          <p:nvPr/>
        </p:nvSpPr>
        <p:spPr>
          <a:xfrm rot="8353851">
            <a:off x="5759476" y="1533660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p305"/>
          <p:cNvSpPr txBox="1"/>
          <p:nvPr>
            <p:ph idx="1" type="body"/>
          </p:nvPr>
        </p:nvSpPr>
        <p:spPr>
          <a:xfrm>
            <a:off x="665575" y="1346900"/>
            <a:ext cx="50673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859" name="Google Shape;2859;p305"/>
          <p:cNvSpPr txBox="1"/>
          <p:nvPr>
            <p:ph idx="2" type="subTitle"/>
          </p:nvPr>
        </p:nvSpPr>
        <p:spPr>
          <a:xfrm>
            <a:off x="665575" y="963400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60" name="Google Shape;2860;p305"/>
          <p:cNvSpPr txBox="1"/>
          <p:nvPr>
            <p:ph idx="3" type="subTitle"/>
          </p:nvPr>
        </p:nvSpPr>
        <p:spPr>
          <a:xfrm>
            <a:off x="665575" y="3583625"/>
            <a:ext cx="10575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61" name="Google Shape;2861;p305"/>
          <p:cNvSpPr txBox="1"/>
          <p:nvPr>
            <p:ph idx="4" type="body"/>
          </p:nvPr>
        </p:nvSpPr>
        <p:spPr>
          <a:xfrm>
            <a:off x="665575" y="3996050"/>
            <a:ext cx="40200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00">
                <a:solidFill>
                  <a:srgbClr val="20124D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862" name="Google Shape;2862;p305"/>
          <p:cNvSpPr/>
          <p:nvPr/>
        </p:nvSpPr>
        <p:spPr>
          <a:xfrm flipH="1" rot="8100000">
            <a:off x="-734290" y="-17349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3" name="Google Shape;2863;p305"/>
          <p:cNvSpPr/>
          <p:nvPr/>
        </p:nvSpPr>
        <p:spPr>
          <a:xfrm rot="5886435">
            <a:off x="301139" y="22812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7_1">
    <p:spTree>
      <p:nvGrpSpPr>
        <p:cNvPr id="2864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Google Shape;2865;p306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6" name="Google Shape;2866;p306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p306"/>
          <p:cNvSpPr txBox="1"/>
          <p:nvPr>
            <p:ph idx="1" type="subTitle"/>
          </p:nvPr>
        </p:nvSpPr>
        <p:spPr>
          <a:xfrm>
            <a:off x="878650" y="2295700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68" name="Google Shape;2868;p306"/>
          <p:cNvSpPr txBox="1"/>
          <p:nvPr>
            <p:ph type="title"/>
          </p:nvPr>
        </p:nvSpPr>
        <p:spPr>
          <a:xfrm>
            <a:off x="878650" y="1623200"/>
            <a:ext cx="2983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869" name="Google Shape;2869;p306"/>
          <p:cNvSpPr/>
          <p:nvPr/>
        </p:nvSpPr>
        <p:spPr>
          <a:xfrm rot="8100000">
            <a:off x="-760715" y="-160501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0" name="Google Shape;2870;p306"/>
          <p:cNvSpPr/>
          <p:nvPr/>
        </p:nvSpPr>
        <p:spPr>
          <a:xfrm flipH="1" rot="10313565">
            <a:off x="168723" y="347117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p306"/>
          <p:cNvSpPr/>
          <p:nvPr/>
        </p:nvSpPr>
        <p:spPr>
          <a:xfrm flipH="1" rot="-8437101">
            <a:off x="-583362" y="4303663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306"/>
          <p:cNvSpPr/>
          <p:nvPr/>
        </p:nvSpPr>
        <p:spPr>
          <a:xfrm flipH="1" rot="-6784793">
            <a:off x="-563881" y="428002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306"/>
          <p:cNvSpPr/>
          <p:nvPr/>
        </p:nvSpPr>
        <p:spPr>
          <a:xfrm rot="-6783187">
            <a:off x="519589" y="4338854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7_2">
    <p:spTree>
      <p:nvGrpSpPr>
        <p:cNvPr id="2874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Google Shape;2875;p307"/>
          <p:cNvSpPr/>
          <p:nvPr/>
        </p:nvSpPr>
        <p:spPr>
          <a:xfrm rot="8565215">
            <a:off x="5551060" y="1325706"/>
            <a:ext cx="6444369" cy="470041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p307"/>
          <p:cNvSpPr/>
          <p:nvPr/>
        </p:nvSpPr>
        <p:spPr>
          <a:xfrm rot="8353851">
            <a:off x="5580951" y="1155935"/>
            <a:ext cx="6443273" cy="469995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">
    <p:spTree>
      <p:nvGrpSpPr>
        <p:cNvPr id="2877" name="Shape 2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Google Shape;2878;p308"/>
          <p:cNvSpPr/>
          <p:nvPr/>
        </p:nvSpPr>
        <p:spPr>
          <a:xfrm rot="8565322">
            <a:off x="6920077" y="3790171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9" name="Google Shape;2879;p308"/>
          <p:cNvSpPr/>
          <p:nvPr/>
        </p:nvSpPr>
        <p:spPr>
          <a:xfrm rot="8353947">
            <a:off x="6937069" y="3694179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0" name="Google Shape;2880;p308"/>
          <p:cNvSpPr/>
          <p:nvPr/>
        </p:nvSpPr>
        <p:spPr>
          <a:xfrm rot="8565322">
            <a:off x="-904223" y="-1413879"/>
            <a:ext cx="3645687" cy="2659108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1" name="Google Shape;2881;p308"/>
          <p:cNvSpPr/>
          <p:nvPr/>
        </p:nvSpPr>
        <p:spPr>
          <a:xfrm rot="8353947">
            <a:off x="-887231" y="-1509871"/>
            <a:ext cx="3644929" cy="2658799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">
    <p:spTree>
      <p:nvGrpSpPr>
        <p:cNvPr id="2882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309"/>
          <p:cNvSpPr/>
          <p:nvPr/>
        </p:nvSpPr>
        <p:spPr>
          <a:xfrm flipH="1" rot="-6784793">
            <a:off x="-578672" y="4142151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p309"/>
          <p:cNvSpPr/>
          <p:nvPr/>
        </p:nvSpPr>
        <p:spPr>
          <a:xfrm rot="-6783187">
            <a:off x="456372" y="4095607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5" name="Google Shape;2885;p309"/>
          <p:cNvSpPr/>
          <p:nvPr/>
        </p:nvSpPr>
        <p:spPr>
          <a:xfrm flipH="1" rot="-8437101">
            <a:off x="-598154" y="4165791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6" name="Google Shape;2886;p309"/>
          <p:cNvSpPr/>
          <p:nvPr/>
        </p:nvSpPr>
        <p:spPr>
          <a:xfrm rot="-8100000">
            <a:off x="7813310" y="-166148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7" name="Google Shape;2887;p309"/>
          <p:cNvSpPr/>
          <p:nvPr/>
        </p:nvSpPr>
        <p:spPr>
          <a:xfrm flipH="1" rot="-5886435">
            <a:off x="8348682" y="235479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0">
    <p:spTree>
      <p:nvGrpSpPr>
        <p:cNvPr id="2888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p310"/>
          <p:cNvSpPr txBox="1"/>
          <p:nvPr>
            <p:ph idx="1" type="subTitle"/>
          </p:nvPr>
        </p:nvSpPr>
        <p:spPr>
          <a:xfrm>
            <a:off x="1188275" y="2300025"/>
            <a:ext cx="2983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90" name="Google Shape;2890;p310"/>
          <p:cNvSpPr/>
          <p:nvPr/>
        </p:nvSpPr>
        <p:spPr>
          <a:xfrm rot="-4015207">
            <a:off x="-438406" y="-5763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1" name="Google Shape;2891;p310"/>
          <p:cNvSpPr/>
          <p:nvPr/>
        </p:nvSpPr>
        <p:spPr>
          <a:xfrm flipH="1" rot="-4016813">
            <a:off x="645064" y="53912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p310"/>
          <p:cNvSpPr/>
          <p:nvPr/>
        </p:nvSpPr>
        <p:spPr>
          <a:xfrm rot="-2362899">
            <a:off x="-457887" y="-13278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3" name="Google Shape;2893;p310"/>
          <p:cNvSpPr/>
          <p:nvPr/>
        </p:nvSpPr>
        <p:spPr>
          <a:xfrm flipH="1" rot="2700000">
            <a:off x="-635240" y="425745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4" name="Google Shape;2894;p310"/>
          <p:cNvSpPr/>
          <p:nvPr/>
        </p:nvSpPr>
        <p:spPr>
          <a:xfrm rot="486435">
            <a:off x="294198" y="426501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5" name="Google Shape;2895;p310"/>
          <p:cNvSpPr txBox="1"/>
          <p:nvPr>
            <p:ph type="title"/>
          </p:nvPr>
        </p:nvSpPr>
        <p:spPr>
          <a:xfrm>
            <a:off x="1188275" y="1627525"/>
            <a:ext cx="28929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2896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p311"/>
          <p:cNvSpPr txBox="1"/>
          <p:nvPr>
            <p:ph type="title"/>
          </p:nvPr>
        </p:nvSpPr>
        <p:spPr>
          <a:xfrm>
            <a:off x="4612650" y="2060075"/>
            <a:ext cx="4116300" cy="11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898" name="Google Shape;2898;p311"/>
          <p:cNvSpPr/>
          <p:nvPr/>
        </p:nvSpPr>
        <p:spPr>
          <a:xfrm flipH="1" rot="4015207">
            <a:off x="8223070" y="-124884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9" name="Google Shape;2899;p311"/>
          <p:cNvSpPr/>
          <p:nvPr/>
        </p:nvSpPr>
        <p:spPr>
          <a:xfrm rot="4016813">
            <a:off x="8382002" y="47187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311"/>
          <p:cNvSpPr/>
          <p:nvPr/>
        </p:nvSpPr>
        <p:spPr>
          <a:xfrm flipH="1" rot="2362899">
            <a:off x="8161571" y="-200034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1" name="Google Shape;2901;p311"/>
          <p:cNvSpPr/>
          <p:nvPr/>
        </p:nvSpPr>
        <p:spPr>
          <a:xfrm rot="-2700000">
            <a:off x="7825660" y="419020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2" name="Google Shape;2902;p311"/>
          <p:cNvSpPr/>
          <p:nvPr/>
        </p:nvSpPr>
        <p:spPr>
          <a:xfrm flipH="1" rot="-486435">
            <a:off x="8467023" y="419776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3" name="Google Shape;2903;p311"/>
          <p:cNvSpPr/>
          <p:nvPr/>
        </p:nvSpPr>
        <p:spPr>
          <a:xfrm flipH="1" rot="-5083955">
            <a:off x="-3515044" y="-630648"/>
            <a:ext cx="5640277" cy="4113780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311"/>
          <p:cNvSpPr/>
          <p:nvPr/>
        </p:nvSpPr>
        <p:spPr>
          <a:xfrm flipH="1" rot="-4872674">
            <a:off x="-3401668" y="-731142"/>
            <a:ext cx="5638896" cy="4113384"/>
          </a:xfrm>
          <a:custGeom>
            <a:rect b="b" l="l" r="r" t="t"/>
            <a:pathLst>
              <a:path extrusionOk="0" h="98234" w="142351">
                <a:moveTo>
                  <a:pt x="81862" y="0"/>
                </a:moveTo>
                <a:cubicBezTo>
                  <a:pt x="65570" y="0"/>
                  <a:pt x="64109" y="29096"/>
                  <a:pt x="45181" y="48872"/>
                </a:cubicBezTo>
                <a:cubicBezTo>
                  <a:pt x="34707" y="59813"/>
                  <a:pt x="6721" y="52075"/>
                  <a:pt x="2951" y="71122"/>
                </a:cubicBezTo>
                <a:cubicBezTo>
                  <a:pt x="1" y="86034"/>
                  <a:pt x="15920" y="98234"/>
                  <a:pt x="28240" y="98234"/>
                </a:cubicBezTo>
                <a:cubicBezTo>
                  <a:pt x="28734" y="98234"/>
                  <a:pt x="29223" y="98214"/>
                  <a:pt x="29704" y="98174"/>
                </a:cubicBezTo>
                <a:cubicBezTo>
                  <a:pt x="44940" y="96927"/>
                  <a:pt x="55602" y="88909"/>
                  <a:pt x="70683" y="88909"/>
                </a:cubicBezTo>
                <a:cubicBezTo>
                  <a:pt x="72540" y="88909"/>
                  <a:pt x="74463" y="89031"/>
                  <a:pt x="76470" y="89301"/>
                </a:cubicBezTo>
                <a:cubicBezTo>
                  <a:pt x="83132" y="90208"/>
                  <a:pt x="89465" y="91284"/>
                  <a:pt x="95552" y="91284"/>
                </a:cubicBezTo>
                <a:cubicBezTo>
                  <a:pt x="104248" y="91284"/>
                  <a:pt x="112441" y="89087"/>
                  <a:pt x="120368" y="81062"/>
                </a:cubicBezTo>
                <a:cubicBezTo>
                  <a:pt x="129308" y="71989"/>
                  <a:pt x="142351" y="47138"/>
                  <a:pt x="140816" y="34228"/>
                </a:cubicBezTo>
                <a:cubicBezTo>
                  <a:pt x="138615" y="15382"/>
                  <a:pt x="119601" y="22320"/>
                  <a:pt x="101155" y="8710"/>
                </a:cubicBezTo>
                <a:cubicBezTo>
                  <a:pt x="92850" y="2568"/>
                  <a:pt x="86702" y="0"/>
                  <a:pt x="81862" y="0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p31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907" name="Google Shape;2907;p312"/>
          <p:cNvSpPr/>
          <p:nvPr/>
        </p:nvSpPr>
        <p:spPr>
          <a:xfrm flipH="1" rot="4015207">
            <a:off x="8246924" y="69480"/>
            <a:ext cx="1614735" cy="102791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312"/>
          <p:cNvSpPr/>
          <p:nvPr/>
        </p:nvSpPr>
        <p:spPr>
          <a:xfrm rot="4016813">
            <a:off x="8454281" y="771610"/>
            <a:ext cx="372334" cy="372334"/>
          </a:xfrm>
          <a:prstGeom prst="ellipse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312"/>
          <p:cNvSpPr/>
          <p:nvPr/>
        </p:nvSpPr>
        <p:spPr>
          <a:xfrm flipH="1" rot="2362899">
            <a:off x="8185425" y="-5669"/>
            <a:ext cx="1695715" cy="1079429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noFill/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312"/>
          <p:cNvSpPr/>
          <p:nvPr/>
        </p:nvSpPr>
        <p:spPr>
          <a:xfrm rot="2700000">
            <a:off x="-739302" y="4252342"/>
            <a:ext cx="2208979" cy="1153357"/>
          </a:xfrm>
          <a:custGeom>
            <a:rect b="b" l="l" r="r" t="t"/>
            <a:pathLst>
              <a:path extrusionOk="0" h="137645" w="263626">
                <a:moveTo>
                  <a:pt x="75120" y="1"/>
                </a:moveTo>
                <a:cubicBezTo>
                  <a:pt x="68706" y="1"/>
                  <a:pt x="61958" y="879"/>
                  <a:pt x="54916" y="2857"/>
                </a:cubicBezTo>
                <a:cubicBezTo>
                  <a:pt x="12926" y="14572"/>
                  <a:pt x="1" y="57071"/>
                  <a:pt x="4171" y="85436"/>
                </a:cubicBezTo>
                <a:cubicBezTo>
                  <a:pt x="7164" y="105810"/>
                  <a:pt x="18083" y="123096"/>
                  <a:pt x="32950" y="136340"/>
                </a:cubicBezTo>
                <a:cubicBezTo>
                  <a:pt x="33427" y="136785"/>
                  <a:pt x="33937" y="137199"/>
                  <a:pt x="34446" y="137645"/>
                </a:cubicBezTo>
                <a:lnTo>
                  <a:pt x="222558" y="136976"/>
                </a:lnTo>
                <a:cubicBezTo>
                  <a:pt x="222558" y="136976"/>
                  <a:pt x="263625" y="118735"/>
                  <a:pt x="262670" y="81902"/>
                </a:cubicBezTo>
                <a:cubicBezTo>
                  <a:pt x="261989" y="56448"/>
                  <a:pt x="243231" y="40404"/>
                  <a:pt x="222985" y="40404"/>
                </a:cubicBezTo>
                <a:cubicBezTo>
                  <a:pt x="213910" y="40404"/>
                  <a:pt x="204537" y="43627"/>
                  <a:pt x="196358" y="50672"/>
                </a:cubicBezTo>
                <a:cubicBezTo>
                  <a:pt x="187785" y="58047"/>
                  <a:pt x="180194" y="61025"/>
                  <a:pt x="173382" y="61025"/>
                </a:cubicBezTo>
                <a:cubicBezTo>
                  <a:pt x="159200" y="61025"/>
                  <a:pt x="148399" y="48116"/>
                  <a:pt x="139151" y="35105"/>
                </a:cubicBezTo>
                <a:cubicBezTo>
                  <a:pt x="127871" y="19261"/>
                  <a:pt x="105156" y="1"/>
                  <a:pt x="75120" y="1"/>
                </a:cubicBezTo>
                <a:close/>
              </a:path>
            </a:pathLst>
          </a:cu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1" name="Google Shape;2911;p312"/>
          <p:cNvSpPr/>
          <p:nvPr/>
        </p:nvSpPr>
        <p:spPr>
          <a:xfrm flipH="1" rot="4913565">
            <a:off x="296126" y="4365893"/>
            <a:ext cx="638178" cy="638178"/>
          </a:xfrm>
          <a:prstGeom prst="ellipse">
            <a:avLst/>
          </a:prstGeom>
          <a:noFill/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0" Type="http://schemas.openxmlformats.org/officeDocument/2006/relationships/theme" Target="../theme/theme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3.xml"/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7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58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90.xml"/><Relationship Id="rId24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92.xml"/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26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94.xml"/><Relationship Id="rId28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96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98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30" Type="http://schemas.openxmlformats.org/officeDocument/2006/relationships/theme" Target="../theme/theme8.xml"/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87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120.xml"/><Relationship Id="rId21" Type="http://schemas.openxmlformats.org/officeDocument/2006/relationships/slideLayout" Target="../slideLayouts/slideLayout119.xml"/><Relationship Id="rId24" Type="http://schemas.openxmlformats.org/officeDocument/2006/relationships/slideLayout" Target="../slideLayouts/slideLayout122.xml"/><Relationship Id="rId23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99.xml"/><Relationship Id="rId2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26" Type="http://schemas.openxmlformats.org/officeDocument/2006/relationships/slideLayout" Target="../slideLayouts/slideLayout124.xml"/><Relationship Id="rId25" Type="http://schemas.openxmlformats.org/officeDocument/2006/relationships/slideLayout" Target="../slideLayouts/slideLayout123.xml"/><Relationship Id="rId28" Type="http://schemas.openxmlformats.org/officeDocument/2006/relationships/slideLayout" Target="../slideLayouts/slideLayout126.xml"/><Relationship Id="rId27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106.xml"/><Relationship Id="rId30" Type="http://schemas.openxmlformats.org/officeDocument/2006/relationships/theme" Target="../theme/theme12.xml"/><Relationship Id="rId11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5.xml"/><Relationship Id="rId16" Type="http://schemas.openxmlformats.org/officeDocument/2006/relationships/slideLayout" Target="../slideLayouts/slideLayout114.xml"/><Relationship Id="rId19" Type="http://schemas.openxmlformats.org/officeDocument/2006/relationships/slideLayout" Target="../slideLayouts/slideLayout117.xml"/><Relationship Id="rId18" Type="http://schemas.openxmlformats.org/officeDocument/2006/relationships/slideLayout" Target="../slideLayouts/slideLayout116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47.xml"/><Relationship Id="rId22" Type="http://schemas.openxmlformats.org/officeDocument/2006/relationships/slideLayout" Target="../slideLayouts/slideLayout149.xml"/><Relationship Id="rId21" Type="http://schemas.openxmlformats.org/officeDocument/2006/relationships/slideLayout" Target="../slideLayouts/slideLayout148.xml"/><Relationship Id="rId24" Type="http://schemas.openxmlformats.org/officeDocument/2006/relationships/slideLayout" Target="../slideLayouts/slideLayout151.xml"/><Relationship Id="rId23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31.xml"/><Relationship Id="rId9" Type="http://schemas.openxmlformats.org/officeDocument/2006/relationships/slideLayout" Target="../slideLayouts/slideLayout136.xml"/><Relationship Id="rId26" Type="http://schemas.openxmlformats.org/officeDocument/2006/relationships/slideLayout" Target="../slideLayouts/slideLayout153.xml"/><Relationship Id="rId25" Type="http://schemas.openxmlformats.org/officeDocument/2006/relationships/slideLayout" Target="../slideLayouts/slideLayout152.xml"/><Relationship Id="rId28" Type="http://schemas.openxmlformats.org/officeDocument/2006/relationships/slideLayout" Target="../slideLayouts/slideLayout155.xml"/><Relationship Id="rId27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3.xml"/><Relationship Id="rId29" Type="http://schemas.openxmlformats.org/officeDocument/2006/relationships/slideLayout" Target="../slideLayouts/slideLayout156.xml"/><Relationship Id="rId7" Type="http://schemas.openxmlformats.org/officeDocument/2006/relationships/slideLayout" Target="../slideLayouts/slideLayout134.xml"/><Relationship Id="rId8" Type="http://schemas.openxmlformats.org/officeDocument/2006/relationships/slideLayout" Target="../slideLayouts/slideLayout135.xml"/><Relationship Id="rId30" Type="http://schemas.openxmlformats.org/officeDocument/2006/relationships/theme" Target="../theme/theme9.xml"/><Relationship Id="rId11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137.xml"/><Relationship Id="rId13" Type="http://schemas.openxmlformats.org/officeDocument/2006/relationships/slideLayout" Target="../slideLayouts/slideLayout140.xml"/><Relationship Id="rId12" Type="http://schemas.openxmlformats.org/officeDocument/2006/relationships/slideLayout" Target="../slideLayouts/slideLayout139.xml"/><Relationship Id="rId15" Type="http://schemas.openxmlformats.org/officeDocument/2006/relationships/slideLayout" Target="../slideLayouts/slideLayout142.xml"/><Relationship Id="rId14" Type="http://schemas.openxmlformats.org/officeDocument/2006/relationships/slideLayout" Target="../slideLayouts/slideLayout141.xml"/><Relationship Id="rId17" Type="http://schemas.openxmlformats.org/officeDocument/2006/relationships/slideLayout" Target="../slideLayouts/slideLayout144.xml"/><Relationship Id="rId16" Type="http://schemas.openxmlformats.org/officeDocument/2006/relationships/slideLayout" Target="../slideLayouts/slideLayout143.xml"/><Relationship Id="rId19" Type="http://schemas.openxmlformats.org/officeDocument/2006/relationships/slideLayout" Target="../slideLayouts/slideLayout146.xml"/><Relationship Id="rId18" Type="http://schemas.openxmlformats.org/officeDocument/2006/relationships/slideLayout" Target="../slideLayouts/slideLayout145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6.xml"/><Relationship Id="rId22" Type="http://schemas.openxmlformats.org/officeDocument/2006/relationships/slideLayout" Target="../slideLayouts/slideLayout178.xml"/><Relationship Id="rId21" Type="http://schemas.openxmlformats.org/officeDocument/2006/relationships/slideLayout" Target="../slideLayouts/slideLayout177.xml"/><Relationship Id="rId24" Type="http://schemas.openxmlformats.org/officeDocument/2006/relationships/slideLayout" Target="../slideLayouts/slideLayout180.xml"/><Relationship Id="rId23" Type="http://schemas.openxmlformats.org/officeDocument/2006/relationships/slideLayout" Target="../slideLayouts/slideLayout179.xml"/><Relationship Id="rId1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Relationship Id="rId26" Type="http://schemas.openxmlformats.org/officeDocument/2006/relationships/slideLayout" Target="../slideLayouts/slideLayout182.xml"/><Relationship Id="rId25" Type="http://schemas.openxmlformats.org/officeDocument/2006/relationships/slideLayout" Target="../slideLayouts/slideLayout181.xml"/><Relationship Id="rId28" Type="http://schemas.openxmlformats.org/officeDocument/2006/relationships/slideLayout" Target="../slideLayouts/slideLayout184.xml"/><Relationship Id="rId27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2.xml"/><Relationship Id="rId29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4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66.xml"/><Relationship Id="rId13" Type="http://schemas.openxmlformats.org/officeDocument/2006/relationships/slideLayout" Target="../slideLayouts/slideLayout169.xml"/><Relationship Id="rId12" Type="http://schemas.openxmlformats.org/officeDocument/2006/relationships/slideLayout" Target="../slideLayouts/slideLayout168.xml"/><Relationship Id="rId15" Type="http://schemas.openxmlformats.org/officeDocument/2006/relationships/slideLayout" Target="../slideLayouts/slideLayout171.xml"/><Relationship Id="rId14" Type="http://schemas.openxmlformats.org/officeDocument/2006/relationships/slideLayout" Target="../slideLayouts/slideLayout170.xml"/><Relationship Id="rId17" Type="http://schemas.openxmlformats.org/officeDocument/2006/relationships/slideLayout" Target="../slideLayouts/slideLayout173.xml"/><Relationship Id="rId16" Type="http://schemas.openxmlformats.org/officeDocument/2006/relationships/slideLayout" Target="../slideLayouts/slideLayout172.xml"/><Relationship Id="rId19" Type="http://schemas.openxmlformats.org/officeDocument/2006/relationships/slideLayout" Target="../slideLayouts/slideLayout175.xml"/><Relationship Id="rId18" Type="http://schemas.openxmlformats.org/officeDocument/2006/relationships/slideLayout" Target="../slideLayouts/slideLayout174.xml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5.xml"/><Relationship Id="rId22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06.xml"/><Relationship Id="rId24" Type="http://schemas.openxmlformats.org/officeDocument/2006/relationships/slideLayout" Target="../slideLayouts/slideLayout209.xml"/><Relationship Id="rId23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88.xml"/><Relationship Id="rId4" Type="http://schemas.openxmlformats.org/officeDocument/2006/relationships/slideLayout" Target="../slideLayouts/slideLayout189.xml"/><Relationship Id="rId9" Type="http://schemas.openxmlformats.org/officeDocument/2006/relationships/slideLayout" Target="../slideLayouts/slideLayout194.xml"/><Relationship Id="rId26" Type="http://schemas.openxmlformats.org/officeDocument/2006/relationships/slideLayout" Target="../slideLayouts/slideLayout211.xml"/><Relationship Id="rId25" Type="http://schemas.openxmlformats.org/officeDocument/2006/relationships/slideLayout" Target="../slideLayouts/slideLayout210.xml"/><Relationship Id="rId28" Type="http://schemas.openxmlformats.org/officeDocument/2006/relationships/slideLayout" Target="../slideLayouts/slideLayout213.xml"/><Relationship Id="rId27" Type="http://schemas.openxmlformats.org/officeDocument/2006/relationships/slideLayout" Target="../slideLayouts/slideLayout212.xml"/><Relationship Id="rId5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1.xml"/><Relationship Id="rId29" Type="http://schemas.openxmlformats.org/officeDocument/2006/relationships/slideLayout" Target="../slideLayouts/slideLayout214.xml"/><Relationship Id="rId7" Type="http://schemas.openxmlformats.org/officeDocument/2006/relationships/slideLayout" Target="../slideLayouts/slideLayout192.xml"/><Relationship Id="rId8" Type="http://schemas.openxmlformats.org/officeDocument/2006/relationships/slideLayout" Target="../slideLayouts/slideLayout193.xml"/><Relationship Id="rId30" Type="http://schemas.openxmlformats.org/officeDocument/2006/relationships/theme" Target="../theme/theme5.xml"/><Relationship Id="rId11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97.xml"/><Relationship Id="rId15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01.xml"/><Relationship Id="rId19" Type="http://schemas.openxmlformats.org/officeDocument/2006/relationships/slideLayout" Target="../slideLayouts/slideLayout204.xml"/><Relationship Id="rId18" Type="http://schemas.openxmlformats.org/officeDocument/2006/relationships/slideLayout" Target="../slideLayouts/slideLayout203.xml"/></Relationships>
</file>

<file path=ppt/slideMasters/_rels/slideMaster9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34.xml"/><Relationship Id="rId22" Type="http://schemas.openxmlformats.org/officeDocument/2006/relationships/slideLayout" Target="../slideLayouts/slideLayout236.xml"/><Relationship Id="rId21" Type="http://schemas.openxmlformats.org/officeDocument/2006/relationships/slideLayout" Target="../slideLayouts/slideLayout235.xml"/><Relationship Id="rId24" Type="http://schemas.openxmlformats.org/officeDocument/2006/relationships/slideLayout" Target="../slideLayouts/slideLayout238.xml"/><Relationship Id="rId23" Type="http://schemas.openxmlformats.org/officeDocument/2006/relationships/slideLayout" Target="../slideLayouts/slideLayout237.xml"/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9" Type="http://schemas.openxmlformats.org/officeDocument/2006/relationships/slideLayout" Target="../slideLayouts/slideLayout223.xml"/><Relationship Id="rId26" Type="http://schemas.openxmlformats.org/officeDocument/2006/relationships/slideLayout" Target="../slideLayouts/slideLayout240.xml"/><Relationship Id="rId25" Type="http://schemas.openxmlformats.org/officeDocument/2006/relationships/slideLayout" Target="../slideLayouts/slideLayout239.xml"/><Relationship Id="rId28" Type="http://schemas.openxmlformats.org/officeDocument/2006/relationships/slideLayout" Target="../slideLayouts/slideLayout242.xml"/><Relationship Id="rId27" Type="http://schemas.openxmlformats.org/officeDocument/2006/relationships/slideLayout" Target="../slideLayouts/slideLayout241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29" Type="http://schemas.openxmlformats.org/officeDocument/2006/relationships/slideLayout" Target="../slideLayouts/slideLayout243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30" Type="http://schemas.openxmlformats.org/officeDocument/2006/relationships/theme" Target="../theme/theme10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9" Type="http://schemas.openxmlformats.org/officeDocument/2006/relationships/slideLayout" Target="../slideLayouts/slideLayout233.xml"/><Relationship Id="rId18" Type="http://schemas.openxmlformats.org/officeDocument/2006/relationships/slideLayout" Target="../slideLayouts/slideLayout232.xml"/></Relationships>
</file>

<file path=ppt/slideMasters/_rels/slideMaster10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63.xml"/><Relationship Id="rId22" Type="http://schemas.openxmlformats.org/officeDocument/2006/relationships/slideLayout" Target="../slideLayouts/slideLayout265.xml"/><Relationship Id="rId21" Type="http://schemas.openxmlformats.org/officeDocument/2006/relationships/slideLayout" Target="../slideLayouts/slideLayout264.xml"/><Relationship Id="rId24" Type="http://schemas.openxmlformats.org/officeDocument/2006/relationships/slideLayout" Target="../slideLayouts/slideLayout267.xml"/><Relationship Id="rId23" Type="http://schemas.openxmlformats.org/officeDocument/2006/relationships/slideLayout" Target="../slideLayouts/slideLayout266.xml"/><Relationship Id="rId1" Type="http://schemas.openxmlformats.org/officeDocument/2006/relationships/slideLayout" Target="../slideLayouts/slideLayout244.xml"/><Relationship Id="rId2" Type="http://schemas.openxmlformats.org/officeDocument/2006/relationships/slideLayout" Target="../slideLayouts/slideLayout245.xml"/><Relationship Id="rId3" Type="http://schemas.openxmlformats.org/officeDocument/2006/relationships/slideLayout" Target="../slideLayouts/slideLayout246.xml"/><Relationship Id="rId4" Type="http://schemas.openxmlformats.org/officeDocument/2006/relationships/slideLayout" Target="../slideLayouts/slideLayout247.xml"/><Relationship Id="rId9" Type="http://schemas.openxmlformats.org/officeDocument/2006/relationships/slideLayout" Target="../slideLayouts/slideLayout252.xml"/><Relationship Id="rId26" Type="http://schemas.openxmlformats.org/officeDocument/2006/relationships/slideLayout" Target="../slideLayouts/slideLayout269.xml"/><Relationship Id="rId25" Type="http://schemas.openxmlformats.org/officeDocument/2006/relationships/slideLayout" Target="../slideLayouts/slideLayout268.xml"/><Relationship Id="rId28" Type="http://schemas.openxmlformats.org/officeDocument/2006/relationships/slideLayout" Target="../slideLayouts/slideLayout271.xml"/><Relationship Id="rId27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49.xml"/><Relationship Id="rId29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50.xml"/><Relationship Id="rId8" Type="http://schemas.openxmlformats.org/officeDocument/2006/relationships/slideLayout" Target="../slideLayouts/slideLayout251.xml"/><Relationship Id="rId30" Type="http://schemas.openxmlformats.org/officeDocument/2006/relationships/theme" Target="../theme/theme6.xml"/><Relationship Id="rId11" Type="http://schemas.openxmlformats.org/officeDocument/2006/relationships/slideLayout" Target="../slideLayouts/slideLayout254.xml"/><Relationship Id="rId10" Type="http://schemas.openxmlformats.org/officeDocument/2006/relationships/slideLayout" Target="../slideLayouts/slideLayout253.xml"/><Relationship Id="rId13" Type="http://schemas.openxmlformats.org/officeDocument/2006/relationships/slideLayout" Target="../slideLayouts/slideLayout256.xml"/><Relationship Id="rId12" Type="http://schemas.openxmlformats.org/officeDocument/2006/relationships/slideLayout" Target="../slideLayouts/slideLayout255.xml"/><Relationship Id="rId15" Type="http://schemas.openxmlformats.org/officeDocument/2006/relationships/slideLayout" Target="../slideLayouts/slideLayout258.xml"/><Relationship Id="rId14" Type="http://schemas.openxmlformats.org/officeDocument/2006/relationships/slideLayout" Target="../slideLayouts/slideLayout257.xml"/><Relationship Id="rId17" Type="http://schemas.openxmlformats.org/officeDocument/2006/relationships/slideLayout" Target="../slideLayouts/slideLayout260.xml"/><Relationship Id="rId16" Type="http://schemas.openxmlformats.org/officeDocument/2006/relationships/slideLayout" Target="../slideLayouts/slideLayout259.xml"/><Relationship Id="rId19" Type="http://schemas.openxmlformats.org/officeDocument/2006/relationships/slideLayout" Target="../slideLayouts/slideLayout262.xml"/><Relationship Id="rId18" Type="http://schemas.openxmlformats.org/officeDocument/2006/relationships/slideLayout" Target="../slideLayouts/slideLayout261.xml"/></Relationships>
</file>

<file path=ppt/slideMasters/_rels/slideMaster1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92.xml"/><Relationship Id="rId22" Type="http://schemas.openxmlformats.org/officeDocument/2006/relationships/slideLayout" Target="../slideLayouts/slideLayout294.xml"/><Relationship Id="rId21" Type="http://schemas.openxmlformats.org/officeDocument/2006/relationships/slideLayout" Target="../slideLayouts/slideLayout293.xml"/><Relationship Id="rId24" Type="http://schemas.openxmlformats.org/officeDocument/2006/relationships/slideLayout" Target="../slideLayouts/slideLayout296.xml"/><Relationship Id="rId23" Type="http://schemas.openxmlformats.org/officeDocument/2006/relationships/slideLayout" Target="../slideLayouts/slideLayout295.xml"/><Relationship Id="rId1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6.xml"/><Relationship Id="rId9" Type="http://schemas.openxmlformats.org/officeDocument/2006/relationships/slideLayout" Target="../slideLayouts/slideLayout281.xml"/><Relationship Id="rId26" Type="http://schemas.openxmlformats.org/officeDocument/2006/relationships/slideLayout" Target="../slideLayouts/slideLayout298.xml"/><Relationship Id="rId25" Type="http://schemas.openxmlformats.org/officeDocument/2006/relationships/slideLayout" Target="../slideLayouts/slideLayout297.xml"/><Relationship Id="rId28" Type="http://schemas.openxmlformats.org/officeDocument/2006/relationships/slideLayout" Target="../slideLayouts/slideLayout300.xml"/><Relationship Id="rId27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8.xml"/><Relationship Id="rId29" Type="http://schemas.openxmlformats.org/officeDocument/2006/relationships/slideLayout" Target="../slideLayouts/slideLayout301.xml"/><Relationship Id="rId7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80.xml"/><Relationship Id="rId30" Type="http://schemas.openxmlformats.org/officeDocument/2006/relationships/theme" Target="../theme/theme11.xml"/><Relationship Id="rId11" Type="http://schemas.openxmlformats.org/officeDocument/2006/relationships/slideLayout" Target="../slideLayouts/slideLayout283.xml"/><Relationship Id="rId10" Type="http://schemas.openxmlformats.org/officeDocument/2006/relationships/slideLayout" Target="../slideLayouts/slideLayout282.xml"/><Relationship Id="rId13" Type="http://schemas.openxmlformats.org/officeDocument/2006/relationships/slideLayout" Target="../slideLayouts/slideLayout285.xml"/><Relationship Id="rId12" Type="http://schemas.openxmlformats.org/officeDocument/2006/relationships/slideLayout" Target="../slideLayouts/slideLayout284.xml"/><Relationship Id="rId15" Type="http://schemas.openxmlformats.org/officeDocument/2006/relationships/slideLayout" Target="../slideLayouts/slideLayout287.xml"/><Relationship Id="rId14" Type="http://schemas.openxmlformats.org/officeDocument/2006/relationships/slideLayout" Target="../slideLayouts/slideLayout286.xml"/><Relationship Id="rId17" Type="http://schemas.openxmlformats.org/officeDocument/2006/relationships/slideLayout" Target="../slideLayouts/slideLayout289.xml"/><Relationship Id="rId16" Type="http://schemas.openxmlformats.org/officeDocument/2006/relationships/slideLayout" Target="../slideLayouts/slideLayout288.xml"/><Relationship Id="rId19" Type="http://schemas.openxmlformats.org/officeDocument/2006/relationships/slideLayout" Target="../slideLayouts/slideLayout291.xml"/><Relationship Id="rId18" Type="http://schemas.openxmlformats.org/officeDocument/2006/relationships/slideLayout" Target="../slideLayouts/slideLayout2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7" name="Google Shape;367;p4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714" r:id="rId27"/>
    <p:sldLayoutId id="2147483715" r:id="rId28"/>
    <p:sldLayoutId id="214748371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3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0" name="Google Shape;650;p7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  <p:sldLayoutId id="2147483744" r:id="rId28"/>
    <p:sldLayoutId id="2147483745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03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3" name="Google Shape;933;p10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  <p:sldLayoutId id="2147483764" r:id="rId19"/>
    <p:sldLayoutId id="2147483765" r:id="rId20"/>
    <p:sldLayoutId id="2147483766" r:id="rId21"/>
    <p:sldLayoutId id="2147483767" r:id="rId22"/>
    <p:sldLayoutId id="2147483768" r:id="rId23"/>
    <p:sldLayoutId id="2147483769" r:id="rId24"/>
    <p:sldLayoutId id="2147483770" r:id="rId25"/>
    <p:sldLayoutId id="2147483771" r:id="rId26"/>
    <p:sldLayoutId id="2147483772" r:id="rId27"/>
    <p:sldLayoutId id="2147483773" r:id="rId28"/>
    <p:sldLayoutId id="2147483774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33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6" name="Google Shape;1216;p13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  <p:sldLayoutId id="2147483793" r:id="rId19"/>
    <p:sldLayoutId id="2147483794" r:id="rId20"/>
    <p:sldLayoutId id="2147483795" r:id="rId21"/>
    <p:sldLayoutId id="2147483796" r:id="rId22"/>
    <p:sldLayoutId id="2147483797" r:id="rId23"/>
    <p:sldLayoutId id="2147483798" r:id="rId24"/>
    <p:sldLayoutId id="2147483799" r:id="rId25"/>
    <p:sldLayoutId id="2147483800" r:id="rId26"/>
    <p:sldLayoutId id="2147483801" r:id="rId27"/>
    <p:sldLayoutId id="2147483802" r:id="rId28"/>
    <p:sldLayoutId id="2147483803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63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9" name="Google Shape;1499;p16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  <p:sldLayoutId id="2147483821" r:id="rId18"/>
    <p:sldLayoutId id="2147483822" r:id="rId19"/>
    <p:sldLayoutId id="2147483823" r:id="rId20"/>
    <p:sldLayoutId id="2147483824" r:id="rId21"/>
    <p:sldLayoutId id="2147483825" r:id="rId22"/>
    <p:sldLayoutId id="2147483826" r:id="rId23"/>
    <p:sldLayoutId id="2147483827" r:id="rId24"/>
    <p:sldLayoutId id="2147483828" r:id="rId25"/>
    <p:sldLayoutId id="2147483829" r:id="rId26"/>
    <p:sldLayoutId id="2147483830" r:id="rId27"/>
    <p:sldLayoutId id="2147483831" r:id="rId28"/>
    <p:sldLayoutId id="2147483832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193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2" name="Google Shape;1782;p19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  <p:sldLayoutId id="2147483850" r:id="rId18"/>
    <p:sldLayoutId id="2147483851" r:id="rId19"/>
    <p:sldLayoutId id="2147483852" r:id="rId20"/>
    <p:sldLayoutId id="2147483853" r:id="rId21"/>
    <p:sldLayoutId id="2147483854" r:id="rId22"/>
    <p:sldLayoutId id="2147483855" r:id="rId23"/>
    <p:sldLayoutId id="2147483856" r:id="rId24"/>
    <p:sldLayoutId id="2147483857" r:id="rId25"/>
    <p:sldLayoutId id="2147483858" r:id="rId26"/>
    <p:sldLayoutId id="2147483859" r:id="rId27"/>
    <p:sldLayoutId id="2147483860" r:id="rId28"/>
    <p:sldLayoutId id="2147483861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223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5" name="Google Shape;2065;p22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  <p:sldLayoutId id="2147483880" r:id="rId19"/>
    <p:sldLayoutId id="2147483881" r:id="rId20"/>
    <p:sldLayoutId id="2147483882" r:id="rId21"/>
    <p:sldLayoutId id="2147483883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253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8" name="Google Shape;2348;p25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  <p:sldLayoutId id="2147483902" r:id="rId12"/>
    <p:sldLayoutId id="2147483903" r:id="rId13"/>
    <p:sldLayoutId id="2147483904" r:id="rId14"/>
    <p:sldLayoutId id="2147483905" r:id="rId15"/>
    <p:sldLayoutId id="2147483906" r:id="rId16"/>
    <p:sldLayoutId id="2147483907" r:id="rId17"/>
    <p:sldLayoutId id="2147483908" r:id="rId18"/>
    <p:sldLayoutId id="2147483909" r:id="rId19"/>
    <p:sldLayoutId id="2147483910" r:id="rId20"/>
    <p:sldLayoutId id="2147483911" r:id="rId21"/>
    <p:sldLayoutId id="2147483912" r:id="rId22"/>
    <p:sldLayoutId id="2147483913" r:id="rId23"/>
    <p:sldLayoutId id="2147483914" r:id="rId24"/>
    <p:sldLayoutId id="2147483915" r:id="rId25"/>
    <p:sldLayoutId id="2147483916" r:id="rId26"/>
    <p:sldLayoutId id="2147483917" r:id="rId27"/>
    <p:sldLayoutId id="2147483918" r:id="rId28"/>
    <p:sldLayoutId id="2147483919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629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p283"/>
          <p:cNvSpPr txBox="1"/>
          <p:nvPr>
            <p:ph type="title"/>
          </p:nvPr>
        </p:nvSpPr>
        <p:spPr>
          <a:xfrm>
            <a:off x="720000" y="381000"/>
            <a:ext cx="7704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Font typeface="Oswald SemiBold"/>
              <a:buNone/>
              <a:defRPr sz="3500">
                <a:solidFill>
                  <a:srgbClr val="20124D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1" name="Google Shape;2631;p28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●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Oswald"/>
              <a:buChar char="○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0124D"/>
              </a:buClr>
              <a:buSzPts val="1400"/>
              <a:buFont typeface="Oswald"/>
              <a:buChar char="■"/>
              <a:defRPr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  <p:sldLayoutId id="2147483931" r:id="rId12"/>
    <p:sldLayoutId id="2147483932" r:id="rId13"/>
    <p:sldLayoutId id="2147483933" r:id="rId14"/>
    <p:sldLayoutId id="2147483934" r:id="rId15"/>
    <p:sldLayoutId id="2147483935" r:id="rId16"/>
    <p:sldLayoutId id="2147483936" r:id="rId17"/>
    <p:sldLayoutId id="2147483937" r:id="rId18"/>
    <p:sldLayoutId id="2147483938" r:id="rId19"/>
    <p:sldLayoutId id="2147483939" r:id="rId20"/>
    <p:sldLayoutId id="2147483940" r:id="rId21"/>
    <p:sldLayoutId id="2147483941" r:id="rId22"/>
    <p:sldLayoutId id="2147483942" r:id="rId23"/>
    <p:sldLayoutId id="2147483943" r:id="rId24"/>
    <p:sldLayoutId id="2147483944" r:id="rId25"/>
    <p:sldLayoutId id="2147483945" r:id="rId26"/>
    <p:sldLayoutId id="2147483946" r:id="rId27"/>
    <p:sldLayoutId id="2147483947" r:id="rId28"/>
    <p:sldLayoutId id="2147483948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5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p313"/>
          <p:cNvSpPr txBox="1"/>
          <p:nvPr>
            <p:ph type="ctrTitle"/>
          </p:nvPr>
        </p:nvSpPr>
        <p:spPr>
          <a:xfrm>
            <a:off x="399950" y="1130625"/>
            <a:ext cx="3819600" cy="22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UBER CONSULTING</a:t>
            </a:r>
            <a:endParaRPr sz="5000">
              <a:solidFill>
                <a:srgbClr val="20124D"/>
              </a:solidFill>
            </a:endParaRPr>
          </a:p>
        </p:txBody>
      </p:sp>
      <p:grpSp>
        <p:nvGrpSpPr>
          <p:cNvPr id="2917" name="Google Shape;2917;p313"/>
          <p:cNvGrpSpPr/>
          <p:nvPr/>
        </p:nvGrpSpPr>
        <p:grpSpPr>
          <a:xfrm>
            <a:off x="4660055" y="1130627"/>
            <a:ext cx="4078127" cy="2609228"/>
            <a:chOff x="4774930" y="1147927"/>
            <a:chExt cx="4078127" cy="2609228"/>
          </a:xfrm>
        </p:grpSpPr>
        <p:grpSp>
          <p:nvGrpSpPr>
            <p:cNvPr id="2918" name="Google Shape;2918;p313"/>
            <p:cNvGrpSpPr/>
            <p:nvPr/>
          </p:nvGrpSpPr>
          <p:grpSpPr>
            <a:xfrm flipH="1">
              <a:off x="4774930" y="2423427"/>
              <a:ext cx="3721114" cy="1333728"/>
              <a:chOff x="5443311" y="2503600"/>
              <a:chExt cx="3432129" cy="1192106"/>
            </a:xfrm>
          </p:grpSpPr>
          <p:sp>
            <p:nvSpPr>
              <p:cNvPr id="2919" name="Google Shape;2919;p313"/>
              <p:cNvSpPr/>
              <p:nvPr/>
            </p:nvSpPr>
            <p:spPr>
              <a:xfrm>
                <a:off x="6650156" y="3167608"/>
                <a:ext cx="523052" cy="528098"/>
              </a:xfrm>
              <a:custGeom>
                <a:rect b="b" l="l" r="r" t="t"/>
                <a:pathLst>
                  <a:path extrusionOk="0" h="33172" w="32855">
                    <a:moveTo>
                      <a:pt x="12830" y="0"/>
                    </a:moveTo>
                    <a:cubicBezTo>
                      <a:pt x="5731" y="0"/>
                      <a:pt x="1" y="7418"/>
                      <a:pt x="1" y="16586"/>
                    </a:cubicBezTo>
                    <a:cubicBezTo>
                      <a:pt x="1" y="25754"/>
                      <a:pt x="5731" y="33172"/>
                      <a:pt x="12830" y="33172"/>
                    </a:cubicBezTo>
                    <a:lnTo>
                      <a:pt x="20025" y="33172"/>
                    </a:lnTo>
                    <a:cubicBezTo>
                      <a:pt x="27124" y="33172"/>
                      <a:pt x="32855" y="25754"/>
                      <a:pt x="32855" y="16586"/>
                    </a:cubicBezTo>
                    <a:cubicBezTo>
                      <a:pt x="32855" y="7418"/>
                      <a:pt x="27124" y="0"/>
                      <a:pt x="200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0" name="Google Shape;2920;p313"/>
              <p:cNvSpPr/>
              <p:nvPr/>
            </p:nvSpPr>
            <p:spPr>
              <a:xfrm>
                <a:off x="8082074" y="3167608"/>
                <a:ext cx="522542" cy="528098"/>
              </a:xfrm>
              <a:custGeom>
                <a:rect b="b" l="l" r="r" t="t"/>
                <a:pathLst>
                  <a:path extrusionOk="0" h="33172" w="32823">
                    <a:moveTo>
                      <a:pt x="12798" y="0"/>
                    </a:moveTo>
                    <a:cubicBezTo>
                      <a:pt x="5731" y="0"/>
                      <a:pt x="1" y="7418"/>
                      <a:pt x="1" y="16586"/>
                    </a:cubicBezTo>
                    <a:cubicBezTo>
                      <a:pt x="1" y="25754"/>
                      <a:pt x="5731" y="33172"/>
                      <a:pt x="12798" y="33172"/>
                    </a:cubicBezTo>
                    <a:lnTo>
                      <a:pt x="20025" y="33172"/>
                    </a:lnTo>
                    <a:cubicBezTo>
                      <a:pt x="27092" y="33172"/>
                      <a:pt x="32822" y="25754"/>
                      <a:pt x="32822" y="16586"/>
                    </a:cubicBezTo>
                    <a:cubicBezTo>
                      <a:pt x="32822" y="7418"/>
                      <a:pt x="27092" y="0"/>
                      <a:pt x="200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1" name="Google Shape;2921;p313"/>
              <p:cNvSpPr/>
              <p:nvPr/>
            </p:nvSpPr>
            <p:spPr>
              <a:xfrm>
                <a:off x="7009035" y="3103729"/>
                <a:ext cx="846387" cy="378100"/>
              </a:xfrm>
              <a:custGeom>
                <a:rect b="b" l="l" r="r" t="t"/>
                <a:pathLst>
                  <a:path extrusionOk="0" h="23750" w="53165">
                    <a:moveTo>
                      <a:pt x="0" y="1"/>
                    </a:moveTo>
                    <a:lnTo>
                      <a:pt x="0" y="23750"/>
                    </a:lnTo>
                    <a:lnTo>
                      <a:pt x="53164" y="23750"/>
                    </a:lnTo>
                    <a:lnTo>
                      <a:pt x="5316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2" name="Google Shape;2922;p313"/>
              <p:cNvSpPr/>
              <p:nvPr/>
            </p:nvSpPr>
            <p:spPr>
              <a:xfrm>
                <a:off x="7272606" y="3179263"/>
                <a:ext cx="398366" cy="515951"/>
              </a:xfrm>
              <a:custGeom>
                <a:rect b="b" l="l" r="r" t="t"/>
                <a:pathLst>
                  <a:path extrusionOk="0" h="32409" w="25023">
                    <a:moveTo>
                      <a:pt x="12511" y="0"/>
                    </a:moveTo>
                    <a:cubicBezTo>
                      <a:pt x="5603" y="0"/>
                      <a:pt x="0" y="7259"/>
                      <a:pt x="0" y="16204"/>
                    </a:cubicBezTo>
                    <a:cubicBezTo>
                      <a:pt x="0" y="25150"/>
                      <a:pt x="5603" y="32408"/>
                      <a:pt x="12511" y="32408"/>
                    </a:cubicBezTo>
                    <a:cubicBezTo>
                      <a:pt x="19419" y="32408"/>
                      <a:pt x="25022" y="25150"/>
                      <a:pt x="25022" y="16204"/>
                    </a:cubicBezTo>
                    <a:cubicBezTo>
                      <a:pt x="25022" y="7259"/>
                      <a:pt x="19419" y="0"/>
                      <a:pt x="125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3" name="Google Shape;2923;p313"/>
              <p:cNvSpPr/>
              <p:nvPr/>
            </p:nvSpPr>
            <p:spPr>
              <a:xfrm>
                <a:off x="7359778" y="3179263"/>
                <a:ext cx="226558" cy="515951"/>
              </a:xfrm>
              <a:custGeom>
                <a:rect b="b" l="l" r="r" t="t"/>
                <a:pathLst>
                  <a:path extrusionOk="0" h="32409" w="14231">
                    <a:moveTo>
                      <a:pt x="1" y="0"/>
                    </a:moveTo>
                    <a:lnTo>
                      <a:pt x="1" y="32408"/>
                    </a:lnTo>
                    <a:lnTo>
                      <a:pt x="7036" y="32408"/>
                    </a:lnTo>
                    <a:lnTo>
                      <a:pt x="14231" y="25213"/>
                    </a:lnTo>
                    <a:lnTo>
                      <a:pt x="70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4" name="Google Shape;2924;p313"/>
              <p:cNvSpPr/>
              <p:nvPr/>
            </p:nvSpPr>
            <p:spPr>
              <a:xfrm>
                <a:off x="7160070" y="3179263"/>
                <a:ext cx="398876" cy="515951"/>
              </a:xfrm>
              <a:custGeom>
                <a:rect b="b" l="l" r="r" t="t"/>
                <a:pathLst>
                  <a:path extrusionOk="0" h="32409" w="25055">
                    <a:moveTo>
                      <a:pt x="12544" y="0"/>
                    </a:moveTo>
                    <a:cubicBezTo>
                      <a:pt x="5636" y="0"/>
                      <a:pt x="1" y="7259"/>
                      <a:pt x="1" y="16204"/>
                    </a:cubicBezTo>
                    <a:cubicBezTo>
                      <a:pt x="1" y="25150"/>
                      <a:pt x="5636" y="32408"/>
                      <a:pt x="12544" y="32408"/>
                    </a:cubicBezTo>
                    <a:cubicBezTo>
                      <a:pt x="19452" y="32408"/>
                      <a:pt x="25055" y="25150"/>
                      <a:pt x="25055" y="16204"/>
                    </a:cubicBezTo>
                    <a:cubicBezTo>
                      <a:pt x="25055" y="7259"/>
                      <a:pt x="19452" y="0"/>
                      <a:pt x="12544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5" name="Google Shape;2925;p313"/>
              <p:cNvSpPr/>
              <p:nvPr/>
            </p:nvSpPr>
            <p:spPr>
              <a:xfrm>
                <a:off x="7249790" y="3301416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07" y="1"/>
                      <a:pt x="1" y="3662"/>
                      <a:pt x="1" y="8182"/>
                    </a:cubicBezTo>
                    <a:cubicBezTo>
                      <a:pt x="1" y="12703"/>
                      <a:pt x="2707" y="16395"/>
                      <a:pt x="6049" y="16395"/>
                    </a:cubicBezTo>
                    <a:cubicBezTo>
                      <a:pt x="9360" y="16395"/>
                      <a:pt x="12098" y="12703"/>
                      <a:pt x="12098" y="8182"/>
                    </a:cubicBezTo>
                    <a:cubicBezTo>
                      <a:pt x="12098" y="3662"/>
                      <a:pt x="9360" y="1"/>
                      <a:pt x="6049" y="1"/>
                    </a:cubicBezTo>
                    <a:close/>
                  </a:path>
                </a:pathLst>
              </a:custGeom>
              <a:solidFill>
                <a:srgbClr val="B8B8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6" name="Google Shape;2926;p313"/>
              <p:cNvSpPr/>
              <p:nvPr/>
            </p:nvSpPr>
            <p:spPr>
              <a:xfrm>
                <a:off x="7294403" y="3301416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06" y="1"/>
                      <a:pt x="0" y="3662"/>
                      <a:pt x="0" y="8182"/>
                    </a:cubicBezTo>
                    <a:cubicBezTo>
                      <a:pt x="0" y="12703"/>
                      <a:pt x="2706" y="16395"/>
                      <a:pt x="6049" y="16395"/>
                    </a:cubicBezTo>
                    <a:cubicBezTo>
                      <a:pt x="9391" y="16395"/>
                      <a:pt x="12097" y="12703"/>
                      <a:pt x="12097" y="8182"/>
                    </a:cubicBezTo>
                    <a:cubicBezTo>
                      <a:pt x="12097" y="3662"/>
                      <a:pt x="9391" y="1"/>
                      <a:pt x="60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7" name="Google Shape;2927;p313"/>
              <p:cNvSpPr/>
              <p:nvPr/>
            </p:nvSpPr>
            <p:spPr>
              <a:xfrm>
                <a:off x="5577627" y="3103729"/>
                <a:ext cx="845877" cy="378100"/>
              </a:xfrm>
              <a:custGeom>
                <a:rect b="b" l="l" r="r" t="t"/>
                <a:pathLst>
                  <a:path extrusionOk="0" h="23750" w="53133">
                    <a:moveTo>
                      <a:pt x="0" y="1"/>
                    </a:moveTo>
                    <a:lnTo>
                      <a:pt x="0" y="23750"/>
                    </a:lnTo>
                    <a:lnTo>
                      <a:pt x="53133" y="23750"/>
                    </a:lnTo>
                    <a:lnTo>
                      <a:pt x="5313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8" name="Google Shape;2928;p313"/>
              <p:cNvSpPr/>
              <p:nvPr/>
            </p:nvSpPr>
            <p:spPr>
              <a:xfrm>
                <a:off x="5840689" y="3179263"/>
                <a:ext cx="398876" cy="515951"/>
              </a:xfrm>
              <a:custGeom>
                <a:rect b="b" l="l" r="r" t="t"/>
                <a:pathLst>
                  <a:path extrusionOk="0" h="32409" w="25055">
                    <a:moveTo>
                      <a:pt x="12512" y="0"/>
                    </a:moveTo>
                    <a:cubicBezTo>
                      <a:pt x="5604" y="0"/>
                      <a:pt x="1" y="7259"/>
                      <a:pt x="1" y="16204"/>
                    </a:cubicBezTo>
                    <a:cubicBezTo>
                      <a:pt x="1" y="25150"/>
                      <a:pt x="5604" y="32408"/>
                      <a:pt x="12512" y="32408"/>
                    </a:cubicBezTo>
                    <a:cubicBezTo>
                      <a:pt x="19452" y="32408"/>
                      <a:pt x="25055" y="25150"/>
                      <a:pt x="25055" y="16204"/>
                    </a:cubicBezTo>
                    <a:cubicBezTo>
                      <a:pt x="25055" y="7259"/>
                      <a:pt x="19452" y="0"/>
                      <a:pt x="1251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9" name="Google Shape;2929;p313"/>
              <p:cNvSpPr/>
              <p:nvPr/>
            </p:nvSpPr>
            <p:spPr>
              <a:xfrm>
                <a:off x="5927877" y="3179263"/>
                <a:ext cx="227067" cy="515951"/>
              </a:xfrm>
              <a:custGeom>
                <a:rect b="b" l="l" r="r" t="t"/>
                <a:pathLst>
                  <a:path extrusionOk="0" h="32409" w="14263">
                    <a:moveTo>
                      <a:pt x="0" y="0"/>
                    </a:moveTo>
                    <a:lnTo>
                      <a:pt x="0" y="32408"/>
                    </a:lnTo>
                    <a:lnTo>
                      <a:pt x="7036" y="32408"/>
                    </a:lnTo>
                    <a:lnTo>
                      <a:pt x="14262" y="25213"/>
                    </a:lnTo>
                    <a:lnTo>
                      <a:pt x="70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0" name="Google Shape;2930;p313"/>
              <p:cNvSpPr/>
              <p:nvPr/>
            </p:nvSpPr>
            <p:spPr>
              <a:xfrm>
                <a:off x="5728678" y="3179263"/>
                <a:ext cx="398366" cy="515951"/>
              </a:xfrm>
              <a:custGeom>
                <a:rect b="b" l="l" r="r" t="t"/>
                <a:pathLst>
                  <a:path extrusionOk="0" h="32409" w="25023">
                    <a:moveTo>
                      <a:pt x="12511" y="0"/>
                    </a:moveTo>
                    <a:cubicBezTo>
                      <a:pt x="5603" y="0"/>
                      <a:pt x="0" y="7259"/>
                      <a:pt x="0" y="16204"/>
                    </a:cubicBezTo>
                    <a:cubicBezTo>
                      <a:pt x="0" y="25150"/>
                      <a:pt x="5603" y="32408"/>
                      <a:pt x="12511" y="32408"/>
                    </a:cubicBezTo>
                    <a:cubicBezTo>
                      <a:pt x="19419" y="32408"/>
                      <a:pt x="25022" y="25150"/>
                      <a:pt x="25022" y="16204"/>
                    </a:cubicBezTo>
                    <a:cubicBezTo>
                      <a:pt x="25022" y="7259"/>
                      <a:pt x="19419" y="0"/>
                      <a:pt x="12511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1" name="Google Shape;2931;p313"/>
              <p:cNvSpPr/>
              <p:nvPr/>
            </p:nvSpPr>
            <p:spPr>
              <a:xfrm>
                <a:off x="5816113" y="3316541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06" y="1"/>
                      <a:pt x="0" y="3662"/>
                      <a:pt x="0" y="8182"/>
                    </a:cubicBezTo>
                    <a:cubicBezTo>
                      <a:pt x="0" y="12703"/>
                      <a:pt x="2706" y="16395"/>
                      <a:pt x="6049" y="16395"/>
                    </a:cubicBezTo>
                    <a:cubicBezTo>
                      <a:pt x="9391" y="16395"/>
                      <a:pt x="12097" y="12703"/>
                      <a:pt x="12097" y="8182"/>
                    </a:cubicBezTo>
                    <a:cubicBezTo>
                      <a:pt x="12097" y="3662"/>
                      <a:pt x="9391" y="1"/>
                      <a:pt x="6049" y="1"/>
                    </a:cubicBezTo>
                    <a:close/>
                  </a:path>
                </a:pathLst>
              </a:custGeom>
              <a:solidFill>
                <a:srgbClr val="B8B8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2" name="Google Shape;2932;p313"/>
              <p:cNvSpPr/>
              <p:nvPr/>
            </p:nvSpPr>
            <p:spPr>
              <a:xfrm>
                <a:off x="5862486" y="3301416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38" y="1"/>
                      <a:pt x="1" y="3662"/>
                      <a:pt x="1" y="8182"/>
                    </a:cubicBezTo>
                    <a:cubicBezTo>
                      <a:pt x="1" y="12703"/>
                      <a:pt x="2738" y="16395"/>
                      <a:pt x="6049" y="16395"/>
                    </a:cubicBezTo>
                    <a:cubicBezTo>
                      <a:pt x="9392" y="16395"/>
                      <a:pt x="12098" y="12703"/>
                      <a:pt x="12098" y="8182"/>
                    </a:cubicBezTo>
                    <a:cubicBezTo>
                      <a:pt x="12098" y="3662"/>
                      <a:pt x="9392" y="1"/>
                      <a:pt x="60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3" name="Google Shape;2933;p313"/>
              <p:cNvSpPr/>
              <p:nvPr/>
            </p:nvSpPr>
            <p:spPr>
              <a:xfrm>
                <a:off x="5443311" y="2627186"/>
                <a:ext cx="3432129" cy="855095"/>
              </a:xfrm>
              <a:custGeom>
                <a:rect b="b" l="l" r="r" t="t"/>
                <a:pathLst>
                  <a:path extrusionOk="0" h="53712" w="215586">
                    <a:moveTo>
                      <a:pt x="118190" y="0"/>
                    </a:moveTo>
                    <a:cubicBezTo>
                      <a:pt x="117929" y="0"/>
                      <a:pt x="117668" y="2"/>
                      <a:pt x="117407" y="6"/>
                    </a:cubicBezTo>
                    <a:lnTo>
                      <a:pt x="55998" y="325"/>
                    </a:lnTo>
                    <a:cubicBezTo>
                      <a:pt x="46224" y="325"/>
                      <a:pt x="19515" y="16751"/>
                      <a:pt x="19515" y="16751"/>
                    </a:cubicBezTo>
                    <a:cubicBezTo>
                      <a:pt x="19127" y="16746"/>
                      <a:pt x="18739" y="16743"/>
                      <a:pt x="18351" y="16743"/>
                    </a:cubicBezTo>
                    <a:cubicBezTo>
                      <a:pt x="14511" y="16743"/>
                      <a:pt x="10696" y="17027"/>
                      <a:pt x="6908" y="17547"/>
                    </a:cubicBezTo>
                    <a:cubicBezTo>
                      <a:pt x="2929" y="18120"/>
                      <a:pt x="0" y="21527"/>
                      <a:pt x="0" y="25538"/>
                    </a:cubicBezTo>
                    <a:lnTo>
                      <a:pt x="0" y="53680"/>
                    </a:lnTo>
                    <a:lnTo>
                      <a:pt x="0" y="53712"/>
                    </a:lnTo>
                    <a:lnTo>
                      <a:pt x="16077" y="53712"/>
                    </a:lnTo>
                    <a:cubicBezTo>
                      <a:pt x="16077" y="53712"/>
                      <a:pt x="14867" y="34547"/>
                      <a:pt x="30466" y="33815"/>
                    </a:cubicBezTo>
                    <a:cubicBezTo>
                      <a:pt x="30738" y="33802"/>
                      <a:pt x="31005" y="33796"/>
                      <a:pt x="31268" y="33796"/>
                    </a:cubicBezTo>
                    <a:cubicBezTo>
                      <a:pt x="46057" y="33796"/>
                      <a:pt x="45842" y="53712"/>
                      <a:pt x="45842" y="53712"/>
                    </a:cubicBezTo>
                    <a:lnTo>
                      <a:pt x="106138" y="53712"/>
                    </a:lnTo>
                    <a:cubicBezTo>
                      <a:pt x="105437" y="46740"/>
                      <a:pt x="108525" y="32860"/>
                      <a:pt x="120049" y="32860"/>
                    </a:cubicBezTo>
                    <a:cubicBezTo>
                      <a:pt x="131606" y="32860"/>
                      <a:pt x="135171" y="44193"/>
                      <a:pt x="135171" y="44193"/>
                    </a:cubicBezTo>
                    <a:lnTo>
                      <a:pt x="215045" y="44193"/>
                    </a:lnTo>
                    <a:cubicBezTo>
                      <a:pt x="215045" y="44193"/>
                      <a:pt x="215586" y="38813"/>
                      <a:pt x="213962" y="33910"/>
                    </a:cubicBezTo>
                    <a:cubicBezTo>
                      <a:pt x="212339" y="29008"/>
                      <a:pt x="204794" y="26970"/>
                      <a:pt x="204794" y="26970"/>
                    </a:cubicBezTo>
                    <a:lnTo>
                      <a:pt x="168438" y="19012"/>
                    </a:lnTo>
                    <a:lnTo>
                      <a:pt x="141092" y="5418"/>
                    </a:lnTo>
                    <a:cubicBezTo>
                      <a:pt x="133972" y="1874"/>
                      <a:pt x="126136" y="0"/>
                      <a:pt x="118190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4" name="Google Shape;2934;p313"/>
              <p:cNvSpPr/>
              <p:nvPr/>
            </p:nvSpPr>
            <p:spPr>
              <a:xfrm>
                <a:off x="6501653" y="2503600"/>
                <a:ext cx="494157" cy="128745"/>
              </a:xfrm>
              <a:custGeom>
                <a:rect b="b" l="l" r="r" t="t"/>
                <a:pathLst>
                  <a:path extrusionOk="0" h="8087" w="31040">
                    <a:moveTo>
                      <a:pt x="3630" y="1"/>
                    </a:moveTo>
                    <a:cubicBezTo>
                      <a:pt x="1624" y="1"/>
                      <a:pt x="0" y="1592"/>
                      <a:pt x="32" y="3598"/>
                    </a:cubicBezTo>
                    <a:lnTo>
                      <a:pt x="32" y="8087"/>
                    </a:lnTo>
                    <a:lnTo>
                      <a:pt x="31039" y="8087"/>
                    </a:lnTo>
                    <a:lnTo>
                      <a:pt x="31039" y="3566"/>
                    </a:lnTo>
                    <a:cubicBezTo>
                      <a:pt x="31039" y="1592"/>
                      <a:pt x="29416" y="1"/>
                      <a:pt x="2744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5" name="Google Shape;2935;p313"/>
              <p:cNvSpPr/>
              <p:nvPr/>
            </p:nvSpPr>
            <p:spPr>
              <a:xfrm>
                <a:off x="6575658" y="2503600"/>
                <a:ext cx="493647" cy="128745"/>
              </a:xfrm>
              <a:custGeom>
                <a:rect b="b" l="l" r="r" t="t"/>
                <a:pathLst>
                  <a:path extrusionOk="0" h="8087" w="31008">
                    <a:moveTo>
                      <a:pt x="3598" y="1"/>
                    </a:moveTo>
                    <a:cubicBezTo>
                      <a:pt x="1624" y="1"/>
                      <a:pt x="0" y="1592"/>
                      <a:pt x="0" y="3598"/>
                    </a:cubicBezTo>
                    <a:lnTo>
                      <a:pt x="0" y="8087"/>
                    </a:lnTo>
                    <a:lnTo>
                      <a:pt x="31007" y="8087"/>
                    </a:lnTo>
                    <a:lnTo>
                      <a:pt x="31007" y="3566"/>
                    </a:lnTo>
                    <a:cubicBezTo>
                      <a:pt x="31007" y="1592"/>
                      <a:pt x="29416" y="1"/>
                      <a:pt x="27410" y="1"/>
                    </a:cubicBezTo>
                    <a:close/>
                  </a:path>
                </a:pathLst>
              </a:custGeom>
              <a:solidFill>
                <a:srgbClr val="CF8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6" name="Google Shape;2936;p313"/>
              <p:cNvSpPr/>
              <p:nvPr/>
            </p:nvSpPr>
            <p:spPr>
              <a:xfrm>
                <a:off x="6688178" y="2532498"/>
                <a:ext cx="60321" cy="70971"/>
              </a:xfrm>
              <a:custGeom>
                <a:rect b="b" l="l" r="r" t="t"/>
                <a:pathLst>
                  <a:path extrusionOk="0" h="4458" w="3789">
                    <a:moveTo>
                      <a:pt x="1" y="0"/>
                    </a:moveTo>
                    <a:lnTo>
                      <a:pt x="1" y="701"/>
                    </a:lnTo>
                    <a:lnTo>
                      <a:pt x="1465" y="701"/>
                    </a:lnTo>
                    <a:lnTo>
                      <a:pt x="1497" y="4457"/>
                    </a:lnTo>
                    <a:lnTo>
                      <a:pt x="2325" y="4457"/>
                    </a:lnTo>
                    <a:lnTo>
                      <a:pt x="2325" y="701"/>
                    </a:lnTo>
                    <a:lnTo>
                      <a:pt x="3789" y="701"/>
                    </a:lnTo>
                    <a:lnTo>
                      <a:pt x="37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7" name="Google Shape;2937;p313"/>
              <p:cNvSpPr/>
              <p:nvPr/>
            </p:nvSpPr>
            <p:spPr>
              <a:xfrm>
                <a:off x="6752041" y="2532498"/>
                <a:ext cx="77053" cy="70971"/>
              </a:xfrm>
              <a:custGeom>
                <a:rect b="b" l="l" r="r" t="t"/>
                <a:pathLst>
                  <a:path extrusionOk="0" h="4458" w="4840">
                    <a:moveTo>
                      <a:pt x="2420" y="828"/>
                    </a:moveTo>
                    <a:lnTo>
                      <a:pt x="3248" y="2770"/>
                    </a:lnTo>
                    <a:lnTo>
                      <a:pt x="1593" y="2770"/>
                    </a:lnTo>
                    <a:lnTo>
                      <a:pt x="2420" y="828"/>
                    </a:lnTo>
                    <a:close/>
                    <a:moveTo>
                      <a:pt x="2006" y="0"/>
                    </a:moveTo>
                    <a:lnTo>
                      <a:pt x="1" y="4457"/>
                    </a:lnTo>
                    <a:lnTo>
                      <a:pt x="860" y="4457"/>
                    </a:lnTo>
                    <a:lnTo>
                      <a:pt x="1306" y="3407"/>
                    </a:lnTo>
                    <a:lnTo>
                      <a:pt x="3534" y="3407"/>
                    </a:lnTo>
                    <a:lnTo>
                      <a:pt x="3980" y="4457"/>
                    </a:lnTo>
                    <a:lnTo>
                      <a:pt x="4840" y="4457"/>
                    </a:lnTo>
                    <a:lnTo>
                      <a:pt x="28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8" name="Google Shape;2938;p313"/>
              <p:cNvSpPr/>
              <p:nvPr/>
            </p:nvSpPr>
            <p:spPr>
              <a:xfrm>
                <a:off x="6834166" y="2532498"/>
                <a:ext cx="68424" cy="70971"/>
              </a:xfrm>
              <a:custGeom>
                <a:rect b="b" l="l" r="r" t="t"/>
                <a:pathLst>
                  <a:path extrusionOk="0" h="4458" w="4298">
                    <a:moveTo>
                      <a:pt x="96" y="0"/>
                    </a:moveTo>
                    <a:lnTo>
                      <a:pt x="1655" y="2165"/>
                    </a:lnTo>
                    <a:lnTo>
                      <a:pt x="0" y="4457"/>
                    </a:lnTo>
                    <a:lnTo>
                      <a:pt x="923" y="4457"/>
                    </a:lnTo>
                    <a:lnTo>
                      <a:pt x="2133" y="2770"/>
                    </a:lnTo>
                    <a:lnTo>
                      <a:pt x="3311" y="4457"/>
                    </a:lnTo>
                    <a:lnTo>
                      <a:pt x="4298" y="4457"/>
                    </a:lnTo>
                    <a:lnTo>
                      <a:pt x="2610" y="2133"/>
                    </a:lnTo>
                    <a:lnTo>
                      <a:pt x="4170" y="0"/>
                    </a:lnTo>
                    <a:lnTo>
                      <a:pt x="3247" y="0"/>
                    </a:lnTo>
                    <a:lnTo>
                      <a:pt x="2133" y="1592"/>
                    </a:lnTo>
                    <a:lnTo>
                      <a:pt x="98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9" name="Google Shape;2939;p313"/>
              <p:cNvSpPr/>
              <p:nvPr/>
            </p:nvSpPr>
            <p:spPr>
              <a:xfrm>
                <a:off x="6917787" y="2532498"/>
                <a:ext cx="13198" cy="70971"/>
              </a:xfrm>
              <a:custGeom>
                <a:rect b="b" l="l" r="r" t="t"/>
                <a:pathLst>
                  <a:path extrusionOk="0" h="4458" w="829">
                    <a:moveTo>
                      <a:pt x="1" y="0"/>
                    </a:moveTo>
                    <a:lnTo>
                      <a:pt x="1" y="4457"/>
                    </a:lnTo>
                    <a:lnTo>
                      <a:pt x="828" y="4457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0" name="Google Shape;2940;p313"/>
              <p:cNvSpPr/>
              <p:nvPr/>
            </p:nvSpPr>
            <p:spPr>
              <a:xfrm>
                <a:off x="5860464" y="2666306"/>
                <a:ext cx="1284776" cy="278759"/>
              </a:xfrm>
              <a:custGeom>
                <a:rect b="b" l="l" r="r" t="t"/>
                <a:pathLst>
                  <a:path extrusionOk="0" h="17510" w="80702">
                    <a:moveTo>
                      <a:pt x="34223" y="1"/>
                    </a:moveTo>
                    <a:cubicBezTo>
                      <a:pt x="30498" y="1"/>
                      <a:pt x="26837" y="1051"/>
                      <a:pt x="23685" y="3057"/>
                    </a:cubicBezTo>
                    <a:lnTo>
                      <a:pt x="637" y="16109"/>
                    </a:lnTo>
                    <a:cubicBezTo>
                      <a:pt x="0" y="16491"/>
                      <a:pt x="255" y="17478"/>
                      <a:pt x="1019" y="17510"/>
                    </a:cubicBezTo>
                    <a:lnTo>
                      <a:pt x="79174" y="17510"/>
                    </a:lnTo>
                    <a:cubicBezTo>
                      <a:pt x="80288" y="17478"/>
                      <a:pt x="80702" y="15982"/>
                      <a:pt x="79715" y="15409"/>
                    </a:cubicBezTo>
                    <a:lnTo>
                      <a:pt x="55457" y="1752"/>
                    </a:lnTo>
                    <a:cubicBezTo>
                      <a:pt x="53387" y="605"/>
                      <a:pt x="51032" y="1"/>
                      <a:pt x="4867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1" name="Google Shape;2941;p313"/>
              <p:cNvSpPr/>
              <p:nvPr/>
            </p:nvSpPr>
            <p:spPr>
              <a:xfrm>
                <a:off x="5868058" y="2931900"/>
                <a:ext cx="1262488" cy="474400"/>
              </a:xfrm>
              <a:custGeom>
                <a:rect b="b" l="l" r="r" t="t"/>
                <a:pathLst>
                  <a:path extrusionOk="0" fill="none" h="29799" w="79302">
                    <a:moveTo>
                      <a:pt x="1" y="1"/>
                    </a:moveTo>
                    <a:lnTo>
                      <a:pt x="1" y="9806"/>
                    </a:lnTo>
                    <a:cubicBezTo>
                      <a:pt x="1" y="9806"/>
                      <a:pt x="21171" y="5540"/>
                      <a:pt x="23336" y="29798"/>
                    </a:cubicBezTo>
                    <a:lnTo>
                      <a:pt x="71661" y="29798"/>
                    </a:lnTo>
                    <a:cubicBezTo>
                      <a:pt x="71661" y="29798"/>
                      <a:pt x="70388" y="6081"/>
                      <a:pt x="79301" y="288"/>
                    </a:cubicBez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2" name="Google Shape;2942;p313"/>
              <p:cNvSpPr/>
              <p:nvPr/>
            </p:nvSpPr>
            <p:spPr>
              <a:xfrm>
                <a:off x="6415994" y="2945083"/>
                <a:ext cx="80587" cy="461218"/>
              </a:xfrm>
              <a:custGeom>
                <a:rect b="b" l="l" r="r" t="t"/>
                <a:pathLst>
                  <a:path extrusionOk="0" fill="none" h="28971" w="5062">
                    <a:moveTo>
                      <a:pt x="5062" y="1"/>
                    </a:moveTo>
                    <a:cubicBezTo>
                      <a:pt x="5062" y="1"/>
                      <a:pt x="0" y="2229"/>
                      <a:pt x="2452" y="28970"/>
                    </a:cubicBez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3" name="Google Shape;2943;p313"/>
              <p:cNvSpPr/>
              <p:nvPr/>
            </p:nvSpPr>
            <p:spPr>
              <a:xfrm>
                <a:off x="6527494" y="2982595"/>
                <a:ext cx="107969" cy="38033"/>
              </a:xfrm>
              <a:custGeom>
                <a:rect b="b" l="l" r="r" t="t"/>
                <a:pathLst>
                  <a:path extrusionOk="0" h="2389" w="6782">
                    <a:moveTo>
                      <a:pt x="956" y="0"/>
                    </a:moveTo>
                    <a:cubicBezTo>
                      <a:pt x="447" y="0"/>
                      <a:pt x="1" y="446"/>
                      <a:pt x="1" y="956"/>
                    </a:cubicBezTo>
                    <a:lnTo>
                      <a:pt x="1" y="1401"/>
                    </a:lnTo>
                    <a:cubicBezTo>
                      <a:pt x="1" y="1942"/>
                      <a:pt x="447" y="2388"/>
                      <a:pt x="956" y="2388"/>
                    </a:cubicBezTo>
                    <a:lnTo>
                      <a:pt x="5827" y="2388"/>
                    </a:lnTo>
                    <a:cubicBezTo>
                      <a:pt x="6368" y="2388"/>
                      <a:pt x="6782" y="1942"/>
                      <a:pt x="6782" y="1401"/>
                    </a:cubicBezTo>
                    <a:lnTo>
                      <a:pt x="6782" y="956"/>
                    </a:lnTo>
                    <a:cubicBezTo>
                      <a:pt x="6782" y="446"/>
                      <a:pt x="6368" y="0"/>
                      <a:pt x="58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4" name="Google Shape;2944;p313"/>
              <p:cNvSpPr/>
              <p:nvPr/>
            </p:nvSpPr>
            <p:spPr>
              <a:xfrm>
                <a:off x="5855908" y="3043995"/>
                <a:ext cx="107954" cy="38033"/>
              </a:xfrm>
              <a:custGeom>
                <a:rect b="b" l="l" r="r" t="t"/>
                <a:pathLst>
                  <a:path extrusionOk="0" h="2389" w="6781">
                    <a:moveTo>
                      <a:pt x="955" y="0"/>
                    </a:moveTo>
                    <a:cubicBezTo>
                      <a:pt x="414" y="0"/>
                      <a:pt x="0" y="446"/>
                      <a:pt x="0" y="956"/>
                    </a:cubicBezTo>
                    <a:lnTo>
                      <a:pt x="0" y="1401"/>
                    </a:lnTo>
                    <a:cubicBezTo>
                      <a:pt x="0" y="1942"/>
                      <a:pt x="414" y="2388"/>
                      <a:pt x="955" y="2388"/>
                    </a:cubicBezTo>
                    <a:lnTo>
                      <a:pt x="5826" y="2388"/>
                    </a:lnTo>
                    <a:cubicBezTo>
                      <a:pt x="6335" y="2388"/>
                      <a:pt x="6781" y="1942"/>
                      <a:pt x="6781" y="1401"/>
                    </a:cubicBezTo>
                    <a:lnTo>
                      <a:pt x="6781" y="956"/>
                    </a:lnTo>
                    <a:cubicBezTo>
                      <a:pt x="6781" y="446"/>
                      <a:pt x="6335" y="0"/>
                      <a:pt x="58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5" name="Google Shape;2945;p313"/>
              <p:cNvSpPr/>
              <p:nvPr/>
            </p:nvSpPr>
            <p:spPr>
              <a:xfrm>
                <a:off x="6867777" y="2665797"/>
                <a:ext cx="1216192" cy="278759"/>
              </a:xfrm>
              <a:custGeom>
                <a:rect b="b" l="l" r="r" t="t"/>
                <a:pathLst>
                  <a:path extrusionOk="0" h="17510" w="76394">
                    <a:moveTo>
                      <a:pt x="2057" y="0"/>
                    </a:moveTo>
                    <a:cubicBezTo>
                      <a:pt x="523" y="0"/>
                      <a:pt x="1" y="2107"/>
                      <a:pt x="1423" y="2802"/>
                    </a:cubicBezTo>
                    <a:lnTo>
                      <a:pt x="29183" y="17510"/>
                    </a:lnTo>
                    <a:lnTo>
                      <a:pt x="76394" y="17510"/>
                    </a:lnTo>
                    <a:lnTo>
                      <a:pt x="44623" y="2006"/>
                    </a:lnTo>
                    <a:cubicBezTo>
                      <a:pt x="41980" y="701"/>
                      <a:pt x="39052" y="1"/>
                      <a:pt x="36091" y="1"/>
                    </a:cubicBezTo>
                    <a:lnTo>
                      <a:pt x="2091" y="1"/>
                    </a:lnTo>
                    <a:cubicBezTo>
                      <a:pt x="2080" y="1"/>
                      <a:pt x="2068" y="0"/>
                      <a:pt x="205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6" name="Google Shape;2946;p313"/>
              <p:cNvSpPr/>
              <p:nvPr/>
            </p:nvSpPr>
            <p:spPr>
              <a:xfrm>
                <a:off x="7442397" y="2982595"/>
                <a:ext cx="695370" cy="16"/>
              </a:xfrm>
              <a:custGeom>
                <a:rect b="b" l="l" r="r" t="t"/>
                <a:pathLst>
                  <a:path extrusionOk="0" fill="none" h="1" w="43679">
                    <a:moveTo>
                      <a:pt x="1" y="0"/>
                    </a:moveTo>
                    <a:lnTo>
                      <a:pt x="43678" y="0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7" name="Google Shape;2947;p313"/>
              <p:cNvSpPr/>
              <p:nvPr/>
            </p:nvSpPr>
            <p:spPr>
              <a:xfrm>
                <a:off x="7033364" y="2666306"/>
                <a:ext cx="654296" cy="278759"/>
              </a:xfrm>
              <a:custGeom>
                <a:rect b="b" l="l" r="r" t="t"/>
                <a:pathLst>
                  <a:path extrusionOk="0" h="17510" w="41099">
                    <a:moveTo>
                      <a:pt x="0" y="1"/>
                    </a:moveTo>
                    <a:lnTo>
                      <a:pt x="30816" y="17510"/>
                    </a:lnTo>
                    <a:lnTo>
                      <a:pt x="41099" y="17510"/>
                    </a:lnTo>
                    <a:lnTo>
                      <a:pt x="10315" y="1"/>
                    </a:lnTo>
                    <a:close/>
                  </a:path>
                </a:pathLst>
              </a:custGeom>
              <a:solidFill>
                <a:srgbClr val="5E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8" name="Google Shape;2948;p313"/>
              <p:cNvSpPr/>
              <p:nvPr/>
            </p:nvSpPr>
            <p:spPr>
              <a:xfrm>
                <a:off x="7339000" y="2666306"/>
                <a:ext cx="544337" cy="278759"/>
              </a:xfrm>
              <a:custGeom>
                <a:rect b="b" l="l" r="r" t="t"/>
                <a:pathLst>
                  <a:path extrusionOk="0" h="17510" w="34192">
                    <a:moveTo>
                      <a:pt x="1" y="1"/>
                    </a:moveTo>
                    <a:lnTo>
                      <a:pt x="30817" y="17510"/>
                    </a:lnTo>
                    <a:lnTo>
                      <a:pt x="34191" y="17510"/>
                    </a:lnTo>
                    <a:lnTo>
                      <a:pt x="3375" y="1"/>
                    </a:lnTo>
                    <a:close/>
                  </a:path>
                </a:pathLst>
              </a:custGeom>
              <a:solidFill>
                <a:srgbClr val="5E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9" name="Google Shape;2949;p313"/>
              <p:cNvSpPr/>
              <p:nvPr/>
            </p:nvSpPr>
            <p:spPr>
              <a:xfrm>
                <a:off x="7595486" y="3330314"/>
                <a:ext cx="1271085" cy="151542"/>
              </a:xfrm>
              <a:custGeom>
                <a:rect b="b" l="l" r="r" t="t"/>
                <a:pathLst>
                  <a:path extrusionOk="0" h="9519" w="79842">
                    <a:moveTo>
                      <a:pt x="0" y="0"/>
                    </a:moveTo>
                    <a:lnTo>
                      <a:pt x="0" y="5730"/>
                    </a:lnTo>
                    <a:cubicBezTo>
                      <a:pt x="0" y="7831"/>
                      <a:pt x="1687" y="9519"/>
                      <a:pt x="3820" y="9519"/>
                    </a:cubicBezTo>
                    <a:lnTo>
                      <a:pt x="75162" y="9519"/>
                    </a:lnTo>
                    <a:cubicBezTo>
                      <a:pt x="77709" y="9519"/>
                      <a:pt x="79778" y="7449"/>
                      <a:pt x="79778" y="4903"/>
                    </a:cubicBezTo>
                    <a:lnTo>
                      <a:pt x="79842" y="0"/>
                    </a:lnTo>
                    <a:close/>
                  </a:path>
                </a:pathLst>
              </a:custGeom>
              <a:solidFill>
                <a:srgbClr val="CF8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0" name="Google Shape;2950;p313"/>
              <p:cNvSpPr/>
              <p:nvPr/>
            </p:nvSpPr>
            <p:spPr>
              <a:xfrm>
                <a:off x="8290905" y="3311558"/>
                <a:ext cx="206291" cy="62343"/>
              </a:xfrm>
              <a:custGeom>
                <a:rect b="b" l="l" r="r" t="t"/>
                <a:pathLst>
                  <a:path extrusionOk="0" h="3916" w="12958">
                    <a:moveTo>
                      <a:pt x="0" y="0"/>
                    </a:moveTo>
                    <a:lnTo>
                      <a:pt x="0" y="3916"/>
                    </a:lnTo>
                    <a:lnTo>
                      <a:pt x="12957" y="3916"/>
                    </a:lnTo>
                    <a:lnTo>
                      <a:pt x="129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1" name="Google Shape;2951;p313"/>
              <p:cNvSpPr/>
              <p:nvPr/>
            </p:nvSpPr>
            <p:spPr>
              <a:xfrm>
                <a:off x="8046600" y="3187367"/>
                <a:ext cx="607682" cy="16"/>
              </a:xfrm>
              <a:custGeom>
                <a:rect b="b" l="l" r="r" t="t"/>
                <a:pathLst>
                  <a:path extrusionOk="0" fill="none" h="1" w="38171">
                    <a:moveTo>
                      <a:pt x="0" y="1"/>
                    </a:moveTo>
                    <a:lnTo>
                      <a:pt x="38170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2" name="Google Shape;2952;p313"/>
              <p:cNvSpPr/>
              <p:nvPr/>
            </p:nvSpPr>
            <p:spPr>
              <a:xfrm>
                <a:off x="8157098" y="3233493"/>
                <a:ext cx="399879" cy="16"/>
              </a:xfrm>
              <a:custGeom>
                <a:rect b="b" l="l" r="r" t="t"/>
                <a:pathLst>
                  <a:path extrusionOk="0" fill="none" h="1" w="25118">
                    <a:moveTo>
                      <a:pt x="0" y="1"/>
                    </a:moveTo>
                    <a:lnTo>
                      <a:pt x="25118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3" name="Google Shape;2953;p313"/>
              <p:cNvSpPr/>
              <p:nvPr/>
            </p:nvSpPr>
            <p:spPr>
              <a:xfrm>
                <a:off x="8157098" y="3279619"/>
                <a:ext cx="399879" cy="16"/>
              </a:xfrm>
              <a:custGeom>
                <a:rect b="b" l="l" r="r" t="t"/>
                <a:pathLst>
                  <a:path extrusionOk="0" fill="none" h="1" w="25118">
                    <a:moveTo>
                      <a:pt x="0" y="1"/>
                    </a:moveTo>
                    <a:lnTo>
                      <a:pt x="25118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4" name="Google Shape;2954;p313"/>
              <p:cNvSpPr/>
              <p:nvPr/>
            </p:nvSpPr>
            <p:spPr>
              <a:xfrm>
                <a:off x="7765786" y="3167608"/>
                <a:ext cx="346674" cy="119113"/>
              </a:xfrm>
              <a:custGeom>
                <a:rect b="b" l="l" r="r" t="t"/>
                <a:pathLst>
                  <a:path extrusionOk="0" h="7482" w="21776">
                    <a:moveTo>
                      <a:pt x="2547" y="0"/>
                    </a:moveTo>
                    <a:cubicBezTo>
                      <a:pt x="1147" y="0"/>
                      <a:pt x="1" y="1146"/>
                      <a:pt x="1" y="2547"/>
                    </a:cubicBezTo>
                    <a:lnTo>
                      <a:pt x="1" y="4935"/>
                    </a:lnTo>
                    <a:cubicBezTo>
                      <a:pt x="1" y="6335"/>
                      <a:pt x="1147" y="7481"/>
                      <a:pt x="2547" y="7481"/>
                    </a:cubicBezTo>
                    <a:lnTo>
                      <a:pt x="19229" y="7481"/>
                    </a:lnTo>
                    <a:cubicBezTo>
                      <a:pt x="20630" y="7481"/>
                      <a:pt x="21776" y="6335"/>
                      <a:pt x="21776" y="4935"/>
                    </a:cubicBezTo>
                    <a:lnTo>
                      <a:pt x="21776" y="2547"/>
                    </a:lnTo>
                    <a:cubicBezTo>
                      <a:pt x="21776" y="1146"/>
                      <a:pt x="20630" y="0"/>
                      <a:pt x="192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5" name="Google Shape;2955;p313"/>
              <p:cNvSpPr/>
              <p:nvPr/>
            </p:nvSpPr>
            <p:spPr>
              <a:xfrm>
                <a:off x="8608212" y="3167608"/>
                <a:ext cx="261518" cy="119113"/>
              </a:xfrm>
              <a:custGeom>
                <a:rect b="b" l="l" r="r" t="t"/>
                <a:pathLst>
                  <a:path extrusionOk="0" h="7482" w="16427">
                    <a:moveTo>
                      <a:pt x="2547" y="0"/>
                    </a:moveTo>
                    <a:cubicBezTo>
                      <a:pt x="1146" y="0"/>
                      <a:pt x="0" y="1146"/>
                      <a:pt x="0" y="2547"/>
                    </a:cubicBezTo>
                    <a:lnTo>
                      <a:pt x="0" y="4935"/>
                    </a:lnTo>
                    <a:cubicBezTo>
                      <a:pt x="0" y="6335"/>
                      <a:pt x="1146" y="7481"/>
                      <a:pt x="2547" y="7481"/>
                    </a:cubicBezTo>
                    <a:lnTo>
                      <a:pt x="16331" y="7481"/>
                    </a:lnTo>
                    <a:cubicBezTo>
                      <a:pt x="16427" y="2451"/>
                      <a:pt x="15345" y="318"/>
                      <a:pt x="151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6" name="Google Shape;2956;p313"/>
              <p:cNvSpPr/>
              <p:nvPr/>
            </p:nvSpPr>
            <p:spPr>
              <a:xfrm>
                <a:off x="7765786" y="3246167"/>
                <a:ext cx="346674" cy="16"/>
              </a:xfrm>
              <a:custGeom>
                <a:rect b="b" l="l" r="r" t="t"/>
                <a:pathLst>
                  <a:path extrusionOk="0" fill="none" h="1" w="21776">
                    <a:moveTo>
                      <a:pt x="1" y="1"/>
                    </a:moveTo>
                    <a:lnTo>
                      <a:pt x="21776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7" name="Google Shape;2957;p313"/>
              <p:cNvSpPr/>
              <p:nvPr/>
            </p:nvSpPr>
            <p:spPr>
              <a:xfrm>
                <a:off x="8608212" y="3246167"/>
                <a:ext cx="258477" cy="16"/>
              </a:xfrm>
              <a:custGeom>
                <a:rect b="b" l="l" r="r" t="t"/>
                <a:pathLst>
                  <a:path extrusionOk="0" fill="none" h="1" w="16236">
                    <a:moveTo>
                      <a:pt x="0" y="1"/>
                    </a:moveTo>
                    <a:lnTo>
                      <a:pt x="16236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8" name="Google Shape;2958;p313"/>
            <p:cNvGrpSpPr/>
            <p:nvPr/>
          </p:nvGrpSpPr>
          <p:grpSpPr>
            <a:xfrm flipH="1">
              <a:off x="7233551" y="1147927"/>
              <a:ext cx="1619507" cy="2609219"/>
              <a:chOff x="4881187" y="1425516"/>
              <a:chExt cx="1493734" cy="2332158"/>
            </a:xfrm>
          </p:grpSpPr>
          <p:sp>
            <p:nvSpPr>
              <p:cNvPr id="2959" name="Google Shape;2959;p313"/>
              <p:cNvSpPr/>
              <p:nvPr/>
            </p:nvSpPr>
            <p:spPr>
              <a:xfrm>
                <a:off x="5300871" y="3391714"/>
                <a:ext cx="328430" cy="151542"/>
              </a:xfrm>
              <a:custGeom>
                <a:rect b="b" l="l" r="r" t="t"/>
                <a:pathLst>
                  <a:path extrusionOk="0" h="9519" w="20630">
                    <a:moveTo>
                      <a:pt x="3821" y="0"/>
                    </a:moveTo>
                    <a:cubicBezTo>
                      <a:pt x="1720" y="0"/>
                      <a:pt x="1" y="1719"/>
                      <a:pt x="1" y="3820"/>
                    </a:cubicBezTo>
                    <a:lnTo>
                      <a:pt x="1" y="5730"/>
                    </a:lnTo>
                    <a:cubicBezTo>
                      <a:pt x="1" y="7831"/>
                      <a:pt x="1720" y="9519"/>
                      <a:pt x="3821" y="9519"/>
                    </a:cubicBezTo>
                    <a:lnTo>
                      <a:pt x="19325" y="9519"/>
                    </a:lnTo>
                    <a:cubicBezTo>
                      <a:pt x="19325" y="9519"/>
                      <a:pt x="19261" y="4361"/>
                      <a:pt x="20630" y="0"/>
                    </a:cubicBezTo>
                    <a:close/>
                  </a:path>
                </a:pathLst>
              </a:custGeom>
              <a:solidFill>
                <a:srgbClr val="CF8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0" name="Google Shape;2960;p313"/>
              <p:cNvSpPr/>
              <p:nvPr/>
            </p:nvSpPr>
            <p:spPr>
              <a:xfrm>
                <a:off x="6037863" y="1425516"/>
                <a:ext cx="337058" cy="503327"/>
              </a:xfrm>
              <a:custGeom>
                <a:rect b="b" l="l" r="r" t="t"/>
                <a:pathLst>
                  <a:path extrusionOk="0" h="31616" w="21172">
                    <a:moveTo>
                      <a:pt x="10857" y="0"/>
                    </a:moveTo>
                    <a:cubicBezTo>
                      <a:pt x="9131" y="0"/>
                      <a:pt x="7305" y="425"/>
                      <a:pt x="5476" y="1372"/>
                    </a:cubicBezTo>
                    <a:cubicBezTo>
                      <a:pt x="4076" y="2168"/>
                      <a:pt x="2898" y="3314"/>
                      <a:pt x="2070" y="4715"/>
                    </a:cubicBezTo>
                    <a:cubicBezTo>
                      <a:pt x="1" y="8439"/>
                      <a:pt x="192" y="12100"/>
                      <a:pt x="1656" y="14997"/>
                    </a:cubicBezTo>
                    <a:lnTo>
                      <a:pt x="1752" y="15156"/>
                    </a:lnTo>
                    <a:cubicBezTo>
                      <a:pt x="1784" y="15220"/>
                      <a:pt x="1815" y="15284"/>
                      <a:pt x="1847" y="15347"/>
                    </a:cubicBezTo>
                    <a:lnTo>
                      <a:pt x="10857" y="31615"/>
                    </a:lnTo>
                    <a:lnTo>
                      <a:pt x="19866" y="15316"/>
                    </a:lnTo>
                    <a:cubicBezTo>
                      <a:pt x="19898" y="15252"/>
                      <a:pt x="19929" y="15188"/>
                      <a:pt x="19961" y="15156"/>
                    </a:cubicBezTo>
                    <a:lnTo>
                      <a:pt x="19993" y="15061"/>
                    </a:lnTo>
                    <a:cubicBezTo>
                      <a:pt x="20757" y="13597"/>
                      <a:pt x="21171" y="11973"/>
                      <a:pt x="21171" y="10318"/>
                    </a:cubicBezTo>
                    <a:cubicBezTo>
                      <a:pt x="21171" y="4625"/>
                      <a:pt x="16558" y="0"/>
                      <a:pt x="10857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1" name="Google Shape;2961;p313"/>
              <p:cNvSpPr/>
              <p:nvPr/>
            </p:nvSpPr>
            <p:spPr>
              <a:xfrm>
                <a:off x="6137725" y="1515268"/>
                <a:ext cx="145461" cy="145477"/>
              </a:xfrm>
              <a:custGeom>
                <a:rect b="b" l="l" r="r" t="t"/>
                <a:pathLst>
                  <a:path extrusionOk="0" h="9138" w="9137">
                    <a:moveTo>
                      <a:pt x="4585" y="1"/>
                    </a:moveTo>
                    <a:cubicBezTo>
                      <a:pt x="2070" y="1"/>
                      <a:pt x="0" y="2038"/>
                      <a:pt x="0" y="4553"/>
                    </a:cubicBezTo>
                    <a:cubicBezTo>
                      <a:pt x="0" y="7100"/>
                      <a:pt x="2070" y="9137"/>
                      <a:pt x="4585" y="9137"/>
                    </a:cubicBezTo>
                    <a:cubicBezTo>
                      <a:pt x="7099" y="9137"/>
                      <a:pt x="9137" y="7100"/>
                      <a:pt x="9137" y="4553"/>
                    </a:cubicBezTo>
                    <a:cubicBezTo>
                      <a:pt x="9137" y="2038"/>
                      <a:pt x="7099" y="1"/>
                      <a:pt x="45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2" name="Google Shape;2962;p313"/>
              <p:cNvSpPr/>
              <p:nvPr/>
            </p:nvSpPr>
            <p:spPr>
              <a:xfrm>
                <a:off x="5590809" y="3628409"/>
                <a:ext cx="290922" cy="90744"/>
              </a:xfrm>
              <a:custGeom>
                <a:rect b="b" l="l" r="r" t="t"/>
                <a:pathLst>
                  <a:path extrusionOk="0" h="5700" w="18274">
                    <a:moveTo>
                      <a:pt x="1210" y="1"/>
                    </a:moveTo>
                    <a:lnTo>
                      <a:pt x="0" y="5477"/>
                    </a:lnTo>
                    <a:lnTo>
                      <a:pt x="18274" y="5699"/>
                    </a:lnTo>
                    <a:lnTo>
                      <a:pt x="7641" y="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3" name="Google Shape;2963;p313"/>
              <p:cNvSpPr/>
              <p:nvPr/>
            </p:nvSpPr>
            <p:spPr>
              <a:xfrm>
                <a:off x="5589790" y="3715598"/>
                <a:ext cx="291941" cy="42077"/>
              </a:xfrm>
              <a:custGeom>
                <a:rect b="b" l="l" r="r" t="t"/>
                <a:pathLst>
                  <a:path extrusionOk="0" h="2643" w="18338">
                    <a:moveTo>
                      <a:pt x="64" y="1"/>
                    </a:moveTo>
                    <a:lnTo>
                      <a:pt x="1" y="2420"/>
                    </a:lnTo>
                    <a:lnTo>
                      <a:pt x="18274" y="2643"/>
                    </a:lnTo>
                    <a:lnTo>
                      <a:pt x="18338" y="22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313"/>
              <p:cNvSpPr/>
              <p:nvPr/>
            </p:nvSpPr>
            <p:spPr>
              <a:xfrm>
                <a:off x="5717021" y="3645143"/>
                <a:ext cx="33464" cy="9138"/>
              </a:xfrm>
              <a:custGeom>
                <a:rect b="b" l="l" r="r" t="t"/>
                <a:pathLst>
                  <a:path extrusionOk="0" fill="none" h="574" w="2102">
                    <a:moveTo>
                      <a:pt x="2101" y="0"/>
                    </a:moveTo>
                    <a:lnTo>
                      <a:pt x="0" y="573"/>
                    </a:lnTo>
                  </a:path>
                </a:pathLst>
              </a:custGeom>
              <a:noFill/>
              <a:ln cap="rnd" cmpd="sng" w="143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313"/>
              <p:cNvSpPr/>
              <p:nvPr/>
            </p:nvSpPr>
            <p:spPr>
              <a:xfrm>
                <a:off x="5610074" y="3483966"/>
                <a:ext cx="113541" cy="144442"/>
              </a:xfrm>
              <a:custGeom>
                <a:rect b="b" l="l" r="r" t="t"/>
                <a:pathLst>
                  <a:path extrusionOk="0" h="9073" w="7132">
                    <a:moveTo>
                      <a:pt x="541" y="0"/>
                    </a:moveTo>
                    <a:lnTo>
                      <a:pt x="0" y="9073"/>
                    </a:lnTo>
                    <a:lnTo>
                      <a:pt x="6558" y="9073"/>
                    </a:lnTo>
                    <a:lnTo>
                      <a:pt x="7131" y="0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313"/>
              <p:cNvSpPr/>
              <p:nvPr/>
            </p:nvSpPr>
            <p:spPr>
              <a:xfrm>
                <a:off x="5581685" y="2534589"/>
                <a:ext cx="209842" cy="1047584"/>
              </a:xfrm>
              <a:custGeom>
                <a:rect b="b" l="l" r="r" t="t"/>
                <a:pathLst>
                  <a:path extrusionOk="0" h="65803" w="13181">
                    <a:moveTo>
                      <a:pt x="1592" y="1"/>
                    </a:moveTo>
                    <a:lnTo>
                      <a:pt x="0" y="65803"/>
                    </a:lnTo>
                    <a:lnTo>
                      <a:pt x="9137" y="65803"/>
                    </a:lnTo>
                    <a:lnTo>
                      <a:pt x="13180" y="1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7" name="Google Shape;2967;p313"/>
              <p:cNvSpPr/>
              <p:nvPr/>
            </p:nvSpPr>
            <p:spPr>
              <a:xfrm>
                <a:off x="5355117" y="3628409"/>
                <a:ext cx="291432" cy="90744"/>
              </a:xfrm>
              <a:custGeom>
                <a:rect b="b" l="l" r="r" t="t"/>
                <a:pathLst>
                  <a:path extrusionOk="0" h="5700" w="18306">
                    <a:moveTo>
                      <a:pt x="1210" y="1"/>
                    </a:moveTo>
                    <a:lnTo>
                      <a:pt x="0" y="5477"/>
                    </a:lnTo>
                    <a:lnTo>
                      <a:pt x="18305" y="5699"/>
                    </a:lnTo>
                    <a:lnTo>
                      <a:pt x="7641" y="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8" name="Google Shape;2968;p313"/>
              <p:cNvSpPr/>
              <p:nvPr/>
            </p:nvSpPr>
            <p:spPr>
              <a:xfrm>
                <a:off x="5354098" y="3715598"/>
                <a:ext cx="292450" cy="42077"/>
              </a:xfrm>
              <a:custGeom>
                <a:rect b="b" l="l" r="r" t="t"/>
                <a:pathLst>
                  <a:path extrusionOk="0" h="2643" w="18370">
                    <a:moveTo>
                      <a:pt x="64" y="1"/>
                    </a:moveTo>
                    <a:lnTo>
                      <a:pt x="1" y="2420"/>
                    </a:lnTo>
                    <a:lnTo>
                      <a:pt x="18306" y="2643"/>
                    </a:lnTo>
                    <a:lnTo>
                      <a:pt x="18369" y="22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9" name="Google Shape;2969;p313"/>
              <p:cNvSpPr/>
              <p:nvPr/>
            </p:nvSpPr>
            <p:spPr>
              <a:xfrm>
                <a:off x="5514272" y="3661877"/>
                <a:ext cx="33464" cy="9138"/>
              </a:xfrm>
              <a:custGeom>
                <a:rect b="b" l="l" r="r" t="t"/>
                <a:pathLst>
                  <a:path extrusionOk="0" fill="none" h="574" w="2102">
                    <a:moveTo>
                      <a:pt x="2102" y="0"/>
                    </a:moveTo>
                    <a:lnTo>
                      <a:pt x="0" y="573"/>
                    </a:lnTo>
                  </a:path>
                </a:pathLst>
              </a:custGeom>
              <a:noFill/>
              <a:ln cap="rnd" cmpd="sng" w="143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313"/>
              <p:cNvSpPr/>
              <p:nvPr/>
            </p:nvSpPr>
            <p:spPr>
              <a:xfrm>
                <a:off x="5481330" y="3645143"/>
                <a:ext cx="33464" cy="9138"/>
              </a:xfrm>
              <a:custGeom>
                <a:rect b="b" l="l" r="r" t="t"/>
                <a:pathLst>
                  <a:path extrusionOk="0" fill="none" h="574" w="2102">
                    <a:moveTo>
                      <a:pt x="2101" y="0"/>
                    </a:moveTo>
                    <a:lnTo>
                      <a:pt x="0" y="573"/>
                    </a:lnTo>
                  </a:path>
                </a:pathLst>
              </a:custGeom>
              <a:noFill/>
              <a:ln cap="rnd" cmpd="sng" w="143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1" name="Google Shape;2971;p313"/>
              <p:cNvSpPr/>
              <p:nvPr/>
            </p:nvSpPr>
            <p:spPr>
              <a:xfrm>
                <a:off x="5374367" y="3483966"/>
                <a:ext cx="123682" cy="144442"/>
              </a:xfrm>
              <a:custGeom>
                <a:rect b="b" l="l" r="r" t="t"/>
                <a:pathLst>
                  <a:path extrusionOk="0" h="9073" w="7769">
                    <a:moveTo>
                      <a:pt x="1211" y="0"/>
                    </a:moveTo>
                    <a:lnTo>
                      <a:pt x="1" y="9073"/>
                    </a:lnTo>
                    <a:lnTo>
                      <a:pt x="6559" y="9073"/>
                    </a:lnTo>
                    <a:lnTo>
                      <a:pt x="7769" y="0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2" name="Google Shape;2972;p313"/>
              <p:cNvSpPr/>
              <p:nvPr/>
            </p:nvSpPr>
            <p:spPr>
              <a:xfrm>
                <a:off x="5341424" y="2534589"/>
                <a:ext cx="365937" cy="1047584"/>
              </a:xfrm>
              <a:custGeom>
                <a:rect b="b" l="l" r="r" t="t"/>
                <a:pathLst>
                  <a:path extrusionOk="0" h="65803" w="22986">
                    <a:moveTo>
                      <a:pt x="8946" y="1"/>
                    </a:moveTo>
                    <a:lnTo>
                      <a:pt x="1" y="65803"/>
                    </a:lnTo>
                    <a:lnTo>
                      <a:pt x="9997" y="65803"/>
                    </a:lnTo>
                    <a:lnTo>
                      <a:pt x="22985" y="1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3" name="Google Shape;2973;p313"/>
              <p:cNvSpPr/>
              <p:nvPr/>
            </p:nvSpPr>
            <p:spPr>
              <a:xfrm>
                <a:off x="5593340" y="2662824"/>
                <a:ext cx="140398" cy="449565"/>
              </a:xfrm>
              <a:custGeom>
                <a:rect b="b" l="l" r="r" t="t"/>
                <a:pathLst>
                  <a:path extrusionOk="0" fill="none" h="28239" w="8819">
                    <a:moveTo>
                      <a:pt x="1" y="28238"/>
                    </a:moveTo>
                    <a:lnTo>
                      <a:pt x="5094" y="2420"/>
                    </a:lnTo>
                    <a:lnTo>
                      <a:pt x="8819" y="1"/>
                    </a:lnTo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4" name="Google Shape;2974;p313"/>
              <p:cNvSpPr/>
              <p:nvPr/>
            </p:nvSpPr>
            <p:spPr>
              <a:xfrm>
                <a:off x="5463083" y="2618227"/>
                <a:ext cx="88706" cy="69952"/>
              </a:xfrm>
              <a:custGeom>
                <a:rect b="b" l="l" r="r" t="t"/>
                <a:pathLst>
                  <a:path extrusionOk="0" fill="none" h="4394" w="5572">
                    <a:moveTo>
                      <a:pt x="0" y="4393"/>
                    </a:moveTo>
                    <a:lnTo>
                      <a:pt x="5571" y="0"/>
                    </a:lnTo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5" name="Google Shape;2975;p313"/>
              <p:cNvSpPr/>
              <p:nvPr/>
            </p:nvSpPr>
            <p:spPr>
              <a:xfrm>
                <a:off x="5701306" y="2115413"/>
                <a:ext cx="298532" cy="326742"/>
              </a:xfrm>
              <a:custGeom>
                <a:rect b="b" l="l" r="r" t="t"/>
                <a:pathLst>
                  <a:path extrusionOk="0" h="20524" w="18752">
                    <a:moveTo>
                      <a:pt x="4410" y="0"/>
                    </a:moveTo>
                    <a:cubicBezTo>
                      <a:pt x="3319" y="0"/>
                      <a:pt x="2229" y="446"/>
                      <a:pt x="1433" y="1337"/>
                    </a:cubicBezTo>
                    <a:cubicBezTo>
                      <a:pt x="0" y="2897"/>
                      <a:pt x="32" y="5317"/>
                      <a:pt x="1529" y="6845"/>
                    </a:cubicBezTo>
                    <a:lnTo>
                      <a:pt x="12448" y="19483"/>
                    </a:lnTo>
                    <a:cubicBezTo>
                      <a:pt x="13144" y="20179"/>
                      <a:pt x="14053" y="20524"/>
                      <a:pt x="14958" y="20524"/>
                    </a:cubicBezTo>
                    <a:cubicBezTo>
                      <a:pt x="15999" y="20524"/>
                      <a:pt x="17034" y="20067"/>
                      <a:pt x="17733" y="19165"/>
                    </a:cubicBezTo>
                    <a:cubicBezTo>
                      <a:pt x="18751" y="17828"/>
                      <a:pt x="18688" y="15949"/>
                      <a:pt x="17573" y="14676"/>
                    </a:cubicBezTo>
                    <a:lnTo>
                      <a:pt x="7386" y="1337"/>
                    </a:lnTo>
                    <a:cubicBezTo>
                      <a:pt x="6590" y="446"/>
                      <a:pt x="5500" y="0"/>
                      <a:pt x="4410" y="0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6" name="Google Shape;2976;p313"/>
              <p:cNvSpPr/>
              <p:nvPr/>
            </p:nvSpPr>
            <p:spPr>
              <a:xfrm>
                <a:off x="5739821" y="2056104"/>
                <a:ext cx="139396" cy="238720"/>
              </a:xfrm>
              <a:custGeom>
                <a:rect b="b" l="l" r="r" t="t"/>
                <a:pathLst>
                  <a:path extrusionOk="0" h="14995" w="8756">
                    <a:moveTo>
                      <a:pt x="1" y="1"/>
                    </a:moveTo>
                    <a:lnTo>
                      <a:pt x="2930" y="14995"/>
                    </a:lnTo>
                    <a:lnTo>
                      <a:pt x="8756" y="7991"/>
                    </a:lnTo>
                    <a:cubicBezTo>
                      <a:pt x="4967" y="637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7" name="Google Shape;2977;p313"/>
              <p:cNvSpPr/>
              <p:nvPr/>
            </p:nvSpPr>
            <p:spPr>
              <a:xfrm>
                <a:off x="5870094" y="2218810"/>
                <a:ext cx="265577" cy="210335"/>
              </a:xfrm>
              <a:custGeom>
                <a:rect b="b" l="l" r="r" t="t"/>
                <a:pathLst>
                  <a:path extrusionOk="0" h="13212" w="16682">
                    <a:moveTo>
                      <a:pt x="13912" y="1"/>
                    </a:moveTo>
                    <a:lnTo>
                      <a:pt x="0" y="8755"/>
                    </a:lnTo>
                    <a:lnTo>
                      <a:pt x="6590" y="13212"/>
                    </a:lnTo>
                    <a:lnTo>
                      <a:pt x="16682" y="2866"/>
                    </a:lnTo>
                    <a:lnTo>
                      <a:pt x="13912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8" name="Google Shape;2978;p313"/>
              <p:cNvSpPr/>
              <p:nvPr/>
            </p:nvSpPr>
            <p:spPr>
              <a:xfrm>
                <a:off x="6078416" y="2132131"/>
                <a:ext cx="158643" cy="132375"/>
              </a:xfrm>
              <a:custGeom>
                <a:rect b="b" l="l" r="r" t="t"/>
                <a:pathLst>
                  <a:path extrusionOk="0" h="8315" w="9965">
                    <a:moveTo>
                      <a:pt x="3057" y="1"/>
                    </a:moveTo>
                    <a:lnTo>
                      <a:pt x="446" y="2866"/>
                    </a:lnTo>
                    <a:cubicBezTo>
                      <a:pt x="32" y="3312"/>
                      <a:pt x="1" y="4012"/>
                      <a:pt x="351" y="4489"/>
                    </a:cubicBezTo>
                    <a:lnTo>
                      <a:pt x="1433" y="7514"/>
                    </a:lnTo>
                    <a:cubicBezTo>
                      <a:pt x="1675" y="7756"/>
                      <a:pt x="3097" y="8314"/>
                      <a:pt x="3537" y="8314"/>
                    </a:cubicBezTo>
                    <a:cubicBezTo>
                      <a:pt x="3560" y="8314"/>
                      <a:pt x="3581" y="8313"/>
                      <a:pt x="3598" y="8310"/>
                    </a:cubicBezTo>
                    <a:cubicBezTo>
                      <a:pt x="9965" y="7355"/>
                      <a:pt x="9965" y="2006"/>
                      <a:pt x="9965" y="2006"/>
                    </a:cubicBezTo>
                    <a:lnTo>
                      <a:pt x="3057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313"/>
              <p:cNvSpPr/>
              <p:nvPr/>
            </p:nvSpPr>
            <p:spPr>
              <a:xfrm>
                <a:off x="6117950" y="2088600"/>
                <a:ext cx="68950" cy="81049"/>
              </a:xfrm>
              <a:custGeom>
                <a:rect b="b" l="l" r="r" t="t"/>
                <a:pathLst>
                  <a:path extrusionOk="0" h="5091" w="4331">
                    <a:moveTo>
                      <a:pt x="3275" y="1"/>
                    </a:moveTo>
                    <a:cubicBezTo>
                      <a:pt x="2972" y="1"/>
                      <a:pt x="2676" y="142"/>
                      <a:pt x="2484" y="411"/>
                    </a:cubicBezTo>
                    <a:lnTo>
                      <a:pt x="1" y="3626"/>
                    </a:lnTo>
                    <a:lnTo>
                      <a:pt x="1752" y="5091"/>
                    </a:lnTo>
                    <a:lnTo>
                      <a:pt x="4012" y="1557"/>
                    </a:lnTo>
                    <a:cubicBezTo>
                      <a:pt x="4330" y="1143"/>
                      <a:pt x="4267" y="538"/>
                      <a:pt x="3853" y="188"/>
                    </a:cubicBezTo>
                    <a:cubicBezTo>
                      <a:pt x="3676" y="62"/>
                      <a:pt x="3474" y="1"/>
                      <a:pt x="3275" y="1"/>
                    </a:cubicBezTo>
                    <a:close/>
                  </a:path>
                </a:pathLst>
              </a:custGeom>
              <a:solidFill>
                <a:srgbClr val="E9B0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0" name="Google Shape;2980;p313"/>
              <p:cNvSpPr/>
              <p:nvPr/>
            </p:nvSpPr>
            <p:spPr>
              <a:xfrm>
                <a:off x="6165094" y="2135395"/>
                <a:ext cx="73503" cy="76830"/>
              </a:xfrm>
              <a:custGeom>
                <a:rect b="b" l="l" r="r" t="t"/>
                <a:pathLst>
                  <a:path extrusionOk="0" h="4826" w="4617">
                    <a:moveTo>
                      <a:pt x="3652" y="1"/>
                    </a:moveTo>
                    <a:cubicBezTo>
                      <a:pt x="3383" y="1"/>
                      <a:pt x="3119" y="113"/>
                      <a:pt x="2929" y="337"/>
                    </a:cubicBezTo>
                    <a:lnTo>
                      <a:pt x="0" y="3234"/>
                    </a:lnTo>
                    <a:lnTo>
                      <a:pt x="1465" y="4826"/>
                    </a:lnTo>
                    <a:lnTo>
                      <a:pt x="4234" y="1610"/>
                    </a:lnTo>
                    <a:cubicBezTo>
                      <a:pt x="4616" y="1228"/>
                      <a:pt x="4616" y="655"/>
                      <a:pt x="4298" y="241"/>
                    </a:cubicBezTo>
                    <a:cubicBezTo>
                      <a:pt x="4108" y="81"/>
                      <a:pt x="3879" y="1"/>
                      <a:pt x="3652" y="1"/>
                    </a:cubicBezTo>
                    <a:close/>
                  </a:path>
                </a:pathLst>
              </a:custGeom>
              <a:solidFill>
                <a:srgbClr val="E9B0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1" name="Google Shape;2981;p313"/>
              <p:cNvSpPr/>
              <p:nvPr/>
            </p:nvSpPr>
            <p:spPr>
              <a:xfrm>
                <a:off x="6147358" y="2106592"/>
                <a:ext cx="71974" cy="75731"/>
              </a:xfrm>
              <a:custGeom>
                <a:rect b="b" l="l" r="r" t="t"/>
                <a:pathLst>
                  <a:path extrusionOk="0" h="4757" w="4521">
                    <a:moveTo>
                      <a:pt x="3516" y="0"/>
                    </a:moveTo>
                    <a:cubicBezTo>
                      <a:pt x="3246" y="0"/>
                      <a:pt x="2972" y="112"/>
                      <a:pt x="2770" y="331"/>
                    </a:cubicBezTo>
                    <a:lnTo>
                      <a:pt x="0" y="3069"/>
                    </a:lnTo>
                    <a:lnTo>
                      <a:pt x="1560" y="4756"/>
                    </a:lnTo>
                    <a:lnTo>
                      <a:pt x="4171" y="1668"/>
                    </a:lnTo>
                    <a:cubicBezTo>
                      <a:pt x="4521" y="1286"/>
                      <a:pt x="4521" y="682"/>
                      <a:pt x="4171" y="268"/>
                    </a:cubicBezTo>
                    <a:cubicBezTo>
                      <a:pt x="3991" y="88"/>
                      <a:pt x="3755" y="0"/>
                      <a:pt x="3516" y="0"/>
                    </a:cubicBezTo>
                    <a:close/>
                  </a:path>
                </a:pathLst>
              </a:custGeom>
              <a:solidFill>
                <a:srgbClr val="E9B0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2" name="Google Shape;2982;p313"/>
              <p:cNvSpPr/>
              <p:nvPr/>
            </p:nvSpPr>
            <p:spPr>
              <a:xfrm>
                <a:off x="6159012" y="2021633"/>
                <a:ext cx="80094" cy="211863"/>
              </a:xfrm>
              <a:custGeom>
                <a:rect b="b" l="l" r="r" t="t"/>
                <a:pathLst>
                  <a:path extrusionOk="0" h="13308" w="5031">
                    <a:moveTo>
                      <a:pt x="3916" y="1"/>
                    </a:moveTo>
                    <a:lnTo>
                      <a:pt x="2070" y="5636"/>
                    </a:lnTo>
                    <a:lnTo>
                      <a:pt x="0" y="13212"/>
                    </a:lnTo>
                    <a:lnTo>
                      <a:pt x="1178" y="13308"/>
                    </a:lnTo>
                    <a:lnTo>
                      <a:pt x="5030" y="7259"/>
                    </a:lnTo>
                    <a:lnTo>
                      <a:pt x="5030" y="64"/>
                    </a:lnTo>
                    <a:lnTo>
                      <a:pt x="3916" y="1"/>
                    </a:lnTo>
                    <a:close/>
                  </a:path>
                </a:pathLst>
              </a:custGeom>
              <a:solidFill>
                <a:srgbClr val="3643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313"/>
              <p:cNvSpPr/>
              <p:nvPr/>
            </p:nvSpPr>
            <p:spPr>
              <a:xfrm>
                <a:off x="6114909" y="2022397"/>
                <a:ext cx="187538" cy="211227"/>
              </a:xfrm>
              <a:custGeom>
                <a:rect b="b" l="l" r="r" t="t"/>
                <a:pathLst>
                  <a:path extrusionOk="0" h="13268" w="11780">
                    <a:moveTo>
                      <a:pt x="7757" y="1"/>
                    </a:moveTo>
                    <a:cubicBezTo>
                      <a:pt x="7577" y="1"/>
                      <a:pt x="7402" y="80"/>
                      <a:pt x="7291" y="239"/>
                    </a:cubicBezTo>
                    <a:lnTo>
                      <a:pt x="224" y="9058"/>
                    </a:lnTo>
                    <a:cubicBezTo>
                      <a:pt x="1" y="9312"/>
                      <a:pt x="1" y="9694"/>
                      <a:pt x="224" y="9949"/>
                    </a:cubicBezTo>
                    <a:lnTo>
                      <a:pt x="3471" y="13005"/>
                    </a:lnTo>
                    <a:cubicBezTo>
                      <a:pt x="3614" y="13180"/>
                      <a:pt x="3821" y="13268"/>
                      <a:pt x="4028" y="13268"/>
                    </a:cubicBezTo>
                    <a:cubicBezTo>
                      <a:pt x="4235" y="13268"/>
                      <a:pt x="4442" y="13180"/>
                      <a:pt x="4585" y="13005"/>
                    </a:cubicBezTo>
                    <a:lnTo>
                      <a:pt x="11620" y="4250"/>
                    </a:lnTo>
                    <a:cubicBezTo>
                      <a:pt x="11780" y="4028"/>
                      <a:pt x="11780" y="3709"/>
                      <a:pt x="11620" y="3486"/>
                    </a:cubicBezTo>
                    <a:lnTo>
                      <a:pt x="8246" y="239"/>
                    </a:lnTo>
                    <a:cubicBezTo>
                      <a:pt x="8119" y="80"/>
                      <a:pt x="7936" y="1"/>
                      <a:pt x="7757" y="1"/>
                    </a:cubicBezTo>
                    <a:close/>
                  </a:path>
                </a:pathLst>
              </a:custGeom>
              <a:solidFill>
                <a:srgbClr val="05090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313"/>
              <p:cNvSpPr/>
              <p:nvPr/>
            </p:nvSpPr>
            <p:spPr>
              <a:xfrm>
                <a:off x="6098191" y="2021760"/>
                <a:ext cx="187538" cy="210733"/>
              </a:xfrm>
              <a:custGeom>
                <a:rect b="b" l="l" r="r" t="t"/>
                <a:pathLst>
                  <a:path extrusionOk="0" h="13237" w="11780">
                    <a:moveTo>
                      <a:pt x="7736" y="1"/>
                    </a:moveTo>
                    <a:cubicBezTo>
                      <a:pt x="7561" y="1"/>
                      <a:pt x="7386" y="72"/>
                      <a:pt x="7259" y="216"/>
                    </a:cubicBezTo>
                    <a:lnTo>
                      <a:pt x="191" y="9034"/>
                    </a:lnTo>
                    <a:cubicBezTo>
                      <a:pt x="0" y="9289"/>
                      <a:pt x="0" y="9671"/>
                      <a:pt x="191" y="9925"/>
                    </a:cubicBezTo>
                    <a:lnTo>
                      <a:pt x="3438" y="12950"/>
                    </a:lnTo>
                    <a:cubicBezTo>
                      <a:pt x="3582" y="13141"/>
                      <a:pt x="3789" y="13236"/>
                      <a:pt x="3999" y="13236"/>
                    </a:cubicBezTo>
                    <a:cubicBezTo>
                      <a:pt x="4210" y="13236"/>
                      <a:pt x="4425" y="13141"/>
                      <a:pt x="4584" y="12950"/>
                    </a:cubicBezTo>
                    <a:lnTo>
                      <a:pt x="11588" y="4195"/>
                    </a:lnTo>
                    <a:cubicBezTo>
                      <a:pt x="11779" y="4004"/>
                      <a:pt x="11779" y="3686"/>
                      <a:pt x="11588" y="3463"/>
                    </a:cubicBezTo>
                    <a:lnTo>
                      <a:pt x="8214" y="216"/>
                    </a:lnTo>
                    <a:cubicBezTo>
                      <a:pt x="8086" y="72"/>
                      <a:pt x="7911" y="1"/>
                      <a:pt x="77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313"/>
              <p:cNvSpPr/>
              <p:nvPr/>
            </p:nvSpPr>
            <p:spPr>
              <a:xfrm>
                <a:off x="6075375" y="2108184"/>
                <a:ext cx="57280" cy="111647"/>
              </a:xfrm>
              <a:custGeom>
                <a:rect b="b" l="l" r="r" t="t"/>
                <a:pathLst>
                  <a:path extrusionOk="0" h="7013" w="3598">
                    <a:moveTo>
                      <a:pt x="2509" y="1"/>
                    </a:moveTo>
                    <a:cubicBezTo>
                      <a:pt x="2038" y="1"/>
                      <a:pt x="1690" y="314"/>
                      <a:pt x="1370" y="868"/>
                    </a:cubicBezTo>
                    <a:cubicBezTo>
                      <a:pt x="701" y="1919"/>
                      <a:pt x="287" y="3097"/>
                      <a:pt x="128" y="4338"/>
                    </a:cubicBezTo>
                    <a:cubicBezTo>
                      <a:pt x="1" y="5357"/>
                      <a:pt x="446" y="6407"/>
                      <a:pt x="1306" y="7012"/>
                    </a:cubicBezTo>
                    <a:lnTo>
                      <a:pt x="2165" y="6949"/>
                    </a:lnTo>
                    <a:cubicBezTo>
                      <a:pt x="3566" y="4306"/>
                      <a:pt x="2898" y="2555"/>
                      <a:pt x="2898" y="2555"/>
                    </a:cubicBezTo>
                    <a:lnTo>
                      <a:pt x="3502" y="1186"/>
                    </a:lnTo>
                    <a:cubicBezTo>
                      <a:pt x="3598" y="613"/>
                      <a:pt x="3184" y="104"/>
                      <a:pt x="2643" y="9"/>
                    </a:cubicBezTo>
                    <a:cubicBezTo>
                      <a:pt x="2597" y="3"/>
                      <a:pt x="2553" y="1"/>
                      <a:pt x="2509" y="1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6" name="Google Shape;2986;p313"/>
              <p:cNvSpPr/>
              <p:nvPr/>
            </p:nvSpPr>
            <p:spPr>
              <a:xfrm>
                <a:off x="5458514" y="2028734"/>
                <a:ext cx="357818" cy="505810"/>
              </a:xfrm>
              <a:custGeom>
                <a:rect b="b" l="l" r="r" t="t"/>
                <a:pathLst>
                  <a:path extrusionOk="0" h="31772" w="22476">
                    <a:moveTo>
                      <a:pt x="12416" y="0"/>
                    </a:moveTo>
                    <a:lnTo>
                      <a:pt x="8309" y="319"/>
                    </a:lnTo>
                    <a:cubicBezTo>
                      <a:pt x="8309" y="319"/>
                      <a:pt x="4553" y="1178"/>
                      <a:pt x="1879" y="2547"/>
                    </a:cubicBezTo>
                    <a:cubicBezTo>
                      <a:pt x="192" y="3375"/>
                      <a:pt x="1" y="5221"/>
                      <a:pt x="223" y="7100"/>
                    </a:cubicBezTo>
                    <a:lnTo>
                      <a:pt x="1592" y="31772"/>
                    </a:lnTo>
                    <a:lnTo>
                      <a:pt x="20916" y="31772"/>
                    </a:lnTo>
                    <a:lnTo>
                      <a:pt x="22285" y="7959"/>
                    </a:lnTo>
                    <a:cubicBezTo>
                      <a:pt x="22476" y="5317"/>
                      <a:pt x="20916" y="2770"/>
                      <a:pt x="18433" y="1911"/>
                    </a:cubicBezTo>
                    <a:cubicBezTo>
                      <a:pt x="15663" y="987"/>
                      <a:pt x="13912" y="64"/>
                      <a:pt x="12416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7" name="Google Shape;2987;p313"/>
              <p:cNvSpPr/>
              <p:nvPr/>
            </p:nvSpPr>
            <p:spPr>
              <a:xfrm>
                <a:off x="5806741" y="2154947"/>
                <a:ext cx="6591" cy="115563"/>
              </a:xfrm>
              <a:custGeom>
                <a:rect b="b" l="l" r="r" t="t"/>
                <a:pathLst>
                  <a:path extrusionOk="0" fill="none" h="7259" w="414">
                    <a:moveTo>
                      <a:pt x="0" y="7259"/>
                    </a:moveTo>
                    <a:lnTo>
                      <a:pt x="414" y="0"/>
                    </a:lnTo>
                  </a:path>
                </a:pathLst>
              </a:custGeom>
              <a:solidFill>
                <a:srgbClr val="351C75"/>
              </a:solidFill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8" name="Google Shape;2988;p313"/>
              <p:cNvSpPr/>
              <p:nvPr/>
            </p:nvSpPr>
            <p:spPr>
              <a:xfrm>
                <a:off x="5555335" y="2033797"/>
                <a:ext cx="189559" cy="52695"/>
              </a:xfrm>
              <a:custGeom>
                <a:rect b="b" l="l" r="r" t="t"/>
                <a:pathLst>
                  <a:path extrusionOk="0" h="3310" w="11907">
                    <a:moveTo>
                      <a:pt x="2228" y="1"/>
                    </a:moveTo>
                    <a:lnTo>
                      <a:pt x="0" y="606"/>
                    </a:lnTo>
                    <a:cubicBezTo>
                      <a:pt x="0" y="606"/>
                      <a:pt x="1406" y="3310"/>
                      <a:pt x="6337" y="3310"/>
                    </a:cubicBezTo>
                    <a:cubicBezTo>
                      <a:pt x="6756" y="3310"/>
                      <a:pt x="7201" y="3290"/>
                      <a:pt x="7672" y="3248"/>
                    </a:cubicBezTo>
                    <a:cubicBezTo>
                      <a:pt x="11906" y="2866"/>
                      <a:pt x="10219" y="829"/>
                      <a:pt x="10219" y="829"/>
                    </a:cubicBezTo>
                    <a:lnTo>
                      <a:pt x="8118" y="65"/>
                    </a:lnTo>
                    <a:lnTo>
                      <a:pt x="2228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9" name="Google Shape;2989;p313"/>
              <p:cNvSpPr/>
              <p:nvPr/>
            </p:nvSpPr>
            <p:spPr>
              <a:xfrm>
                <a:off x="5240559" y="2259363"/>
                <a:ext cx="218454" cy="280781"/>
              </a:xfrm>
              <a:custGeom>
                <a:rect b="b" l="l" r="r" t="t"/>
                <a:pathLst>
                  <a:path extrusionOk="0" h="17637" w="13722">
                    <a:moveTo>
                      <a:pt x="3725" y="0"/>
                    </a:moveTo>
                    <a:lnTo>
                      <a:pt x="1" y="6845"/>
                    </a:lnTo>
                    <a:lnTo>
                      <a:pt x="11047" y="17637"/>
                    </a:lnTo>
                    <a:lnTo>
                      <a:pt x="13721" y="14708"/>
                    </a:lnTo>
                    <a:lnTo>
                      <a:pt x="3725" y="0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0" name="Google Shape;2990;p313"/>
              <p:cNvSpPr/>
              <p:nvPr/>
            </p:nvSpPr>
            <p:spPr>
              <a:xfrm>
                <a:off x="5415939" y="2435826"/>
                <a:ext cx="197169" cy="148199"/>
              </a:xfrm>
              <a:custGeom>
                <a:rect b="b" l="l" r="r" t="t"/>
                <a:pathLst>
                  <a:path extrusionOk="0" h="9309" w="12385">
                    <a:moveTo>
                      <a:pt x="7258" y="0"/>
                    </a:moveTo>
                    <a:cubicBezTo>
                      <a:pt x="7087" y="0"/>
                      <a:pt x="6910" y="57"/>
                      <a:pt x="6749" y="187"/>
                    </a:cubicBezTo>
                    <a:lnTo>
                      <a:pt x="2547" y="3466"/>
                    </a:lnTo>
                    <a:lnTo>
                      <a:pt x="0" y="6554"/>
                    </a:lnTo>
                    <a:cubicBezTo>
                      <a:pt x="1582" y="7919"/>
                      <a:pt x="2780" y="8325"/>
                      <a:pt x="3655" y="8325"/>
                    </a:cubicBezTo>
                    <a:cubicBezTo>
                      <a:pt x="4066" y="8325"/>
                      <a:pt x="4406" y="8236"/>
                      <a:pt x="4680" y="8114"/>
                    </a:cubicBezTo>
                    <a:cubicBezTo>
                      <a:pt x="4776" y="8145"/>
                      <a:pt x="4903" y="8209"/>
                      <a:pt x="4999" y="8241"/>
                    </a:cubicBezTo>
                    <a:lnTo>
                      <a:pt x="8532" y="9260"/>
                    </a:lnTo>
                    <a:cubicBezTo>
                      <a:pt x="8623" y="9293"/>
                      <a:pt x="8715" y="9308"/>
                      <a:pt x="8806" y="9308"/>
                    </a:cubicBezTo>
                    <a:cubicBezTo>
                      <a:pt x="9065" y="9308"/>
                      <a:pt x="9306" y="9177"/>
                      <a:pt x="9424" y="8941"/>
                    </a:cubicBezTo>
                    <a:cubicBezTo>
                      <a:pt x="9519" y="8687"/>
                      <a:pt x="9583" y="8337"/>
                      <a:pt x="8882" y="7986"/>
                    </a:cubicBezTo>
                    <a:lnTo>
                      <a:pt x="8882" y="7986"/>
                    </a:lnTo>
                    <a:lnTo>
                      <a:pt x="9583" y="8336"/>
                    </a:lnTo>
                    <a:cubicBezTo>
                      <a:pt x="9664" y="8369"/>
                      <a:pt x="9751" y="8385"/>
                      <a:pt x="9838" y="8385"/>
                    </a:cubicBezTo>
                    <a:cubicBezTo>
                      <a:pt x="10095" y="8385"/>
                      <a:pt x="10355" y="8248"/>
                      <a:pt x="10474" y="7986"/>
                    </a:cubicBezTo>
                    <a:cubicBezTo>
                      <a:pt x="10633" y="7668"/>
                      <a:pt x="10442" y="7286"/>
                      <a:pt x="10060" y="7031"/>
                    </a:cubicBezTo>
                    <a:lnTo>
                      <a:pt x="10060" y="7031"/>
                    </a:lnTo>
                    <a:lnTo>
                      <a:pt x="10570" y="7222"/>
                    </a:lnTo>
                    <a:cubicBezTo>
                      <a:pt x="10661" y="7261"/>
                      <a:pt x="10757" y="7279"/>
                      <a:pt x="10851" y="7279"/>
                    </a:cubicBezTo>
                    <a:cubicBezTo>
                      <a:pt x="11148" y="7279"/>
                      <a:pt x="11428" y="7099"/>
                      <a:pt x="11525" y="6808"/>
                    </a:cubicBezTo>
                    <a:cubicBezTo>
                      <a:pt x="11652" y="6458"/>
                      <a:pt x="11461" y="6076"/>
                      <a:pt x="11143" y="5917"/>
                    </a:cubicBezTo>
                    <a:lnTo>
                      <a:pt x="10379" y="5503"/>
                    </a:lnTo>
                    <a:lnTo>
                      <a:pt x="11270" y="5726"/>
                    </a:lnTo>
                    <a:cubicBezTo>
                      <a:pt x="11349" y="5750"/>
                      <a:pt x="11430" y="5762"/>
                      <a:pt x="11510" y="5762"/>
                    </a:cubicBezTo>
                    <a:cubicBezTo>
                      <a:pt x="11853" y="5762"/>
                      <a:pt x="12186" y="5552"/>
                      <a:pt x="12289" y="5217"/>
                    </a:cubicBezTo>
                    <a:cubicBezTo>
                      <a:pt x="12384" y="4835"/>
                      <a:pt x="12225" y="4453"/>
                      <a:pt x="11875" y="4293"/>
                    </a:cubicBezTo>
                    <a:lnTo>
                      <a:pt x="7609" y="2129"/>
                    </a:lnTo>
                    <a:lnTo>
                      <a:pt x="8023" y="1174"/>
                    </a:lnTo>
                    <a:cubicBezTo>
                      <a:pt x="8289" y="569"/>
                      <a:pt x="7801" y="0"/>
                      <a:pt x="7258" y="0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1" name="Google Shape;2991;p313"/>
              <p:cNvSpPr/>
              <p:nvPr/>
            </p:nvSpPr>
            <p:spPr>
              <a:xfrm>
                <a:off x="5545192" y="2506710"/>
                <a:ext cx="40055" cy="18770"/>
              </a:xfrm>
              <a:custGeom>
                <a:rect b="b" l="l" r="r" t="t"/>
                <a:pathLst>
                  <a:path extrusionOk="0" fill="none" h="1179" w="2516">
                    <a:moveTo>
                      <a:pt x="2515" y="1179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313"/>
              <p:cNvSpPr/>
              <p:nvPr/>
            </p:nvSpPr>
            <p:spPr>
              <a:xfrm>
                <a:off x="5535560" y="2530529"/>
                <a:ext cx="39036" cy="16238"/>
              </a:xfrm>
              <a:custGeom>
                <a:rect b="b" l="l" r="r" t="t"/>
                <a:pathLst>
                  <a:path extrusionOk="0" fill="none" h="1020" w="2452">
                    <a:moveTo>
                      <a:pt x="2452" y="1020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3" name="Google Shape;2993;p313"/>
              <p:cNvSpPr/>
              <p:nvPr/>
            </p:nvSpPr>
            <p:spPr>
              <a:xfrm>
                <a:off x="5528459" y="2551323"/>
                <a:ext cx="32970" cy="12672"/>
              </a:xfrm>
              <a:custGeom>
                <a:rect b="b" l="l" r="r" t="t"/>
                <a:pathLst>
                  <a:path extrusionOk="0" fill="none" h="796" w="2071">
                    <a:moveTo>
                      <a:pt x="2070" y="79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4" name="Google Shape;2994;p313"/>
              <p:cNvSpPr/>
              <p:nvPr/>
            </p:nvSpPr>
            <p:spPr>
              <a:xfrm>
                <a:off x="5217250" y="2085925"/>
                <a:ext cx="332473" cy="299694"/>
              </a:xfrm>
              <a:custGeom>
                <a:rect b="b" l="l" r="r" t="t"/>
                <a:pathLst>
                  <a:path extrusionOk="0" h="18825" w="20884">
                    <a:moveTo>
                      <a:pt x="16342" y="1"/>
                    </a:moveTo>
                    <a:cubicBezTo>
                      <a:pt x="15241" y="1"/>
                      <a:pt x="14149" y="445"/>
                      <a:pt x="13371" y="1311"/>
                    </a:cubicBezTo>
                    <a:lnTo>
                      <a:pt x="1433" y="12994"/>
                    </a:lnTo>
                    <a:cubicBezTo>
                      <a:pt x="0" y="14554"/>
                      <a:pt x="287" y="17037"/>
                      <a:pt x="2069" y="18215"/>
                    </a:cubicBezTo>
                    <a:cubicBezTo>
                      <a:pt x="2671" y="18625"/>
                      <a:pt x="3355" y="18824"/>
                      <a:pt x="4035" y="18824"/>
                    </a:cubicBezTo>
                    <a:cubicBezTo>
                      <a:pt x="4939" y="18824"/>
                      <a:pt x="5836" y="18473"/>
                      <a:pt x="6526" y="17801"/>
                    </a:cubicBezTo>
                    <a:lnTo>
                      <a:pt x="19197" y="6850"/>
                    </a:lnTo>
                    <a:cubicBezTo>
                      <a:pt x="20884" y="5131"/>
                      <a:pt x="20725" y="2362"/>
                      <a:pt x="18846" y="865"/>
                    </a:cubicBezTo>
                    <a:cubicBezTo>
                      <a:pt x="18110" y="285"/>
                      <a:pt x="17223" y="1"/>
                      <a:pt x="16342" y="1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313"/>
              <p:cNvSpPr/>
              <p:nvPr/>
            </p:nvSpPr>
            <p:spPr>
              <a:xfrm>
                <a:off x="5339912" y="2051040"/>
                <a:ext cx="223517" cy="249864"/>
              </a:xfrm>
              <a:custGeom>
                <a:rect b="b" l="l" r="r" t="t"/>
                <a:pathLst>
                  <a:path extrusionOk="0" h="15695" w="14040">
                    <a:moveTo>
                      <a:pt x="12066" y="0"/>
                    </a:moveTo>
                    <a:cubicBezTo>
                      <a:pt x="12066" y="0"/>
                      <a:pt x="5444" y="1305"/>
                      <a:pt x="0" y="8182"/>
                    </a:cubicBezTo>
                    <a:lnTo>
                      <a:pt x="5762" y="15695"/>
                    </a:lnTo>
                    <a:lnTo>
                      <a:pt x="14039" y="9773"/>
                    </a:lnTo>
                    <a:lnTo>
                      <a:pt x="12066" y="0"/>
                    </a:ln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313"/>
              <p:cNvSpPr/>
              <p:nvPr/>
            </p:nvSpPr>
            <p:spPr>
              <a:xfrm>
                <a:off x="5476251" y="2214256"/>
                <a:ext cx="76543" cy="54749"/>
              </a:xfrm>
              <a:custGeom>
                <a:rect b="b" l="l" r="r" t="t"/>
                <a:pathLst>
                  <a:path extrusionOk="0" fill="none" h="3439" w="4808">
                    <a:moveTo>
                      <a:pt x="1" y="3438"/>
                    </a:moveTo>
                    <a:lnTo>
                      <a:pt x="4808" y="0"/>
                    </a:lnTo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313"/>
              <p:cNvSpPr/>
              <p:nvPr/>
            </p:nvSpPr>
            <p:spPr>
              <a:xfrm>
                <a:off x="5711958" y="1703831"/>
                <a:ext cx="78056" cy="103400"/>
              </a:xfrm>
              <a:custGeom>
                <a:rect b="b" l="l" r="r" t="t"/>
                <a:pathLst>
                  <a:path extrusionOk="0" h="6495" w="4903">
                    <a:moveTo>
                      <a:pt x="2674" y="0"/>
                    </a:moveTo>
                    <a:lnTo>
                      <a:pt x="0" y="414"/>
                    </a:lnTo>
                    <a:lnTo>
                      <a:pt x="3088" y="6495"/>
                    </a:lnTo>
                    <a:cubicBezTo>
                      <a:pt x="4903" y="1974"/>
                      <a:pt x="2674" y="0"/>
                      <a:pt x="2674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313"/>
              <p:cNvSpPr/>
              <p:nvPr/>
            </p:nvSpPr>
            <p:spPr>
              <a:xfrm>
                <a:off x="5494497" y="1712381"/>
                <a:ext cx="99357" cy="193173"/>
              </a:xfrm>
              <a:custGeom>
                <a:rect b="b" l="l" r="r" t="t"/>
                <a:pathLst>
                  <a:path extrusionOk="0" h="12134" w="6241">
                    <a:moveTo>
                      <a:pt x="3677" y="0"/>
                    </a:moveTo>
                    <a:cubicBezTo>
                      <a:pt x="3172" y="0"/>
                      <a:pt x="1108" y="220"/>
                      <a:pt x="606" y="3761"/>
                    </a:cubicBezTo>
                    <a:cubicBezTo>
                      <a:pt x="1" y="7772"/>
                      <a:pt x="2993" y="10192"/>
                      <a:pt x="6240" y="12134"/>
                    </a:cubicBezTo>
                    <a:lnTo>
                      <a:pt x="3789" y="5"/>
                    </a:lnTo>
                    <a:cubicBezTo>
                      <a:pt x="3789" y="5"/>
                      <a:pt x="3749" y="0"/>
                      <a:pt x="3677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313"/>
              <p:cNvSpPr/>
              <p:nvPr/>
            </p:nvSpPr>
            <p:spPr>
              <a:xfrm>
                <a:off x="5522376" y="1672401"/>
                <a:ext cx="238720" cy="244308"/>
              </a:xfrm>
              <a:custGeom>
                <a:rect b="b" l="l" r="r" t="t"/>
                <a:pathLst>
                  <a:path extrusionOk="0" h="15346" w="14995">
                    <a:moveTo>
                      <a:pt x="7482" y="1"/>
                    </a:moveTo>
                    <a:cubicBezTo>
                      <a:pt x="3343" y="1"/>
                      <a:pt x="1" y="3439"/>
                      <a:pt x="1" y="7673"/>
                    </a:cubicBezTo>
                    <a:cubicBezTo>
                      <a:pt x="1" y="11907"/>
                      <a:pt x="3343" y="15345"/>
                      <a:pt x="7482" y="15345"/>
                    </a:cubicBezTo>
                    <a:cubicBezTo>
                      <a:pt x="11652" y="15345"/>
                      <a:pt x="14995" y="11907"/>
                      <a:pt x="14995" y="7673"/>
                    </a:cubicBezTo>
                    <a:cubicBezTo>
                      <a:pt x="14995" y="3439"/>
                      <a:pt x="11652" y="1"/>
                      <a:pt x="7482" y="1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0" name="Google Shape;3000;p313"/>
              <p:cNvSpPr/>
              <p:nvPr/>
            </p:nvSpPr>
            <p:spPr>
              <a:xfrm>
                <a:off x="5712961" y="1807005"/>
                <a:ext cx="68950" cy="60783"/>
              </a:xfrm>
              <a:custGeom>
                <a:rect b="b" l="l" r="r" t="t"/>
                <a:pathLst>
                  <a:path extrusionOk="0" h="3818" w="4331">
                    <a:moveTo>
                      <a:pt x="2162" y="0"/>
                    </a:moveTo>
                    <a:cubicBezTo>
                      <a:pt x="1460" y="0"/>
                      <a:pt x="794" y="389"/>
                      <a:pt x="478" y="1065"/>
                    </a:cubicBezTo>
                    <a:cubicBezTo>
                      <a:pt x="1" y="2020"/>
                      <a:pt x="383" y="3135"/>
                      <a:pt x="1338" y="3612"/>
                    </a:cubicBezTo>
                    <a:cubicBezTo>
                      <a:pt x="1607" y="3751"/>
                      <a:pt x="1896" y="3818"/>
                      <a:pt x="2181" y="3818"/>
                    </a:cubicBezTo>
                    <a:cubicBezTo>
                      <a:pt x="2873" y="3818"/>
                      <a:pt x="3546" y="3429"/>
                      <a:pt x="3885" y="2752"/>
                    </a:cubicBezTo>
                    <a:cubicBezTo>
                      <a:pt x="4330" y="1797"/>
                      <a:pt x="3948" y="683"/>
                      <a:pt x="3025" y="206"/>
                    </a:cubicBezTo>
                    <a:cubicBezTo>
                      <a:pt x="2746" y="66"/>
                      <a:pt x="2451" y="0"/>
                      <a:pt x="2162" y="0"/>
                    </a:cubicBezTo>
                    <a:close/>
                  </a:path>
                </a:pathLst>
              </a:custGeom>
              <a:solidFill>
                <a:srgbClr val="DD81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1" name="Google Shape;3001;p313"/>
              <p:cNvSpPr/>
              <p:nvPr/>
            </p:nvSpPr>
            <p:spPr>
              <a:xfrm>
                <a:off x="5588277" y="1843721"/>
                <a:ext cx="98338" cy="205272"/>
              </a:xfrm>
              <a:custGeom>
                <a:rect b="b" l="l" r="r" t="t"/>
                <a:pathLst>
                  <a:path extrusionOk="0" h="12894" w="6177">
                    <a:moveTo>
                      <a:pt x="446" y="1"/>
                    </a:moveTo>
                    <a:lnTo>
                      <a:pt x="0" y="11875"/>
                    </a:lnTo>
                    <a:lnTo>
                      <a:pt x="6176" y="12894"/>
                    </a:lnTo>
                    <a:lnTo>
                      <a:pt x="6081" y="4617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2" name="Google Shape;3002;p313"/>
              <p:cNvSpPr/>
              <p:nvPr/>
            </p:nvSpPr>
            <p:spPr>
              <a:xfrm>
                <a:off x="5616666" y="1916723"/>
                <a:ext cx="71465" cy="67421"/>
              </a:xfrm>
              <a:custGeom>
                <a:rect b="b" l="l" r="r" t="t"/>
                <a:pathLst>
                  <a:path extrusionOk="0" h="4235" w="4489">
                    <a:moveTo>
                      <a:pt x="0" y="0"/>
                    </a:moveTo>
                    <a:lnTo>
                      <a:pt x="4361" y="4234"/>
                    </a:lnTo>
                    <a:lnTo>
                      <a:pt x="4489" y="7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313"/>
              <p:cNvSpPr/>
              <p:nvPr/>
            </p:nvSpPr>
            <p:spPr>
              <a:xfrm>
                <a:off x="5567276" y="1703847"/>
                <a:ext cx="206005" cy="238816"/>
              </a:xfrm>
              <a:custGeom>
                <a:rect b="b" l="l" r="r" t="t"/>
                <a:pathLst>
                  <a:path extrusionOk="0" h="15001" w="12940">
                    <a:moveTo>
                      <a:pt x="6865" y="0"/>
                    </a:moveTo>
                    <a:cubicBezTo>
                      <a:pt x="3337" y="0"/>
                      <a:pt x="0" y="3307"/>
                      <a:pt x="1192" y="9200"/>
                    </a:cubicBezTo>
                    <a:cubicBezTo>
                      <a:pt x="2306" y="14834"/>
                      <a:pt x="6126" y="14898"/>
                      <a:pt x="6126" y="14898"/>
                    </a:cubicBezTo>
                    <a:cubicBezTo>
                      <a:pt x="6554" y="14967"/>
                      <a:pt x="6960" y="15001"/>
                      <a:pt x="7344" y="15001"/>
                    </a:cubicBezTo>
                    <a:cubicBezTo>
                      <a:pt x="9955" y="15001"/>
                      <a:pt x="11541" y="13458"/>
                      <a:pt x="12207" y="11237"/>
                    </a:cubicBezTo>
                    <a:cubicBezTo>
                      <a:pt x="12939" y="8658"/>
                      <a:pt x="11284" y="2005"/>
                      <a:pt x="11284" y="2005"/>
                    </a:cubicBezTo>
                    <a:cubicBezTo>
                      <a:pt x="10024" y="648"/>
                      <a:pt x="8426" y="0"/>
                      <a:pt x="6865" y="0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4" name="Google Shape;3004;p313"/>
              <p:cNvSpPr/>
              <p:nvPr/>
            </p:nvSpPr>
            <p:spPr>
              <a:xfrm>
                <a:off x="5567499" y="1740181"/>
                <a:ext cx="74506" cy="110135"/>
              </a:xfrm>
              <a:custGeom>
                <a:rect b="b" l="l" r="r" t="t"/>
                <a:pathLst>
                  <a:path extrusionOk="0" h="6918" w="4680">
                    <a:moveTo>
                      <a:pt x="1429" y="0"/>
                    </a:moveTo>
                    <a:cubicBezTo>
                      <a:pt x="977" y="0"/>
                      <a:pt x="655" y="490"/>
                      <a:pt x="382" y="2493"/>
                    </a:cubicBezTo>
                    <a:cubicBezTo>
                      <a:pt x="0" y="5326"/>
                      <a:pt x="987" y="5772"/>
                      <a:pt x="987" y="5772"/>
                    </a:cubicBezTo>
                    <a:lnTo>
                      <a:pt x="2229" y="6918"/>
                    </a:lnTo>
                    <a:cubicBezTo>
                      <a:pt x="2229" y="6918"/>
                      <a:pt x="4680" y="1283"/>
                      <a:pt x="2037" y="169"/>
                    </a:cubicBezTo>
                    <a:cubicBezTo>
                      <a:pt x="1811" y="78"/>
                      <a:pt x="1610" y="0"/>
                      <a:pt x="1429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5" name="Google Shape;3005;p313"/>
              <p:cNvSpPr/>
              <p:nvPr/>
            </p:nvSpPr>
            <p:spPr>
              <a:xfrm>
                <a:off x="5543664" y="1818787"/>
                <a:ext cx="73901" cy="62980"/>
              </a:xfrm>
              <a:custGeom>
                <a:rect b="b" l="l" r="r" t="t"/>
                <a:pathLst>
                  <a:path extrusionOk="0" h="3956" w="4642">
                    <a:moveTo>
                      <a:pt x="2197" y="1"/>
                    </a:moveTo>
                    <a:cubicBezTo>
                      <a:pt x="1991" y="1"/>
                      <a:pt x="1777" y="33"/>
                      <a:pt x="1561" y="102"/>
                    </a:cubicBezTo>
                    <a:cubicBezTo>
                      <a:pt x="542" y="453"/>
                      <a:pt x="1" y="1567"/>
                      <a:pt x="351" y="2617"/>
                    </a:cubicBezTo>
                    <a:cubicBezTo>
                      <a:pt x="639" y="3498"/>
                      <a:pt x="1423" y="3955"/>
                      <a:pt x="2208" y="3955"/>
                    </a:cubicBezTo>
                    <a:cubicBezTo>
                      <a:pt x="2899" y="3955"/>
                      <a:pt x="3591" y="3602"/>
                      <a:pt x="3948" y="2872"/>
                    </a:cubicBezTo>
                    <a:cubicBezTo>
                      <a:pt x="4642" y="1485"/>
                      <a:pt x="3594" y="1"/>
                      <a:pt x="2197" y="1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6" name="Google Shape;3006;p313"/>
              <p:cNvSpPr/>
              <p:nvPr/>
            </p:nvSpPr>
            <p:spPr>
              <a:xfrm>
                <a:off x="5564458" y="1837639"/>
                <a:ext cx="29404" cy="21810"/>
              </a:xfrm>
              <a:custGeom>
                <a:rect b="b" l="l" r="r" t="t"/>
                <a:pathLst>
                  <a:path extrusionOk="0" fill="none" h="1370" w="1847">
                    <a:moveTo>
                      <a:pt x="0" y="255"/>
                    </a:moveTo>
                    <a:cubicBezTo>
                      <a:pt x="828" y="1"/>
                      <a:pt x="1687" y="510"/>
                      <a:pt x="1846" y="1370"/>
                    </a:cubicBez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7" name="Google Shape;3007;p313"/>
              <p:cNvSpPr/>
              <p:nvPr/>
            </p:nvSpPr>
            <p:spPr>
              <a:xfrm>
                <a:off x="5721575" y="1838658"/>
                <a:ext cx="10666" cy="27892"/>
              </a:xfrm>
              <a:custGeom>
                <a:rect b="b" l="l" r="r" t="t"/>
                <a:pathLst>
                  <a:path extrusionOk="0" fill="none" h="1752" w="670">
                    <a:moveTo>
                      <a:pt x="224" y="0"/>
                    </a:moveTo>
                    <a:lnTo>
                      <a:pt x="638" y="1433"/>
                    </a:lnTo>
                    <a:cubicBezTo>
                      <a:pt x="669" y="1529"/>
                      <a:pt x="606" y="1624"/>
                      <a:pt x="510" y="1656"/>
                    </a:cubicBezTo>
                    <a:lnTo>
                      <a:pt x="1" y="1751"/>
                    </a:lnTo>
                  </a:path>
                </a:pathLst>
              </a:custGeom>
              <a:noFill/>
              <a:ln cap="rnd" cmpd="sng" w="3975">
                <a:solidFill>
                  <a:srgbClr val="1E0B0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8" name="Google Shape;3008;p313"/>
              <p:cNvSpPr/>
              <p:nvPr/>
            </p:nvSpPr>
            <p:spPr>
              <a:xfrm>
                <a:off x="5677121" y="1823914"/>
                <a:ext cx="17608" cy="15188"/>
              </a:xfrm>
              <a:custGeom>
                <a:rect b="b" l="l" r="r" t="t"/>
                <a:pathLst>
                  <a:path extrusionOk="0" h="954" w="1106">
                    <a:moveTo>
                      <a:pt x="452" y="0"/>
                    </a:moveTo>
                    <a:cubicBezTo>
                      <a:pt x="218" y="0"/>
                      <a:pt x="23" y="211"/>
                      <a:pt x="23" y="449"/>
                    </a:cubicBezTo>
                    <a:cubicBezTo>
                      <a:pt x="1" y="740"/>
                      <a:pt x="231" y="953"/>
                      <a:pt x="481" y="953"/>
                    </a:cubicBezTo>
                    <a:cubicBezTo>
                      <a:pt x="585" y="953"/>
                      <a:pt x="693" y="916"/>
                      <a:pt x="787" y="831"/>
                    </a:cubicBezTo>
                    <a:cubicBezTo>
                      <a:pt x="1106" y="544"/>
                      <a:pt x="946" y="35"/>
                      <a:pt x="501" y="3"/>
                    </a:cubicBezTo>
                    <a:cubicBezTo>
                      <a:pt x="484" y="1"/>
                      <a:pt x="468" y="0"/>
                      <a:pt x="452" y="0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313"/>
              <p:cNvSpPr/>
              <p:nvPr/>
            </p:nvSpPr>
            <p:spPr>
              <a:xfrm>
                <a:off x="5739981" y="1822943"/>
                <a:ext cx="17098" cy="14137"/>
              </a:xfrm>
              <a:custGeom>
                <a:rect b="b" l="l" r="r" t="t"/>
                <a:pathLst>
                  <a:path extrusionOk="0" h="888" w="1074">
                    <a:moveTo>
                      <a:pt x="500" y="1"/>
                    </a:moveTo>
                    <a:cubicBezTo>
                      <a:pt x="277" y="1"/>
                      <a:pt x="55" y="160"/>
                      <a:pt x="23" y="414"/>
                    </a:cubicBezTo>
                    <a:cubicBezTo>
                      <a:pt x="0" y="682"/>
                      <a:pt x="229" y="888"/>
                      <a:pt x="466" y="888"/>
                    </a:cubicBezTo>
                    <a:cubicBezTo>
                      <a:pt x="567" y="888"/>
                      <a:pt x="669" y="850"/>
                      <a:pt x="755" y="765"/>
                    </a:cubicBezTo>
                    <a:cubicBezTo>
                      <a:pt x="1073" y="510"/>
                      <a:pt x="882" y="32"/>
                      <a:pt x="500" y="1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313"/>
              <p:cNvSpPr/>
              <p:nvPr/>
            </p:nvSpPr>
            <p:spPr>
              <a:xfrm>
                <a:off x="5641997" y="1773776"/>
                <a:ext cx="57296" cy="24342"/>
              </a:xfrm>
              <a:custGeom>
                <a:rect b="b" l="l" r="r" t="t"/>
                <a:pathLst>
                  <a:path extrusionOk="0" h="1529" w="3599">
                    <a:moveTo>
                      <a:pt x="2443" y="1"/>
                    </a:moveTo>
                    <a:cubicBezTo>
                      <a:pt x="2240" y="1"/>
                      <a:pt x="2038" y="32"/>
                      <a:pt x="1847" y="96"/>
                    </a:cubicBezTo>
                    <a:cubicBezTo>
                      <a:pt x="1115" y="383"/>
                      <a:pt x="478" y="892"/>
                      <a:pt x="1" y="1529"/>
                    </a:cubicBezTo>
                    <a:lnTo>
                      <a:pt x="3598" y="383"/>
                    </a:lnTo>
                    <a:cubicBezTo>
                      <a:pt x="3259" y="128"/>
                      <a:pt x="2848" y="1"/>
                      <a:pt x="2443" y="1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1" name="Google Shape;3011;p313"/>
              <p:cNvSpPr/>
              <p:nvPr/>
            </p:nvSpPr>
            <p:spPr>
              <a:xfrm>
                <a:off x="5731208" y="1772327"/>
                <a:ext cx="29914" cy="15649"/>
              </a:xfrm>
              <a:custGeom>
                <a:rect b="b" l="l" r="r" t="t"/>
                <a:pathLst>
                  <a:path extrusionOk="0" h="983" w="1879">
                    <a:moveTo>
                      <a:pt x="794" y="0"/>
                    </a:moveTo>
                    <a:cubicBezTo>
                      <a:pt x="492" y="0"/>
                      <a:pt x="205" y="148"/>
                      <a:pt x="1" y="378"/>
                    </a:cubicBezTo>
                    <a:lnTo>
                      <a:pt x="1879" y="983"/>
                    </a:lnTo>
                    <a:cubicBezTo>
                      <a:pt x="1879" y="983"/>
                      <a:pt x="1561" y="187"/>
                      <a:pt x="1019" y="28"/>
                    </a:cubicBezTo>
                    <a:cubicBezTo>
                      <a:pt x="944" y="9"/>
                      <a:pt x="869" y="0"/>
                      <a:pt x="794" y="0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313"/>
              <p:cNvSpPr/>
              <p:nvPr/>
            </p:nvSpPr>
            <p:spPr>
              <a:xfrm>
                <a:off x="5685082" y="1871600"/>
                <a:ext cx="41583" cy="17608"/>
              </a:xfrm>
              <a:custGeom>
                <a:rect b="b" l="l" r="r" t="t"/>
                <a:pathLst>
                  <a:path extrusionOk="0" h="1106" w="2612">
                    <a:moveTo>
                      <a:pt x="1" y="1"/>
                    </a:moveTo>
                    <a:lnTo>
                      <a:pt x="1" y="1"/>
                    </a:lnTo>
                    <a:cubicBezTo>
                      <a:pt x="362" y="862"/>
                      <a:pt x="906" y="1105"/>
                      <a:pt x="1403" y="1105"/>
                    </a:cubicBezTo>
                    <a:cubicBezTo>
                      <a:pt x="2045" y="1105"/>
                      <a:pt x="2611" y="701"/>
                      <a:pt x="2611" y="701"/>
                    </a:cubicBezTo>
                    <a:cubicBezTo>
                      <a:pt x="1688" y="669"/>
                      <a:pt x="797" y="415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313"/>
              <p:cNvSpPr/>
              <p:nvPr/>
            </p:nvSpPr>
            <p:spPr>
              <a:xfrm>
                <a:off x="5552294" y="1660715"/>
                <a:ext cx="226558" cy="99691"/>
              </a:xfrm>
              <a:custGeom>
                <a:rect b="b" l="l" r="r" t="t"/>
                <a:pathLst>
                  <a:path extrusionOk="0" h="6262" w="14231">
                    <a:moveTo>
                      <a:pt x="3823" y="0"/>
                    </a:moveTo>
                    <a:cubicBezTo>
                      <a:pt x="2872" y="0"/>
                      <a:pt x="1957" y="201"/>
                      <a:pt x="1210" y="767"/>
                    </a:cubicBezTo>
                    <a:cubicBezTo>
                      <a:pt x="414" y="1340"/>
                      <a:pt x="0" y="2295"/>
                      <a:pt x="159" y="3250"/>
                    </a:cubicBezTo>
                    <a:cubicBezTo>
                      <a:pt x="318" y="4014"/>
                      <a:pt x="796" y="4810"/>
                      <a:pt x="2197" y="5223"/>
                    </a:cubicBezTo>
                    <a:cubicBezTo>
                      <a:pt x="2197" y="5223"/>
                      <a:pt x="3388" y="6261"/>
                      <a:pt x="6234" y="6261"/>
                    </a:cubicBezTo>
                    <a:cubicBezTo>
                      <a:pt x="7051" y="6261"/>
                      <a:pt x="8004" y="6176"/>
                      <a:pt x="9105" y="5956"/>
                    </a:cubicBezTo>
                    <a:cubicBezTo>
                      <a:pt x="14039" y="4969"/>
                      <a:pt x="14230" y="1626"/>
                      <a:pt x="13625" y="448"/>
                    </a:cubicBezTo>
                    <a:lnTo>
                      <a:pt x="13625" y="448"/>
                    </a:lnTo>
                    <a:cubicBezTo>
                      <a:pt x="13625" y="448"/>
                      <a:pt x="12505" y="1313"/>
                      <a:pt x="10589" y="1313"/>
                    </a:cubicBezTo>
                    <a:cubicBezTo>
                      <a:pt x="10066" y="1313"/>
                      <a:pt x="9485" y="1249"/>
                      <a:pt x="8850" y="1085"/>
                    </a:cubicBezTo>
                    <a:cubicBezTo>
                      <a:pt x="7729" y="789"/>
                      <a:pt x="5707" y="0"/>
                      <a:pt x="3823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313"/>
              <p:cNvSpPr/>
              <p:nvPr/>
            </p:nvSpPr>
            <p:spPr>
              <a:xfrm>
                <a:off x="5025136" y="2616699"/>
                <a:ext cx="204270" cy="517480"/>
              </a:xfrm>
              <a:custGeom>
                <a:rect b="b" l="l" r="r" t="t"/>
                <a:pathLst>
                  <a:path extrusionOk="0" fill="none" h="32505" w="12831">
                    <a:moveTo>
                      <a:pt x="4967" y="1"/>
                    </a:moveTo>
                    <a:lnTo>
                      <a:pt x="7864" y="1"/>
                    </a:lnTo>
                    <a:cubicBezTo>
                      <a:pt x="10602" y="1"/>
                      <a:pt x="12830" y="2229"/>
                      <a:pt x="12830" y="4999"/>
                    </a:cubicBezTo>
                    <a:lnTo>
                      <a:pt x="12830" y="32504"/>
                    </a:lnTo>
                    <a:lnTo>
                      <a:pt x="1" y="32504"/>
                    </a:lnTo>
                    <a:lnTo>
                      <a:pt x="1" y="4999"/>
                    </a:lnTo>
                    <a:cubicBezTo>
                      <a:pt x="1" y="2229"/>
                      <a:pt x="2229" y="1"/>
                      <a:pt x="4967" y="1"/>
                    </a:cubicBezTo>
                    <a:close/>
                  </a:path>
                </a:pathLst>
              </a:custGeom>
              <a:noFill/>
              <a:ln cap="flat" cmpd="sng" w="28650">
                <a:solidFill>
                  <a:srgbClr val="101010"/>
                </a:solidFill>
                <a:prstDash val="solid"/>
                <a:miter lim="3183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313"/>
              <p:cNvSpPr/>
              <p:nvPr/>
            </p:nvSpPr>
            <p:spPr>
              <a:xfrm>
                <a:off x="4970397" y="3662594"/>
                <a:ext cx="104419" cy="94867"/>
              </a:xfrm>
              <a:custGeom>
                <a:rect b="b" l="l" r="r" t="t"/>
                <a:pathLst>
                  <a:path extrusionOk="0" h="5959" w="6559">
                    <a:moveTo>
                      <a:pt x="3287" y="0"/>
                    </a:moveTo>
                    <a:cubicBezTo>
                      <a:pt x="1942" y="0"/>
                      <a:pt x="709" y="919"/>
                      <a:pt x="383" y="2279"/>
                    </a:cubicBezTo>
                    <a:cubicBezTo>
                      <a:pt x="1" y="3903"/>
                      <a:pt x="1019" y="5494"/>
                      <a:pt x="2611" y="5876"/>
                    </a:cubicBezTo>
                    <a:cubicBezTo>
                      <a:pt x="2842" y="5932"/>
                      <a:pt x="3074" y="5958"/>
                      <a:pt x="3302" y="5958"/>
                    </a:cubicBezTo>
                    <a:cubicBezTo>
                      <a:pt x="4648" y="5958"/>
                      <a:pt x="5882" y="5036"/>
                      <a:pt x="6208" y="3648"/>
                    </a:cubicBezTo>
                    <a:cubicBezTo>
                      <a:pt x="6559" y="2056"/>
                      <a:pt x="5572" y="464"/>
                      <a:pt x="3980" y="82"/>
                    </a:cubicBezTo>
                    <a:cubicBezTo>
                      <a:pt x="3748" y="27"/>
                      <a:pt x="3516" y="0"/>
                      <a:pt x="32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313"/>
              <p:cNvSpPr/>
              <p:nvPr/>
            </p:nvSpPr>
            <p:spPr>
              <a:xfrm>
                <a:off x="5179738" y="3662498"/>
                <a:ext cx="104419" cy="95042"/>
              </a:xfrm>
              <a:custGeom>
                <a:rect b="b" l="l" r="r" t="t"/>
                <a:pathLst>
                  <a:path extrusionOk="0" h="5970" w="6559">
                    <a:moveTo>
                      <a:pt x="3279" y="1"/>
                    </a:moveTo>
                    <a:cubicBezTo>
                      <a:pt x="2515" y="1"/>
                      <a:pt x="1751" y="295"/>
                      <a:pt x="1178" y="884"/>
                    </a:cubicBezTo>
                    <a:cubicBezTo>
                      <a:pt x="0" y="2030"/>
                      <a:pt x="0" y="3940"/>
                      <a:pt x="1178" y="5086"/>
                    </a:cubicBezTo>
                    <a:cubicBezTo>
                      <a:pt x="1751" y="5675"/>
                      <a:pt x="2515" y="5970"/>
                      <a:pt x="3279" y="5970"/>
                    </a:cubicBezTo>
                    <a:cubicBezTo>
                      <a:pt x="4043" y="5970"/>
                      <a:pt x="4807" y="5675"/>
                      <a:pt x="5380" y="5086"/>
                    </a:cubicBezTo>
                    <a:cubicBezTo>
                      <a:pt x="6558" y="3940"/>
                      <a:pt x="6558" y="2030"/>
                      <a:pt x="5380" y="884"/>
                    </a:cubicBezTo>
                    <a:cubicBezTo>
                      <a:pt x="4807" y="295"/>
                      <a:pt x="4043" y="1"/>
                      <a:pt x="3279" y="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7" name="Google Shape;3017;p313"/>
              <p:cNvSpPr/>
              <p:nvPr/>
            </p:nvSpPr>
            <p:spPr>
              <a:xfrm>
                <a:off x="4881187" y="2983683"/>
                <a:ext cx="492135" cy="715110"/>
              </a:xfrm>
              <a:custGeom>
                <a:rect b="b" l="l" r="r" t="t"/>
                <a:pathLst>
                  <a:path extrusionOk="0" h="44919" w="30913">
                    <a:moveTo>
                      <a:pt x="5253" y="0"/>
                    </a:moveTo>
                    <a:cubicBezTo>
                      <a:pt x="2356" y="0"/>
                      <a:pt x="1" y="2356"/>
                      <a:pt x="1" y="5253"/>
                    </a:cubicBezTo>
                    <a:lnTo>
                      <a:pt x="1" y="39634"/>
                    </a:lnTo>
                    <a:cubicBezTo>
                      <a:pt x="1" y="42563"/>
                      <a:pt x="2356" y="44919"/>
                      <a:pt x="5253" y="44919"/>
                    </a:cubicBezTo>
                    <a:lnTo>
                      <a:pt x="25660" y="44919"/>
                    </a:lnTo>
                    <a:cubicBezTo>
                      <a:pt x="28588" y="44919"/>
                      <a:pt x="30912" y="42563"/>
                      <a:pt x="30912" y="39634"/>
                    </a:cubicBezTo>
                    <a:lnTo>
                      <a:pt x="30912" y="5253"/>
                    </a:lnTo>
                    <a:cubicBezTo>
                      <a:pt x="30912" y="2356"/>
                      <a:pt x="28588" y="0"/>
                      <a:pt x="25660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8" name="Google Shape;3018;p313"/>
              <p:cNvSpPr/>
              <p:nvPr/>
            </p:nvSpPr>
            <p:spPr>
              <a:xfrm>
                <a:off x="4965843" y="3096713"/>
                <a:ext cx="17751" cy="494157"/>
              </a:xfrm>
              <a:custGeom>
                <a:rect b="b" l="l" r="r" t="t"/>
                <a:pathLst>
                  <a:path extrusionOk="0" fill="none" h="31040" w="1115">
                    <a:moveTo>
                      <a:pt x="0" y="0"/>
                    </a:moveTo>
                    <a:lnTo>
                      <a:pt x="1114" y="0"/>
                    </a:lnTo>
                    <a:lnTo>
                      <a:pt x="1114" y="31039"/>
                    </a:lnTo>
                    <a:lnTo>
                      <a:pt x="0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313"/>
              <p:cNvSpPr/>
              <p:nvPr/>
            </p:nvSpPr>
            <p:spPr>
              <a:xfrm>
                <a:off x="5061136" y="3096713"/>
                <a:ext cx="18260" cy="494157"/>
              </a:xfrm>
              <a:custGeom>
                <a:rect b="b" l="l" r="r" t="t"/>
                <a:pathLst>
                  <a:path extrusionOk="0" fill="none" h="31040" w="1147">
                    <a:moveTo>
                      <a:pt x="0" y="0"/>
                    </a:moveTo>
                    <a:lnTo>
                      <a:pt x="1146" y="0"/>
                    </a:lnTo>
                    <a:lnTo>
                      <a:pt x="1146" y="31039"/>
                    </a:lnTo>
                    <a:lnTo>
                      <a:pt x="0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313"/>
              <p:cNvSpPr/>
              <p:nvPr/>
            </p:nvSpPr>
            <p:spPr>
              <a:xfrm>
                <a:off x="5156922" y="3096713"/>
                <a:ext cx="17767" cy="494157"/>
              </a:xfrm>
              <a:custGeom>
                <a:rect b="b" l="l" r="r" t="t"/>
                <a:pathLst>
                  <a:path extrusionOk="0" fill="none" h="31040" w="1116">
                    <a:moveTo>
                      <a:pt x="1" y="0"/>
                    </a:moveTo>
                    <a:lnTo>
                      <a:pt x="1115" y="0"/>
                    </a:lnTo>
                    <a:lnTo>
                      <a:pt x="1115" y="31039"/>
                    </a:lnTo>
                    <a:lnTo>
                      <a:pt x="1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1" name="Google Shape;3021;p313"/>
              <p:cNvSpPr/>
              <p:nvPr/>
            </p:nvSpPr>
            <p:spPr>
              <a:xfrm>
                <a:off x="5252214" y="3096713"/>
                <a:ext cx="18260" cy="494157"/>
              </a:xfrm>
              <a:custGeom>
                <a:rect b="b" l="l" r="r" t="t"/>
                <a:pathLst>
                  <a:path extrusionOk="0" fill="none" h="31040" w="1147">
                    <a:moveTo>
                      <a:pt x="1" y="0"/>
                    </a:moveTo>
                    <a:lnTo>
                      <a:pt x="1147" y="0"/>
                    </a:lnTo>
                    <a:lnTo>
                      <a:pt x="1147" y="31039"/>
                    </a:lnTo>
                    <a:lnTo>
                      <a:pt x="1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22" name="Google Shape;3022;p313"/>
          <p:cNvSpPr/>
          <p:nvPr/>
        </p:nvSpPr>
        <p:spPr>
          <a:xfrm>
            <a:off x="4457125" y="3739854"/>
            <a:ext cx="4281047" cy="16"/>
          </a:xfrm>
          <a:custGeom>
            <a:rect b="b" l="l" r="r" t="t"/>
            <a:pathLst>
              <a:path extrusionOk="0" fill="none" h="1" w="268910">
                <a:moveTo>
                  <a:pt x="0" y="1"/>
                </a:moveTo>
                <a:lnTo>
                  <a:pt x="268910" y="1"/>
                </a:lnTo>
              </a:path>
            </a:pathLst>
          </a:custGeom>
          <a:noFill/>
          <a:ln cap="rnd" cmpd="sng" w="9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3" name="Google Shape;3023;p313"/>
          <p:cNvSpPr txBox="1"/>
          <p:nvPr/>
        </p:nvSpPr>
        <p:spPr>
          <a:xfrm>
            <a:off x="399950" y="3305588"/>
            <a:ext cx="40782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  <a:latin typeface="Oswald"/>
                <a:ea typeface="Oswald"/>
                <a:cs typeface="Oswald"/>
                <a:sym typeface="Oswald"/>
              </a:rPr>
              <a:t>Present by: Abeer Abuhejleh, Zadia Navarro, Unnati Agrawal, Anandi Singh, and Tarjani Shrimali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24" name="Google Shape;3024;p313"/>
          <p:cNvSpPr txBox="1"/>
          <p:nvPr/>
        </p:nvSpPr>
        <p:spPr>
          <a:xfrm>
            <a:off x="6673298" y="2426425"/>
            <a:ext cx="410700" cy="120900"/>
          </a:xfrm>
          <a:prstGeom prst="rect">
            <a:avLst/>
          </a:prstGeom>
          <a:solidFill>
            <a:srgbClr val="CF8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rPr>
              <a:t>TAXI</a:t>
            </a:r>
            <a:endParaRPr sz="1000">
              <a:solidFill>
                <a:srgbClr val="20124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25" name="Google Shape;3025;p313"/>
          <p:cNvSpPr txBox="1"/>
          <p:nvPr/>
        </p:nvSpPr>
        <p:spPr>
          <a:xfrm>
            <a:off x="399950" y="858425"/>
            <a:ext cx="3881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Oswald"/>
                <a:ea typeface="Oswald"/>
                <a:cs typeface="Oswald"/>
                <a:sym typeface="Oswald"/>
              </a:rPr>
              <a:t>Week 1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9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0" name="Google Shape;3030;p314"/>
          <p:cNvSpPr txBox="1"/>
          <p:nvPr>
            <p:ph type="title"/>
          </p:nvPr>
        </p:nvSpPr>
        <p:spPr>
          <a:xfrm>
            <a:off x="2670825" y="390380"/>
            <a:ext cx="380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SEGMENTS</a:t>
            </a:r>
            <a:endParaRPr/>
          </a:p>
        </p:txBody>
      </p:sp>
      <p:sp>
        <p:nvSpPr>
          <p:cNvPr id="3031" name="Google Shape;3031;p314"/>
          <p:cNvSpPr txBox="1"/>
          <p:nvPr>
            <p:ph idx="1" type="subTitle"/>
          </p:nvPr>
        </p:nvSpPr>
        <p:spPr>
          <a:xfrm>
            <a:off x="307150" y="3179425"/>
            <a:ext cx="1966500" cy="8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UNIVERSITY STUDENT</a:t>
            </a:r>
            <a:endParaRPr/>
          </a:p>
        </p:txBody>
      </p:sp>
      <p:sp>
        <p:nvSpPr>
          <p:cNvPr id="3032" name="Google Shape;3032;p314"/>
          <p:cNvSpPr txBox="1"/>
          <p:nvPr>
            <p:ph idx="2" type="subTitle"/>
          </p:nvPr>
        </p:nvSpPr>
        <p:spPr>
          <a:xfrm>
            <a:off x="214800" y="3934425"/>
            <a:ext cx="1997700" cy="9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Prioritize safety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Price-conscious riders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33" name="Google Shape;3033;p314"/>
          <p:cNvSpPr txBox="1"/>
          <p:nvPr>
            <p:ph idx="3" type="subTitle"/>
          </p:nvPr>
        </p:nvSpPr>
        <p:spPr>
          <a:xfrm>
            <a:off x="4280150" y="3133250"/>
            <a:ext cx="22314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URBAN PROFESSIONAL</a:t>
            </a:r>
            <a:endParaRPr/>
          </a:p>
        </p:txBody>
      </p:sp>
      <p:sp>
        <p:nvSpPr>
          <p:cNvPr id="3034" name="Google Shape;3034;p314"/>
          <p:cNvSpPr txBox="1"/>
          <p:nvPr>
            <p:ph idx="4" type="subTitle"/>
          </p:nvPr>
        </p:nvSpPr>
        <p:spPr>
          <a:xfrm>
            <a:off x="4384550" y="3866325"/>
            <a:ext cx="2088900" cy="11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Prioritize timeliness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Prioritize comfort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Frequent users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035" name="Google Shape;3035;p314"/>
          <p:cNvSpPr txBox="1"/>
          <p:nvPr>
            <p:ph idx="5" type="subTitle"/>
          </p:nvPr>
        </p:nvSpPr>
        <p:spPr>
          <a:xfrm>
            <a:off x="6706700" y="3175225"/>
            <a:ext cx="19665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NIGHTLIFE GOERS</a:t>
            </a:r>
            <a:endParaRPr/>
          </a:p>
        </p:txBody>
      </p:sp>
      <p:sp>
        <p:nvSpPr>
          <p:cNvPr id="3036" name="Google Shape;3036;p314"/>
          <p:cNvSpPr txBox="1"/>
          <p:nvPr>
            <p:ph idx="6" type="subTitle"/>
          </p:nvPr>
        </p:nvSpPr>
        <p:spPr>
          <a:xfrm>
            <a:off x="6770388" y="3866325"/>
            <a:ext cx="2208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Safety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Uber shares with each other </a:t>
            </a:r>
            <a:endParaRPr/>
          </a:p>
        </p:txBody>
      </p:sp>
      <p:grpSp>
        <p:nvGrpSpPr>
          <p:cNvPr id="3037" name="Google Shape;3037;p314"/>
          <p:cNvGrpSpPr/>
          <p:nvPr/>
        </p:nvGrpSpPr>
        <p:grpSpPr>
          <a:xfrm>
            <a:off x="4778166" y="1260560"/>
            <a:ext cx="1235378" cy="1714450"/>
            <a:chOff x="1874400" y="173538"/>
            <a:chExt cx="3798825" cy="5271987"/>
          </a:xfrm>
        </p:grpSpPr>
        <p:sp>
          <p:nvSpPr>
            <p:cNvPr id="3038" name="Google Shape;3038;p314"/>
            <p:cNvSpPr/>
            <p:nvPr/>
          </p:nvSpPr>
          <p:spPr>
            <a:xfrm>
              <a:off x="2733050" y="238125"/>
              <a:ext cx="1989875" cy="3475625"/>
            </a:xfrm>
            <a:custGeom>
              <a:rect b="b" l="l" r="r" t="t"/>
              <a:pathLst>
                <a:path extrusionOk="0" h="139025" w="79595">
                  <a:moveTo>
                    <a:pt x="38012" y="0"/>
                  </a:moveTo>
                  <a:cubicBezTo>
                    <a:pt x="16980" y="0"/>
                    <a:pt x="0" y="17077"/>
                    <a:pt x="0" y="38012"/>
                  </a:cubicBezTo>
                  <a:lnTo>
                    <a:pt x="0" y="139025"/>
                  </a:lnTo>
                  <a:lnTo>
                    <a:pt x="79594" y="139025"/>
                  </a:lnTo>
                  <a:lnTo>
                    <a:pt x="79594" y="38012"/>
                  </a:lnTo>
                  <a:cubicBezTo>
                    <a:pt x="79594" y="16980"/>
                    <a:pt x="62518" y="0"/>
                    <a:pt x="4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314"/>
            <p:cNvSpPr/>
            <p:nvPr/>
          </p:nvSpPr>
          <p:spPr>
            <a:xfrm>
              <a:off x="4279100" y="3296450"/>
              <a:ext cx="1394125" cy="2146675"/>
            </a:xfrm>
            <a:custGeom>
              <a:rect b="b" l="l" r="r" t="t"/>
              <a:pathLst>
                <a:path extrusionOk="0" h="85867" w="55765">
                  <a:moveTo>
                    <a:pt x="18910" y="77473"/>
                  </a:moveTo>
                  <a:cubicBezTo>
                    <a:pt x="19971" y="80271"/>
                    <a:pt x="21033" y="83068"/>
                    <a:pt x="22094" y="85866"/>
                  </a:cubicBezTo>
                  <a:lnTo>
                    <a:pt x="55765" y="85866"/>
                  </a:lnTo>
                  <a:cubicBezTo>
                    <a:pt x="53256" y="78148"/>
                    <a:pt x="50458" y="70430"/>
                    <a:pt x="47468" y="62905"/>
                  </a:cubicBezTo>
                  <a:cubicBezTo>
                    <a:pt x="44959" y="56537"/>
                    <a:pt x="41582" y="44863"/>
                    <a:pt x="38978" y="37724"/>
                  </a:cubicBezTo>
                  <a:cubicBezTo>
                    <a:pt x="34347" y="25278"/>
                    <a:pt x="35311" y="11385"/>
                    <a:pt x="23638" y="4632"/>
                  </a:cubicBezTo>
                  <a:cubicBezTo>
                    <a:pt x="19778" y="2413"/>
                    <a:pt x="15533" y="1545"/>
                    <a:pt x="11578" y="1"/>
                  </a:cubicBezTo>
                  <a:lnTo>
                    <a:pt x="0" y="43995"/>
                  </a:lnTo>
                  <a:cubicBezTo>
                    <a:pt x="10999" y="50459"/>
                    <a:pt x="14955" y="66474"/>
                    <a:pt x="18910" y="77473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314"/>
            <p:cNvSpPr/>
            <p:nvPr/>
          </p:nvSpPr>
          <p:spPr>
            <a:xfrm>
              <a:off x="1874400" y="3294050"/>
              <a:ext cx="1394125" cy="2149075"/>
            </a:xfrm>
            <a:custGeom>
              <a:rect b="b" l="l" r="r" t="t"/>
              <a:pathLst>
                <a:path extrusionOk="0" h="85963" w="55765">
                  <a:moveTo>
                    <a:pt x="33671" y="85962"/>
                  </a:moveTo>
                  <a:cubicBezTo>
                    <a:pt x="34732" y="83164"/>
                    <a:pt x="35890" y="80367"/>
                    <a:pt x="36855" y="77569"/>
                  </a:cubicBezTo>
                  <a:cubicBezTo>
                    <a:pt x="40810" y="66570"/>
                    <a:pt x="44766" y="50555"/>
                    <a:pt x="55764" y="44091"/>
                  </a:cubicBezTo>
                  <a:lnTo>
                    <a:pt x="44090" y="1"/>
                  </a:lnTo>
                  <a:cubicBezTo>
                    <a:pt x="40328" y="1641"/>
                    <a:pt x="35986" y="2412"/>
                    <a:pt x="32031" y="4631"/>
                  </a:cubicBezTo>
                  <a:cubicBezTo>
                    <a:pt x="20357" y="11385"/>
                    <a:pt x="21322" y="25374"/>
                    <a:pt x="16787" y="37820"/>
                  </a:cubicBezTo>
                  <a:cubicBezTo>
                    <a:pt x="14182" y="44959"/>
                    <a:pt x="10709" y="56633"/>
                    <a:pt x="8297" y="63001"/>
                  </a:cubicBezTo>
                  <a:cubicBezTo>
                    <a:pt x="5306" y="70526"/>
                    <a:pt x="2412" y="78244"/>
                    <a:pt x="0" y="85866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314"/>
            <p:cNvSpPr/>
            <p:nvPr/>
          </p:nvSpPr>
          <p:spPr>
            <a:xfrm>
              <a:off x="2979050" y="2821300"/>
              <a:ext cx="1606400" cy="1131225"/>
            </a:xfrm>
            <a:custGeom>
              <a:rect b="b" l="l" r="r" t="t"/>
              <a:pathLst>
                <a:path extrusionOk="0" h="45249" w="64256">
                  <a:moveTo>
                    <a:pt x="49301" y="5211"/>
                  </a:moveTo>
                  <a:cubicBezTo>
                    <a:pt x="64255" y="12543"/>
                    <a:pt x="63097" y="27401"/>
                    <a:pt x="57405" y="45249"/>
                  </a:cubicBezTo>
                  <a:lnTo>
                    <a:pt x="6368" y="45249"/>
                  </a:lnTo>
                  <a:cubicBezTo>
                    <a:pt x="773" y="27401"/>
                    <a:pt x="1" y="12350"/>
                    <a:pt x="15051" y="5018"/>
                  </a:cubicBezTo>
                  <a:cubicBezTo>
                    <a:pt x="30295" y="1"/>
                    <a:pt x="37241" y="2316"/>
                    <a:pt x="49301" y="5211"/>
                  </a:cubicBezTo>
                  <a:close/>
                </a:path>
              </a:pathLst>
            </a:custGeom>
            <a:solidFill>
              <a:srgbClr val="352C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314"/>
            <p:cNvSpPr/>
            <p:nvPr/>
          </p:nvSpPr>
          <p:spPr>
            <a:xfrm>
              <a:off x="3044175" y="2085675"/>
              <a:ext cx="1524375" cy="2689325"/>
            </a:xfrm>
            <a:custGeom>
              <a:rect b="b" l="l" r="r" t="t"/>
              <a:pathLst>
                <a:path extrusionOk="0" h="107573" w="60975">
                  <a:moveTo>
                    <a:pt x="60975" y="107573"/>
                  </a:moveTo>
                  <a:lnTo>
                    <a:pt x="60975" y="48143"/>
                  </a:lnTo>
                  <a:cubicBezTo>
                    <a:pt x="57984" y="47274"/>
                    <a:pt x="55186" y="46117"/>
                    <a:pt x="52292" y="44862"/>
                  </a:cubicBezTo>
                  <a:cubicBezTo>
                    <a:pt x="41486" y="39845"/>
                    <a:pt x="43030" y="8876"/>
                    <a:pt x="42644" y="0"/>
                  </a:cubicBezTo>
                  <a:lnTo>
                    <a:pt x="13122" y="0"/>
                  </a:lnTo>
                  <a:cubicBezTo>
                    <a:pt x="16306" y="12735"/>
                    <a:pt x="14665" y="28847"/>
                    <a:pt x="12736" y="33864"/>
                  </a:cubicBezTo>
                  <a:cubicBezTo>
                    <a:pt x="10999" y="38398"/>
                    <a:pt x="7526" y="42064"/>
                    <a:pt x="3088" y="43994"/>
                  </a:cubicBezTo>
                  <a:cubicBezTo>
                    <a:pt x="2027" y="44476"/>
                    <a:pt x="966" y="44959"/>
                    <a:pt x="1" y="45634"/>
                  </a:cubicBezTo>
                  <a:lnTo>
                    <a:pt x="1" y="107573"/>
                  </a:lnTo>
                  <a:close/>
                </a:path>
              </a:pathLst>
            </a:custGeom>
            <a:solidFill>
              <a:srgbClr val="F8B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314"/>
            <p:cNvSpPr/>
            <p:nvPr/>
          </p:nvSpPr>
          <p:spPr>
            <a:xfrm>
              <a:off x="3823250" y="3331900"/>
              <a:ext cx="562400" cy="164175"/>
            </a:xfrm>
            <a:custGeom>
              <a:rect b="b" l="l" r="r" t="t"/>
              <a:pathLst>
                <a:path extrusionOk="0" h="6567" w="22496">
                  <a:moveTo>
                    <a:pt x="21089" y="1"/>
                  </a:moveTo>
                  <a:cubicBezTo>
                    <a:pt x="21010" y="1"/>
                    <a:pt x="20927" y="10"/>
                    <a:pt x="20839" y="30"/>
                  </a:cubicBezTo>
                  <a:cubicBezTo>
                    <a:pt x="18240" y="637"/>
                    <a:pt x="15564" y="1010"/>
                    <a:pt x="12949" y="1010"/>
                  </a:cubicBezTo>
                  <a:cubicBezTo>
                    <a:pt x="12652" y="1010"/>
                    <a:pt x="12355" y="1005"/>
                    <a:pt x="12060" y="995"/>
                  </a:cubicBezTo>
                  <a:cubicBezTo>
                    <a:pt x="10353" y="995"/>
                    <a:pt x="8589" y="709"/>
                    <a:pt x="6856" y="709"/>
                  </a:cubicBezTo>
                  <a:cubicBezTo>
                    <a:pt x="6336" y="709"/>
                    <a:pt x="5818" y="735"/>
                    <a:pt x="5306" y="802"/>
                  </a:cubicBezTo>
                  <a:cubicBezTo>
                    <a:pt x="2509" y="1188"/>
                    <a:pt x="386" y="2828"/>
                    <a:pt x="97" y="5626"/>
                  </a:cubicBezTo>
                  <a:cubicBezTo>
                    <a:pt x="0" y="6253"/>
                    <a:pt x="434" y="6567"/>
                    <a:pt x="917" y="6567"/>
                  </a:cubicBezTo>
                  <a:cubicBezTo>
                    <a:pt x="1399" y="6567"/>
                    <a:pt x="1930" y="6253"/>
                    <a:pt x="2026" y="5626"/>
                  </a:cubicBezTo>
                  <a:cubicBezTo>
                    <a:pt x="2316" y="4372"/>
                    <a:pt x="3377" y="3310"/>
                    <a:pt x="4631" y="2924"/>
                  </a:cubicBezTo>
                  <a:cubicBezTo>
                    <a:pt x="5243" y="2741"/>
                    <a:pt x="5854" y="2674"/>
                    <a:pt x="6466" y="2674"/>
                  </a:cubicBezTo>
                  <a:cubicBezTo>
                    <a:pt x="6819" y="2674"/>
                    <a:pt x="7172" y="2696"/>
                    <a:pt x="7525" y="2732"/>
                  </a:cubicBezTo>
                  <a:cubicBezTo>
                    <a:pt x="9262" y="2732"/>
                    <a:pt x="10902" y="2924"/>
                    <a:pt x="12639" y="2924"/>
                  </a:cubicBezTo>
                  <a:cubicBezTo>
                    <a:pt x="15533" y="2924"/>
                    <a:pt x="18524" y="2539"/>
                    <a:pt x="21418" y="1863"/>
                  </a:cubicBezTo>
                  <a:cubicBezTo>
                    <a:pt x="22495" y="1684"/>
                    <a:pt x="22153" y="1"/>
                    <a:pt x="21089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314"/>
            <p:cNvSpPr/>
            <p:nvPr/>
          </p:nvSpPr>
          <p:spPr>
            <a:xfrm>
              <a:off x="3154900" y="3331900"/>
              <a:ext cx="563450" cy="164775"/>
            </a:xfrm>
            <a:custGeom>
              <a:rect b="b" l="l" r="r" t="t"/>
              <a:pathLst>
                <a:path extrusionOk="0" h="6591" w="22538">
                  <a:moveTo>
                    <a:pt x="1417" y="1"/>
                  </a:moveTo>
                  <a:cubicBezTo>
                    <a:pt x="421" y="1"/>
                    <a:pt x="0" y="1684"/>
                    <a:pt x="1167" y="1863"/>
                  </a:cubicBezTo>
                  <a:cubicBezTo>
                    <a:pt x="4062" y="2539"/>
                    <a:pt x="6956" y="2924"/>
                    <a:pt x="9947" y="2924"/>
                  </a:cubicBezTo>
                  <a:cubicBezTo>
                    <a:pt x="11202" y="2924"/>
                    <a:pt x="13274" y="2598"/>
                    <a:pt x="15258" y="2598"/>
                  </a:cubicBezTo>
                  <a:cubicBezTo>
                    <a:pt x="17848" y="2598"/>
                    <a:pt x="20286" y="3155"/>
                    <a:pt x="20560" y="5722"/>
                  </a:cubicBezTo>
                  <a:cubicBezTo>
                    <a:pt x="20608" y="6301"/>
                    <a:pt x="21114" y="6591"/>
                    <a:pt x="21597" y="6591"/>
                  </a:cubicBezTo>
                  <a:cubicBezTo>
                    <a:pt x="22079" y="6591"/>
                    <a:pt x="22537" y="6301"/>
                    <a:pt x="22489" y="5722"/>
                  </a:cubicBezTo>
                  <a:lnTo>
                    <a:pt x="22489" y="5626"/>
                  </a:lnTo>
                  <a:cubicBezTo>
                    <a:pt x="22200" y="2828"/>
                    <a:pt x="20077" y="1188"/>
                    <a:pt x="17279" y="802"/>
                  </a:cubicBezTo>
                  <a:cubicBezTo>
                    <a:pt x="16778" y="737"/>
                    <a:pt x="16273" y="711"/>
                    <a:pt x="15764" y="711"/>
                  </a:cubicBezTo>
                  <a:cubicBezTo>
                    <a:pt x="14020" y="711"/>
                    <a:pt x="12244" y="1017"/>
                    <a:pt x="10526" y="1091"/>
                  </a:cubicBezTo>
                  <a:cubicBezTo>
                    <a:pt x="7535" y="1091"/>
                    <a:pt x="4544" y="705"/>
                    <a:pt x="1650" y="30"/>
                  </a:cubicBezTo>
                  <a:cubicBezTo>
                    <a:pt x="1569" y="10"/>
                    <a:pt x="1492" y="1"/>
                    <a:pt x="1417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314"/>
            <p:cNvSpPr/>
            <p:nvPr/>
          </p:nvSpPr>
          <p:spPr>
            <a:xfrm>
              <a:off x="3044175" y="3515950"/>
              <a:ext cx="1524375" cy="1927175"/>
            </a:xfrm>
            <a:custGeom>
              <a:rect b="b" l="l" r="r" t="t"/>
              <a:pathLst>
                <a:path extrusionOk="0" h="77087" w="60975">
                  <a:moveTo>
                    <a:pt x="53739" y="77086"/>
                  </a:moveTo>
                  <a:cubicBezTo>
                    <a:pt x="54511" y="74674"/>
                    <a:pt x="55283" y="72359"/>
                    <a:pt x="56054" y="70043"/>
                  </a:cubicBezTo>
                  <a:cubicBezTo>
                    <a:pt x="57695" y="65027"/>
                    <a:pt x="59335" y="60106"/>
                    <a:pt x="60975" y="55186"/>
                  </a:cubicBezTo>
                  <a:lnTo>
                    <a:pt x="60975" y="386"/>
                  </a:lnTo>
                  <a:cubicBezTo>
                    <a:pt x="58756" y="4246"/>
                    <a:pt x="56054" y="7912"/>
                    <a:pt x="52967" y="11192"/>
                  </a:cubicBezTo>
                  <a:cubicBezTo>
                    <a:pt x="49590" y="15051"/>
                    <a:pt x="45442" y="18138"/>
                    <a:pt x="40714" y="20068"/>
                  </a:cubicBezTo>
                  <a:cubicBezTo>
                    <a:pt x="24892" y="26242"/>
                    <a:pt x="7815" y="14569"/>
                    <a:pt x="387" y="965"/>
                  </a:cubicBezTo>
                  <a:cubicBezTo>
                    <a:pt x="290" y="869"/>
                    <a:pt x="194" y="483"/>
                    <a:pt x="1" y="0"/>
                  </a:cubicBezTo>
                  <a:lnTo>
                    <a:pt x="1" y="769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314"/>
            <p:cNvSpPr/>
            <p:nvPr/>
          </p:nvSpPr>
          <p:spPr>
            <a:xfrm>
              <a:off x="3984850" y="3277175"/>
              <a:ext cx="1167400" cy="2168350"/>
            </a:xfrm>
            <a:custGeom>
              <a:rect b="b" l="l" r="r" t="t"/>
              <a:pathLst>
                <a:path extrusionOk="0" h="86734" w="46696">
                  <a:moveTo>
                    <a:pt x="33478" y="86637"/>
                  </a:moveTo>
                  <a:cubicBezTo>
                    <a:pt x="33478" y="86348"/>
                    <a:pt x="33574" y="86155"/>
                    <a:pt x="33574" y="85865"/>
                  </a:cubicBezTo>
                  <a:cubicBezTo>
                    <a:pt x="46695" y="70236"/>
                    <a:pt x="44187" y="59238"/>
                    <a:pt x="41196" y="49976"/>
                  </a:cubicBezTo>
                  <a:cubicBezTo>
                    <a:pt x="41968" y="46888"/>
                    <a:pt x="42450" y="43608"/>
                    <a:pt x="42547" y="40424"/>
                  </a:cubicBezTo>
                  <a:cubicBezTo>
                    <a:pt x="42933" y="32996"/>
                    <a:pt x="42933" y="25470"/>
                    <a:pt x="42643" y="17945"/>
                  </a:cubicBezTo>
                  <a:cubicBezTo>
                    <a:pt x="42547" y="15147"/>
                    <a:pt x="42257" y="12156"/>
                    <a:pt x="40907" y="9648"/>
                  </a:cubicBezTo>
                  <a:cubicBezTo>
                    <a:pt x="38495" y="5499"/>
                    <a:pt x="33960" y="4438"/>
                    <a:pt x="29908" y="2702"/>
                  </a:cubicBezTo>
                  <a:cubicBezTo>
                    <a:pt x="28075" y="1930"/>
                    <a:pt x="26242" y="1447"/>
                    <a:pt x="24313" y="1254"/>
                  </a:cubicBezTo>
                  <a:cubicBezTo>
                    <a:pt x="23541" y="1158"/>
                    <a:pt x="20453" y="965"/>
                    <a:pt x="20261" y="0"/>
                  </a:cubicBezTo>
                  <a:cubicBezTo>
                    <a:pt x="22287" y="7525"/>
                    <a:pt x="20453" y="16787"/>
                    <a:pt x="17173" y="27207"/>
                  </a:cubicBezTo>
                  <a:cubicBezTo>
                    <a:pt x="12156" y="43029"/>
                    <a:pt x="8104" y="58659"/>
                    <a:pt x="4728" y="74192"/>
                  </a:cubicBezTo>
                  <a:cubicBezTo>
                    <a:pt x="4631" y="74578"/>
                    <a:pt x="4438" y="74963"/>
                    <a:pt x="4342" y="75446"/>
                  </a:cubicBezTo>
                  <a:cubicBezTo>
                    <a:pt x="3280" y="78533"/>
                    <a:pt x="1640" y="82585"/>
                    <a:pt x="0" y="86734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20124D"/>
                </a:solidFill>
              </a:endParaRPr>
            </a:p>
          </p:txBody>
        </p:sp>
        <p:sp>
          <p:nvSpPr>
            <p:cNvPr id="3047" name="Google Shape;3047;p314"/>
            <p:cNvSpPr/>
            <p:nvPr/>
          </p:nvSpPr>
          <p:spPr>
            <a:xfrm>
              <a:off x="2392950" y="3277175"/>
              <a:ext cx="1184300" cy="2165950"/>
            </a:xfrm>
            <a:custGeom>
              <a:rect b="b" l="l" r="r" t="t"/>
              <a:pathLst>
                <a:path extrusionOk="0" h="86638" w="47372">
                  <a:moveTo>
                    <a:pt x="1834" y="67824"/>
                  </a:moveTo>
                  <a:cubicBezTo>
                    <a:pt x="2799" y="75060"/>
                    <a:pt x="6368" y="81717"/>
                    <a:pt x="11868" y="86637"/>
                  </a:cubicBezTo>
                  <a:lnTo>
                    <a:pt x="47371" y="86637"/>
                  </a:lnTo>
                  <a:cubicBezTo>
                    <a:pt x="45828" y="82585"/>
                    <a:pt x="44188" y="78437"/>
                    <a:pt x="42547" y="74288"/>
                  </a:cubicBezTo>
                  <a:cubicBezTo>
                    <a:pt x="39267" y="58659"/>
                    <a:pt x="35119" y="43029"/>
                    <a:pt x="30102" y="27110"/>
                  </a:cubicBezTo>
                  <a:cubicBezTo>
                    <a:pt x="26822" y="16787"/>
                    <a:pt x="24989" y="7429"/>
                    <a:pt x="27015" y="0"/>
                  </a:cubicBezTo>
                  <a:cubicBezTo>
                    <a:pt x="26822" y="965"/>
                    <a:pt x="23734" y="1158"/>
                    <a:pt x="22962" y="1158"/>
                  </a:cubicBezTo>
                  <a:cubicBezTo>
                    <a:pt x="21033" y="1351"/>
                    <a:pt x="19103" y="1930"/>
                    <a:pt x="17367" y="2702"/>
                  </a:cubicBezTo>
                  <a:cubicBezTo>
                    <a:pt x="13315" y="4438"/>
                    <a:pt x="8780" y="5499"/>
                    <a:pt x="6368" y="9648"/>
                  </a:cubicBezTo>
                  <a:cubicBezTo>
                    <a:pt x="4921" y="12156"/>
                    <a:pt x="4728" y="15147"/>
                    <a:pt x="4535" y="17945"/>
                  </a:cubicBezTo>
                  <a:cubicBezTo>
                    <a:pt x="4246" y="25470"/>
                    <a:pt x="4342" y="32996"/>
                    <a:pt x="4728" y="40424"/>
                  </a:cubicBezTo>
                  <a:cubicBezTo>
                    <a:pt x="4728" y="41679"/>
                    <a:pt x="4825" y="42933"/>
                    <a:pt x="4921" y="44187"/>
                  </a:cubicBezTo>
                  <a:cubicBezTo>
                    <a:pt x="2509" y="49204"/>
                    <a:pt x="1" y="56247"/>
                    <a:pt x="1834" y="67824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20124D"/>
                </a:solidFill>
              </a:endParaRPr>
            </a:p>
          </p:txBody>
        </p:sp>
        <p:sp>
          <p:nvSpPr>
            <p:cNvPr id="3048" name="Google Shape;3048;p314"/>
            <p:cNvSpPr/>
            <p:nvPr/>
          </p:nvSpPr>
          <p:spPr>
            <a:xfrm>
              <a:off x="3958300" y="2973250"/>
              <a:ext cx="803225" cy="2469875"/>
            </a:xfrm>
            <a:custGeom>
              <a:rect b="b" l="l" r="r" t="t"/>
              <a:pathLst>
                <a:path extrusionOk="0" h="98795" w="32129">
                  <a:moveTo>
                    <a:pt x="1" y="98794"/>
                  </a:moveTo>
                  <a:lnTo>
                    <a:pt x="2316" y="98794"/>
                  </a:lnTo>
                  <a:lnTo>
                    <a:pt x="31742" y="36856"/>
                  </a:lnTo>
                  <a:lnTo>
                    <a:pt x="21419" y="36277"/>
                  </a:lnTo>
                  <a:lnTo>
                    <a:pt x="32128" y="15920"/>
                  </a:lnTo>
                  <a:lnTo>
                    <a:pt x="11771" y="1"/>
                  </a:lnTo>
                  <a:cubicBezTo>
                    <a:pt x="26918" y="13122"/>
                    <a:pt x="10613" y="68211"/>
                    <a:pt x="1" y="98794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314"/>
            <p:cNvSpPr/>
            <p:nvPr/>
          </p:nvSpPr>
          <p:spPr>
            <a:xfrm>
              <a:off x="2788525" y="2973250"/>
              <a:ext cx="800775" cy="2469875"/>
            </a:xfrm>
            <a:custGeom>
              <a:rect b="b" l="l" r="r" t="t"/>
              <a:pathLst>
                <a:path extrusionOk="0" h="98795" w="32031">
                  <a:moveTo>
                    <a:pt x="386" y="36856"/>
                  </a:moveTo>
                  <a:lnTo>
                    <a:pt x="29812" y="98794"/>
                  </a:lnTo>
                  <a:lnTo>
                    <a:pt x="32031" y="98794"/>
                  </a:lnTo>
                  <a:cubicBezTo>
                    <a:pt x="21515" y="68211"/>
                    <a:pt x="5210" y="13122"/>
                    <a:pt x="20260" y="1"/>
                  </a:cubicBezTo>
                  <a:lnTo>
                    <a:pt x="0" y="15920"/>
                  </a:lnTo>
                  <a:lnTo>
                    <a:pt x="10709" y="36277"/>
                  </a:ln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314"/>
            <p:cNvSpPr/>
            <p:nvPr/>
          </p:nvSpPr>
          <p:spPr>
            <a:xfrm>
              <a:off x="2858450" y="1560150"/>
              <a:ext cx="320350" cy="571525"/>
            </a:xfrm>
            <a:custGeom>
              <a:rect b="b" l="l" r="r" t="t"/>
              <a:pathLst>
                <a:path extrusionOk="0" h="22861" w="12814">
                  <a:moveTo>
                    <a:pt x="4847" y="0"/>
                  </a:moveTo>
                  <a:cubicBezTo>
                    <a:pt x="4405" y="0"/>
                    <a:pt x="3946" y="87"/>
                    <a:pt x="3474" y="278"/>
                  </a:cubicBezTo>
                  <a:cubicBezTo>
                    <a:pt x="1738" y="954"/>
                    <a:pt x="773" y="3173"/>
                    <a:pt x="580" y="5392"/>
                  </a:cubicBezTo>
                  <a:cubicBezTo>
                    <a:pt x="1" y="10987"/>
                    <a:pt x="1834" y="16583"/>
                    <a:pt x="5404" y="20828"/>
                  </a:cubicBezTo>
                  <a:cubicBezTo>
                    <a:pt x="5983" y="21600"/>
                    <a:pt x="6658" y="22179"/>
                    <a:pt x="7526" y="22565"/>
                  </a:cubicBezTo>
                  <a:cubicBezTo>
                    <a:pt x="7945" y="22767"/>
                    <a:pt x="8321" y="22861"/>
                    <a:pt x="8657" y="22861"/>
                  </a:cubicBezTo>
                  <a:cubicBezTo>
                    <a:pt x="12813" y="22861"/>
                    <a:pt x="10963" y="8484"/>
                    <a:pt x="10517" y="6163"/>
                  </a:cubicBezTo>
                  <a:cubicBezTo>
                    <a:pt x="9931" y="3736"/>
                    <a:pt x="7747" y="0"/>
                    <a:pt x="4847" y="0"/>
                  </a:cubicBezTo>
                  <a:close/>
                </a:path>
              </a:pathLst>
            </a:custGeom>
            <a:solidFill>
              <a:srgbClr val="F8B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314"/>
            <p:cNvSpPr/>
            <p:nvPr/>
          </p:nvSpPr>
          <p:spPr>
            <a:xfrm>
              <a:off x="2945300" y="1680450"/>
              <a:ext cx="125450" cy="306350"/>
            </a:xfrm>
            <a:custGeom>
              <a:rect b="b" l="l" r="r" t="t"/>
              <a:pathLst>
                <a:path extrusionOk="0" fill="none" h="12254" w="5018">
                  <a:moveTo>
                    <a:pt x="0" y="1737"/>
                  </a:moveTo>
                  <a:cubicBezTo>
                    <a:pt x="97" y="1351"/>
                    <a:pt x="193" y="966"/>
                    <a:pt x="386" y="676"/>
                  </a:cubicBezTo>
                  <a:cubicBezTo>
                    <a:pt x="579" y="290"/>
                    <a:pt x="965" y="1"/>
                    <a:pt x="1351" y="1"/>
                  </a:cubicBezTo>
                  <a:cubicBezTo>
                    <a:pt x="2123" y="1"/>
                    <a:pt x="2605" y="869"/>
                    <a:pt x="2702" y="1544"/>
                  </a:cubicBezTo>
                  <a:cubicBezTo>
                    <a:pt x="3280" y="3474"/>
                    <a:pt x="3473" y="5404"/>
                    <a:pt x="3570" y="7333"/>
                  </a:cubicBezTo>
                  <a:cubicBezTo>
                    <a:pt x="3377" y="7140"/>
                    <a:pt x="3087" y="7140"/>
                    <a:pt x="2895" y="7237"/>
                  </a:cubicBezTo>
                  <a:cubicBezTo>
                    <a:pt x="2702" y="7430"/>
                    <a:pt x="2509" y="7623"/>
                    <a:pt x="2509" y="7912"/>
                  </a:cubicBezTo>
                  <a:cubicBezTo>
                    <a:pt x="2026" y="9745"/>
                    <a:pt x="3184" y="11771"/>
                    <a:pt x="5017" y="12253"/>
                  </a:cubicBezTo>
                </a:path>
              </a:pathLst>
            </a:custGeom>
            <a:noFill/>
            <a:ln cap="rnd" cmpd="sng" w="9525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314"/>
            <p:cNvSpPr/>
            <p:nvPr/>
          </p:nvSpPr>
          <p:spPr>
            <a:xfrm>
              <a:off x="4325425" y="1560150"/>
              <a:ext cx="320325" cy="571525"/>
            </a:xfrm>
            <a:custGeom>
              <a:rect b="b" l="l" r="r" t="t"/>
              <a:pathLst>
                <a:path extrusionOk="0" h="22861" w="12813">
                  <a:moveTo>
                    <a:pt x="8058" y="0"/>
                  </a:moveTo>
                  <a:cubicBezTo>
                    <a:pt x="5141" y="0"/>
                    <a:pt x="2895" y="3736"/>
                    <a:pt x="2392" y="6163"/>
                  </a:cubicBezTo>
                  <a:cubicBezTo>
                    <a:pt x="1857" y="8484"/>
                    <a:pt x="0" y="22861"/>
                    <a:pt x="4233" y="22861"/>
                  </a:cubicBezTo>
                  <a:cubicBezTo>
                    <a:pt x="4575" y="22861"/>
                    <a:pt x="4957" y="22767"/>
                    <a:pt x="5383" y="22565"/>
                  </a:cubicBezTo>
                  <a:cubicBezTo>
                    <a:pt x="6155" y="22179"/>
                    <a:pt x="6830" y="21600"/>
                    <a:pt x="7409" y="20828"/>
                  </a:cubicBezTo>
                  <a:cubicBezTo>
                    <a:pt x="11075" y="16583"/>
                    <a:pt x="12812" y="10987"/>
                    <a:pt x="12330" y="5392"/>
                  </a:cubicBezTo>
                  <a:cubicBezTo>
                    <a:pt x="12137" y="3173"/>
                    <a:pt x="11172" y="954"/>
                    <a:pt x="9435" y="278"/>
                  </a:cubicBezTo>
                  <a:cubicBezTo>
                    <a:pt x="8963" y="87"/>
                    <a:pt x="8503" y="0"/>
                    <a:pt x="8058" y="0"/>
                  </a:cubicBezTo>
                  <a:close/>
                </a:path>
              </a:pathLst>
            </a:custGeom>
            <a:solidFill>
              <a:srgbClr val="F8B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314"/>
            <p:cNvSpPr/>
            <p:nvPr/>
          </p:nvSpPr>
          <p:spPr>
            <a:xfrm>
              <a:off x="4433475" y="1680450"/>
              <a:ext cx="127850" cy="306350"/>
            </a:xfrm>
            <a:custGeom>
              <a:rect b="b" l="l" r="r" t="t"/>
              <a:pathLst>
                <a:path extrusionOk="0" fill="none" h="12254" w="5114">
                  <a:moveTo>
                    <a:pt x="5113" y="1737"/>
                  </a:moveTo>
                  <a:cubicBezTo>
                    <a:pt x="5017" y="1351"/>
                    <a:pt x="4920" y="966"/>
                    <a:pt x="4727" y="676"/>
                  </a:cubicBezTo>
                  <a:cubicBezTo>
                    <a:pt x="4535" y="290"/>
                    <a:pt x="4149" y="1"/>
                    <a:pt x="3763" y="1"/>
                  </a:cubicBezTo>
                  <a:cubicBezTo>
                    <a:pt x="2991" y="1"/>
                    <a:pt x="2508" y="869"/>
                    <a:pt x="2316" y="1544"/>
                  </a:cubicBezTo>
                  <a:cubicBezTo>
                    <a:pt x="1833" y="3474"/>
                    <a:pt x="1544" y="5404"/>
                    <a:pt x="1544" y="7333"/>
                  </a:cubicBezTo>
                  <a:cubicBezTo>
                    <a:pt x="1737" y="7140"/>
                    <a:pt x="2026" y="7140"/>
                    <a:pt x="2219" y="7237"/>
                  </a:cubicBezTo>
                  <a:cubicBezTo>
                    <a:pt x="2412" y="7430"/>
                    <a:pt x="2508" y="7623"/>
                    <a:pt x="2605" y="7912"/>
                  </a:cubicBezTo>
                  <a:cubicBezTo>
                    <a:pt x="2991" y="9745"/>
                    <a:pt x="1930" y="11675"/>
                    <a:pt x="0" y="12253"/>
                  </a:cubicBezTo>
                </a:path>
              </a:pathLst>
            </a:custGeom>
            <a:noFill/>
            <a:ln cap="rnd" cmpd="sng" w="9525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314"/>
            <p:cNvSpPr/>
            <p:nvPr/>
          </p:nvSpPr>
          <p:spPr>
            <a:xfrm>
              <a:off x="3044175" y="590775"/>
              <a:ext cx="1456850" cy="2096500"/>
            </a:xfrm>
            <a:custGeom>
              <a:rect b="b" l="l" r="r" t="t"/>
              <a:pathLst>
                <a:path extrusionOk="0" h="83860" w="58274">
                  <a:moveTo>
                    <a:pt x="30425" y="1"/>
                  </a:moveTo>
                  <a:cubicBezTo>
                    <a:pt x="25013" y="1"/>
                    <a:pt x="19626" y="1310"/>
                    <a:pt x="14762" y="3839"/>
                  </a:cubicBezTo>
                  <a:cubicBezTo>
                    <a:pt x="8394" y="7409"/>
                    <a:pt x="4149" y="13776"/>
                    <a:pt x="2413" y="20626"/>
                  </a:cubicBezTo>
                  <a:cubicBezTo>
                    <a:pt x="1159" y="25161"/>
                    <a:pt x="483" y="29791"/>
                    <a:pt x="290" y="34422"/>
                  </a:cubicBezTo>
                  <a:cubicBezTo>
                    <a:pt x="1" y="38378"/>
                    <a:pt x="97" y="42430"/>
                    <a:pt x="580" y="46289"/>
                  </a:cubicBezTo>
                  <a:cubicBezTo>
                    <a:pt x="1641" y="56130"/>
                    <a:pt x="5211" y="65488"/>
                    <a:pt x="11096" y="73399"/>
                  </a:cubicBezTo>
                  <a:cubicBezTo>
                    <a:pt x="15051" y="78416"/>
                    <a:pt x="20454" y="82854"/>
                    <a:pt x="27111" y="83723"/>
                  </a:cubicBezTo>
                  <a:cubicBezTo>
                    <a:pt x="27725" y="83791"/>
                    <a:pt x="28387" y="83859"/>
                    <a:pt x="29064" y="83859"/>
                  </a:cubicBezTo>
                  <a:cubicBezTo>
                    <a:pt x="29344" y="83859"/>
                    <a:pt x="29626" y="83847"/>
                    <a:pt x="29909" y="83819"/>
                  </a:cubicBezTo>
                  <a:cubicBezTo>
                    <a:pt x="35891" y="83723"/>
                    <a:pt x="41293" y="80442"/>
                    <a:pt x="45249" y="76101"/>
                  </a:cubicBezTo>
                  <a:cubicBezTo>
                    <a:pt x="50266" y="70602"/>
                    <a:pt x="53353" y="63462"/>
                    <a:pt x="55186" y="56323"/>
                  </a:cubicBezTo>
                  <a:cubicBezTo>
                    <a:pt x="57502" y="47543"/>
                    <a:pt x="58273" y="38378"/>
                    <a:pt x="57405" y="29309"/>
                  </a:cubicBezTo>
                  <a:cubicBezTo>
                    <a:pt x="56923" y="23231"/>
                    <a:pt x="56537" y="15416"/>
                    <a:pt x="52967" y="10206"/>
                  </a:cubicBezTo>
                  <a:cubicBezTo>
                    <a:pt x="49397" y="5383"/>
                    <a:pt x="44188" y="2102"/>
                    <a:pt x="38302" y="945"/>
                  </a:cubicBezTo>
                  <a:cubicBezTo>
                    <a:pt x="35709" y="312"/>
                    <a:pt x="33064" y="1"/>
                    <a:pt x="30425" y="1"/>
                  </a:cubicBezTo>
                  <a:close/>
                </a:path>
              </a:pathLst>
            </a:custGeom>
            <a:solidFill>
              <a:srgbClr val="F8B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314"/>
            <p:cNvSpPr/>
            <p:nvPr/>
          </p:nvSpPr>
          <p:spPr>
            <a:xfrm>
              <a:off x="2882575" y="433475"/>
              <a:ext cx="455900" cy="1350725"/>
            </a:xfrm>
            <a:custGeom>
              <a:rect b="b" l="l" r="r" t="t"/>
              <a:pathLst>
                <a:path extrusionOk="0" h="54029" w="18236">
                  <a:moveTo>
                    <a:pt x="6658" y="54028"/>
                  </a:moveTo>
                  <a:cubicBezTo>
                    <a:pt x="6272" y="45828"/>
                    <a:pt x="6465" y="38592"/>
                    <a:pt x="10227" y="31163"/>
                  </a:cubicBezTo>
                  <a:cubicBezTo>
                    <a:pt x="12736" y="26339"/>
                    <a:pt x="15823" y="21515"/>
                    <a:pt x="16981" y="16209"/>
                  </a:cubicBezTo>
                  <a:cubicBezTo>
                    <a:pt x="17270" y="14762"/>
                    <a:pt x="17367" y="13315"/>
                    <a:pt x="17560" y="11964"/>
                  </a:cubicBezTo>
                  <a:lnTo>
                    <a:pt x="18042" y="7815"/>
                  </a:lnTo>
                  <a:cubicBezTo>
                    <a:pt x="18235" y="6272"/>
                    <a:pt x="18042" y="1737"/>
                    <a:pt x="16402" y="773"/>
                  </a:cubicBezTo>
                  <a:cubicBezTo>
                    <a:pt x="15051" y="1"/>
                    <a:pt x="11964" y="1737"/>
                    <a:pt x="10806" y="2413"/>
                  </a:cubicBezTo>
                  <a:cubicBezTo>
                    <a:pt x="7623" y="4149"/>
                    <a:pt x="5018" y="6947"/>
                    <a:pt x="3570" y="10324"/>
                  </a:cubicBezTo>
                  <a:cubicBezTo>
                    <a:pt x="1" y="17753"/>
                    <a:pt x="387" y="26725"/>
                    <a:pt x="1544" y="34636"/>
                  </a:cubicBezTo>
                  <a:cubicBezTo>
                    <a:pt x="2413" y="41293"/>
                    <a:pt x="4149" y="47854"/>
                    <a:pt x="6658" y="540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314"/>
            <p:cNvSpPr/>
            <p:nvPr/>
          </p:nvSpPr>
          <p:spPr>
            <a:xfrm>
              <a:off x="3154856" y="173538"/>
              <a:ext cx="1579850" cy="1946450"/>
            </a:xfrm>
            <a:custGeom>
              <a:rect b="b" l="l" r="r" t="t"/>
              <a:pathLst>
                <a:path extrusionOk="0" h="77858" w="63194">
                  <a:moveTo>
                    <a:pt x="97" y="13218"/>
                  </a:moveTo>
                  <a:cubicBezTo>
                    <a:pt x="1" y="17463"/>
                    <a:pt x="1062" y="21708"/>
                    <a:pt x="3281" y="25374"/>
                  </a:cubicBezTo>
                  <a:cubicBezTo>
                    <a:pt x="11289" y="38784"/>
                    <a:pt x="47468" y="46695"/>
                    <a:pt x="49783" y="77858"/>
                  </a:cubicBezTo>
                  <a:cubicBezTo>
                    <a:pt x="59914" y="55089"/>
                    <a:pt x="63194" y="28654"/>
                    <a:pt x="43705" y="11192"/>
                  </a:cubicBezTo>
                  <a:cubicBezTo>
                    <a:pt x="35408" y="3666"/>
                    <a:pt x="14955" y="0"/>
                    <a:pt x="1062" y="122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314"/>
            <p:cNvSpPr/>
            <p:nvPr/>
          </p:nvSpPr>
          <p:spPr>
            <a:xfrm>
              <a:off x="3191300" y="574725"/>
              <a:ext cx="1199950" cy="1212400"/>
            </a:xfrm>
            <a:custGeom>
              <a:rect b="b" l="l" r="r" t="t"/>
              <a:pathLst>
                <a:path extrusionOk="0" h="48496" w="47998">
                  <a:moveTo>
                    <a:pt x="1884" y="0"/>
                  </a:moveTo>
                  <a:cubicBezTo>
                    <a:pt x="1855" y="0"/>
                    <a:pt x="1834" y="11"/>
                    <a:pt x="1834" y="43"/>
                  </a:cubicBezTo>
                  <a:cubicBezTo>
                    <a:pt x="1" y="11331"/>
                    <a:pt x="7140" y="20786"/>
                    <a:pt x="15630" y="27346"/>
                  </a:cubicBezTo>
                  <a:cubicBezTo>
                    <a:pt x="20165" y="30723"/>
                    <a:pt x="25953" y="32556"/>
                    <a:pt x="30777" y="35450"/>
                  </a:cubicBezTo>
                  <a:cubicBezTo>
                    <a:pt x="36180" y="38634"/>
                    <a:pt x="40908" y="42879"/>
                    <a:pt x="44670" y="47896"/>
                  </a:cubicBezTo>
                  <a:cubicBezTo>
                    <a:pt x="45009" y="48320"/>
                    <a:pt x="45464" y="48495"/>
                    <a:pt x="45909" y="48495"/>
                  </a:cubicBezTo>
                  <a:cubicBezTo>
                    <a:pt x="46983" y="48495"/>
                    <a:pt x="47997" y="47472"/>
                    <a:pt x="47179" y="46449"/>
                  </a:cubicBezTo>
                  <a:cubicBezTo>
                    <a:pt x="40811" y="37959"/>
                    <a:pt x="32321" y="32556"/>
                    <a:pt x="22673" y="28311"/>
                  </a:cubicBezTo>
                  <a:cubicBezTo>
                    <a:pt x="11482" y="23487"/>
                    <a:pt x="2413" y="12489"/>
                    <a:pt x="2027" y="43"/>
                  </a:cubicBezTo>
                  <a:cubicBezTo>
                    <a:pt x="2027" y="43"/>
                    <a:pt x="1941" y="0"/>
                    <a:pt x="18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314"/>
            <p:cNvSpPr/>
            <p:nvPr/>
          </p:nvSpPr>
          <p:spPr>
            <a:xfrm>
              <a:off x="3673700" y="1581575"/>
              <a:ext cx="106150" cy="525825"/>
            </a:xfrm>
            <a:custGeom>
              <a:rect b="b" l="l" r="r" t="t"/>
              <a:pathLst>
                <a:path extrusionOk="0" fill="none" h="21033" w="4246">
                  <a:moveTo>
                    <a:pt x="4246" y="21032"/>
                  </a:moveTo>
                  <a:cubicBezTo>
                    <a:pt x="2895" y="20743"/>
                    <a:pt x="1641" y="19971"/>
                    <a:pt x="772" y="18813"/>
                  </a:cubicBezTo>
                  <a:cubicBezTo>
                    <a:pt x="193" y="17656"/>
                    <a:pt x="1" y="16305"/>
                    <a:pt x="290" y="14954"/>
                  </a:cubicBezTo>
                  <a:lnTo>
                    <a:pt x="1641" y="0"/>
                  </a:lnTo>
                </a:path>
              </a:pathLst>
            </a:custGeom>
            <a:noFill/>
            <a:ln cap="rnd" cmpd="sng" w="19050">
              <a:solidFill>
                <a:srgbClr val="20124D"/>
              </a:solidFill>
              <a:prstDash val="solid"/>
              <a:miter lim="9647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314"/>
            <p:cNvSpPr/>
            <p:nvPr/>
          </p:nvSpPr>
          <p:spPr>
            <a:xfrm>
              <a:off x="3307725" y="1631725"/>
              <a:ext cx="182050" cy="133675"/>
            </a:xfrm>
            <a:custGeom>
              <a:rect b="b" l="l" r="r" t="t"/>
              <a:pathLst>
                <a:path extrusionOk="0" h="5347" w="7282">
                  <a:moveTo>
                    <a:pt x="3576" y="0"/>
                  </a:moveTo>
                  <a:cubicBezTo>
                    <a:pt x="422" y="0"/>
                    <a:pt x="0" y="4954"/>
                    <a:pt x="3352" y="5327"/>
                  </a:cubicBezTo>
                  <a:cubicBezTo>
                    <a:pt x="3473" y="5340"/>
                    <a:pt x="3591" y="5347"/>
                    <a:pt x="3706" y="5347"/>
                  </a:cubicBezTo>
                  <a:cubicBezTo>
                    <a:pt x="6860" y="5347"/>
                    <a:pt x="7282" y="393"/>
                    <a:pt x="3930" y="20"/>
                  </a:cubicBezTo>
                  <a:cubicBezTo>
                    <a:pt x="3809" y="7"/>
                    <a:pt x="3691" y="0"/>
                    <a:pt x="3576" y="0"/>
                  </a:cubicBezTo>
                  <a:close/>
                </a:path>
              </a:pathLst>
            </a:custGeom>
            <a:solidFill>
              <a:srgbClr val="4D1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314"/>
            <p:cNvSpPr/>
            <p:nvPr/>
          </p:nvSpPr>
          <p:spPr>
            <a:xfrm>
              <a:off x="3220250" y="1424800"/>
              <a:ext cx="311175" cy="55500"/>
            </a:xfrm>
            <a:custGeom>
              <a:rect b="b" l="l" r="r" t="t"/>
              <a:pathLst>
                <a:path extrusionOk="0" fill="none" h="2220" w="12447">
                  <a:moveTo>
                    <a:pt x="1" y="2219"/>
                  </a:moveTo>
                  <a:cubicBezTo>
                    <a:pt x="3860" y="97"/>
                    <a:pt x="8491" y="0"/>
                    <a:pt x="12446" y="2026"/>
                  </a:cubicBezTo>
                </a:path>
              </a:pathLst>
            </a:custGeom>
            <a:noFill/>
            <a:ln cap="rnd" cmpd="sng" w="19050">
              <a:solidFill>
                <a:srgbClr val="1E0B07"/>
              </a:solidFill>
              <a:prstDash val="solid"/>
              <a:miter lim="9647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314"/>
            <p:cNvSpPr/>
            <p:nvPr/>
          </p:nvSpPr>
          <p:spPr>
            <a:xfrm>
              <a:off x="3992075" y="1424800"/>
              <a:ext cx="308750" cy="55500"/>
            </a:xfrm>
            <a:custGeom>
              <a:rect b="b" l="l" r="r" t="t"/>
              <a:pathLst>
                <a:path extrusionOk="0" fill="none" h="2220" w="12350">
                  <a:moveTo>
                    <a:pt x="1" y="2219"/>
                  </a:moveTo>
                  <a:cubicBezTo>
                    <a:pt x="3860" y="97"/>
                    <a:pt x="8491" y="0"/>
                    <a:pt x="12350" y="2026"/>
                  </a:cubicBezTo>
                </a:path>
              </a:pathLst>
            </a:custGeom>
            <a:noFill/>
            <a:ln cap="rnd" cmpd="sng" w="19050">
              <a:solidFill>
                <a:srgbClr val="1E0B07"/>
              </a:solidFill>
              <a:prstDash val="solid"/>
              <a:miter lim="9647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314"/>
            <p:cNvSpPr/>
            <p:nvPr/>
          </p:nvSpPr>
          <p:spPr>
            <a:xfrm>
              <a:off x="4016825" y="1631725"/>
              <a:ext cx="182075" cy="133675"/>
            </a:xfrm>
            <a:custGeom>
              <a:rect b="b" l="l" r="r" t="t"/>
              <a:pathLst>
                <a:path extrusionOk="0" h="5347" w="7283">
                  <a:moveTo>
                    <a:pt x="3707" y="0"/>
                  </a:moveTo>
                  <a:cubicBezTo>
                    <a:pt x="3592" y="0"/>
                    <a:pt x="3474" y="7"/>
                    <a:pt x="3352" y="20"/>
                  </a:cubicBezTo>
                  <a:cubicBezTo>
                    <a:pt x="1" y="393"/>
                    <a:pt x="422" y="5347"/>
                    <a:pt x="3577" y="5347"/>
                  </a:cubicBezTo>
                  <a:cubicBezTo>
                    <a:pt x="3691" y="5347"/>
                    <a:pt x="3809" y="5340"/>
                    <a:pt x="3931" y="5327"/>
                  </a:cubicBezTo>
                  <a:cubicBezTo>
                    <a:pt x="7282" y="4954"/>
                    <a:pt x="6861" y="0"/>
                    <a:pt x="3707" y="0"/>
                  </a:cubicBezTo>
                  <a:close/>
                </a:path>
              </a:pathLst>
            </a:custGeom>
            <a:solidFill>
              <a:srgbClr val="4D1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314"/>
            <p:cNvSpPr/>
            <p:nvPr/>
          </p:nvSpPr>
          <p:spPr>
            <a:xfrm>
              <a:off x="3594100" y="2283450"/>
              <a:ext cx="332875" cy="60325"/>
            </a:xfrm>
            <a:custGeom>
              <a:rect b="b" l="l" r="r" t="t"/>
              <a:pathLst>
                <a:path extrusionOk="0" fill="none" h="2413" w="13315">
                  <a:moveTo>
                    <a:pt x="1" y="290"/>
                  </a:moveTo>
                  <a:cubicBezTo>
                    <a:pt x="4246" y="2412"/>
                    <a:pt x="9166" y="2219"/>
                    <a:pt x="13315" y="0"/>
                  </a:cubicBezTo>
                </a:path>
              </a:pathLst>
            </a:custGeom>
            <a:noFill/>
            <a:ln cap="rnd" cmpd="sng" w="19050">
              <a:solidFill>
                <a:srgbClr val="39222F"/>
              </a:solidFill>
              <a:prstDash val="solid"/>
              <a:miter lim="9647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314"/>
            <p:cNvSpPr/>
            <p:nvPr/>
          </p:nvSpPr>
          <p:spPr>
            <a:xfrm>
              <a:off x="3256425" y="1839250"/>
              <a:ext cx="110450" cy="70375"/>
            </a:xfrm>
            <a:custGeom>
              <a:rect b="b" l="l" r="r" t="t"/>
              <a:pathLst>
                <a:path extrusionOk="0" h="2815" w="4418">
                  <a:moveTo>
                    <a:pt x="4116" y="1"/>
                  </a:moveTo>
                  <a:cubicBezTo>
                    <a:pt x="4095" y="1"/>
                    <a:pt x="4074" y="6"/>
                    <a:pt x="4053" y="16"/>
                  </a:cubicBezTo>
                  <a:cubicBezTo>
                    <a:pt x="2606" y="692"/>
                    <a:pt x="1255" y="1560"/>
                    <a:pt x="97" y="2525"/>
                  </a:cubicBezTo>
                  <a:cubicBezTo>
                    <a:pt x="1" y="2621"/>
                    <a:pt x="97" y="2814"/>
                    <a:pt x="194" y="2814"/>
                  </a:cubicBezTo>
                  <a:cubicBezTo>
                    <a:pt x="1641" y="2139"/>
                    <a:pt x="2992" y="1367"/>
                    <a:pt x="4246" y="402"/>
                  </a:cubicBezTo>
                  <a:cubicBezTo>
                    <a:pt x="4418" y="316"/>
                    <a:pt x="4284" y="1"/>
                    <a:pt x="41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314"/>
            <p:cNvSpPr/>
            <p:nvPr/>
          </p:nvSpPr>
          <p:spPr>
            <a:xfrm>
              <a:off x="3329575" y="1843825"/>
              <a:ext cx="133875" cy="80750"/>
            </a:xfrm>
            <a:custGeom>
              <a:rect b="b" l="l" r="r" t="t"/>
              <a:pathLst>
                <a:path extrusionOk="0" h="3230" w="5355">
                  <a:moveTo>
                    <a:pt x="5178" y="1"/>
                  </a:moveTo>
                  <a:cubicBezTo>
                    <a:pt x="5150" y="1"/>
                    <a:pt x="5118" y="9"/>
                    <a:pt x="5082" y="26"/>
                  </a:cubicBezTo>
                  <a:cubicBezTo>
                    <a:pt x="4214" y="316"/>
                    <a:pt x="3346" y="702"/>
                    <a:pt x="2671" y="1280"/>
                  </a:cubicBezTo>
                  <a:cubicBezTo>
                    <a:pt x="1802" y="1859"/>
                    <a:pt x="934" y="2535"/>
                    <a:pt x="66" y="3017"/>
                  </a:cubicBezTo>
                  <a:cubicBezTo>
                    <a:pt x="0" y="3017"/>
                    <a:pt x="23" y="3150"/>
                    <a:pt x="75" y="3205"/>
                  </a:cubicBezTo>
                  <a:lnTo>
                    <a:pt x="75" y="3205"/>
                  </a:lnTo>
                  <a:cubicBezTo>
                    <a:pt x="1037" y="2725"/>
                    <a:pt x="1998" y="2244"/>
                    <a:pt x="2864" y="1763"/>
                  </a:cubicBezTo>
                  <a:cubicBezTo>
                    <a:pt x="3732" y="1473"/>
                    <a:pt x="4600" y="991"/>
                    <a:pt x="5275" y="316"/>
                  </a:cubicBezTo>
                  <a:cubicBezTo>
                    <a:pt x="5354" y="158"/>
                    <a:pt x="5304" y="1"/>
                    <a:pt x="5178" y="1"/>
                  </a:cubicBezTo>
                  <a:close/>
                  <a:moveTo>
                    <a:pt x="75" y="3205"/>
                  </a:moveTo>
                  <a:lnTo>
                    <a:pt x="75" y="3205"/>
                  </a:lnTo>
                  <a:cubicBezTo>
                    <a:pt x="72" y="3207"/>
                    <a:pt x="69" y="3208"/>
                    <a:pt x="66" y="3210"/>
                  </a:cubicBezTo>
                  <a:lnTo>
                    <a:pt x="80" y="3210"/>
                  </a:lnTo>
                  <a:cubicBezTo>
                    <a:pt x="78" y="3209"/>
                    <a:pt x="77" y="3207"/>
                    <a:pt x="75" y="3205"/>
                  </a:cubicBezTo>
                  <a:close/>
                  <a:moveTo>
                    <a:pt x="80" y="3210"/>
                  </a:moveTo>
                  <a:cubicBezTo>
                    <a:pt x="92" y="3222"/>
                    <a:pt x="106" y="3230"/>
                    <a:pt x="121" y="3230"/>
                  </a:cubicBezTo>
                  <a:cubicBezTo>
                    <a:pt x="135" y="3230"/>
                    <a:pt x="148" y="3224"/>
                    <a:pt x="162" y="32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314"/>
            <p:cNvSpPr/>
            <p:nvPr/>
          </p:nvSpPr>
          <p:spPr>
            <a:xfrm>
              <a:off x="3416075" y="1854125"/>
              <a:ext cx="96050" cy="70625"/>
            </a:xfrm>
            <a:custGeom>
              <a:rect b="b" l="l" r="r" t="t"/>
              <a:pathLst>
                <a:path extrusionOk="0" h="2825" w="3842">
                  <a:moveTo>
                    <a:pt x="3456" y="0"/>
                  </a:moveTo>
                  <a:cubicBezTo>
                    <a:pt x="2780" y="290"/>
                    <a:pt x="2298" y="579"/>
                    <a:pt x="1815" y="1061"/>
                  </a:cubicBezTo>
                  <a:cubicBezTo>
                    <a:pt x="1237" y="1544"/>
                    <a:pt x="658" y="2123"/>
                    <a:pt x="79" y="2605"/>
                  </a:cubicBezTo>
                  <a:cubicBezTo>
                    <a:pt x="1" y="2683"/>
                    <a:pt x="49" y="2824"/>
                    <a:pt x="172" y="2824"/>
                  </a:cubicBezTo>
                  <a:cubicBezTo>
                    <a:pt x="202" y="2824"/>
                    <a:pt x="235" y="2816"/>
                    <a:pt x="272" y="2798"/>
                  </a:cubicBezTo>
                  <a:cubicBezTo>
                    <a:pt x="851" y="2412"/>
                    <a:pt x="1526" y="2026"/>
                    <a:pt x="2201" y="1640"/>
                  </a:cubicBezTo>
                  <a:cubicBezTo>
                    <a:pt x="2780" y="1351"/>
                    <a:pt x="3359" y="868"/>
                    <a:pt x="3745" y="386"/>
                  </a:cubicBezTo>
                  <a:cubicBezTo>
                    <a:pt x="3841" y="193"/>
                    <a:pt x="3649" y="0"/>
                    <a:pt x="34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314"/>
            <p:cNvSpPr/>
            <p:nvPr/>
          </p:nvSpPr>
          <p:spPr>
            <a:xfrm>
              <a:off x="3975200" y="1839250"/>
              <a:ext cx="110450" cy="70375"/>
            </a:xfrm>
            <a:custGeom>
              <a:rect b="b" l="l" r="r" t="t"/>
              <a:pathLst>
                <a:path extrusionOk="0" h="2815" w="4418">
                  <a:moveTo>
                    <a:pt x="4115" y="1"/>
                  </a:moveTo>
                  <a:cubicBezTo>
                    <a:pt x="4095" y="1"/>
                    <a:pt x="4073" y="6"/>
                    <a:pt x="4052" y="16"/>
                  </a:cubicBezTo>
                  <a:cubicBezTo>
                    <a:pt x="2605" y="692"/>
                    <a:pt x="1254" y="1560"/>
                    <a:pt x="97" y="2525"/>
                  </a:cubicBezTo>
                  <a:cubicBezTo>
                    <a:pt x="0" y="2621"/>
                    <a:pt x="97" y="2814"/>
                    <a:pt x="193" y="2814"/>
                  </a:cubicBezTo>
                  <a:cubicBezTo>
                    <a:pt x="1640" y="2139"/>
                    <a:pt x="2991" y="1367"/>
                    <a:pt x="4245" y="402"/>
                  </a:cubicBezTo>
                  <a:cubicBezTo>
                    <a:pt x="4417" y="316"/>
                    <a:pt x="4283" y="1"/>
                    <a:pt x="41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314"/>
            <p:cNvSpPr/>
            <p:nvPr/>
          </p:nvSpPr>
          <p:spPr>
            <a:xfrm>
              <a:off x="4048325" y="1843825"/>
              <a:ext cx="135850" cy="80750"/>
            </a:xfrm>
            <a:custGeom>
              <a:rect b="b" l="l" r="r" t="t"/>
              <a:pathLst>
                <a:path extrusionOk="0" h="3230" w="5434">
                  <a:moveTo>
                    <a:pt x="5187" y="1"/>
                  </a:moveTo>
                  <a:cubicBezTo>
                    <a:pt x="5154" y="1"/>
                    <a:pt x="5118" y="9"/>
                    <a:pt x="5083" y="26"/>
                  </a:cubicBezTo>
                  <a:cubicBezTo>
                    <a:pt x="4215" y="316"/>
                    <a:pt x="3443" y="702"/>
                    <a:pt x="2671" y="1280"/>
                  </a:cubicBezTo>
                  <a:cubicBezTo>
                    <a:pt x="1803" y="1859"/>
                    <a:pt x="934" y="2535"/>
                    <a:pt x="66" y="3017"/>
                  </a:cubicBezTo>
                  <a:cubicBezTo>
                    <a:pt x="1" y="3017"/>
                    <a:pt x="24" y="3150"/>
                    <a:pt x="75" y="3205"/>
                  </a:cubicBezTo>
                  <a:lnTo>
                    <a:pt x="75" y="3205"/>
                  </a:lnTo>
                  <a:cubicBezTo>
                    <a:pt x="1037" y="2725"/>
                    <a:pt x="1998" y="2244"/>
                    <a:pt x="2864" y="1763"/>
                  </a:cubicBezTo>
                  <a:cubicBezTo>
                    <a:pt x="3829" y="1473"/>
                    <a:pt x="4601" y="991"/>
                    <a:pt x="5276" y="316"/>
                  </a:cubicBezTo>
                  <a:cubicBezTo>
                    <a:pt x="5433" y="158"/>
                    <a:pt x="5334" y="1"/>
                    <a:pt x="5187" y="1"/>
                  </a:cubicBezTo>
                  <a:close/>
                  <a:moveTo>
                    <a:pt x="75" y="3205"/>
                  </a:moveTo>
                  <a:lnTo>
                    <a:pt x="75" y="3205"/>
                  </a:lnTo>
                  <a:cubicBezTo>
                    <a:pt x="72" y="3207"/>
                    <a:pt x="69" y="3208"/>
                    <a:pt x="66" y="3210"/>
                  </a:cubicBezTo>
                  <a:lnTo>
                    <a:pt x="80" y="3210"/>
                  </a:lnTo>
                  <a:cubicBezTo>
                    <a:pt x="78" y="3209"/>
                    <a:pt x="77" y="3207"/>
                    <a:pt x="75" y="3205"/>
                  </a:cubicBezTo>
                  <a:close/>
                  <a:moveTo>
                    <a:pt x="80" y="3210"/>
                  </a:moveTo>
                  <a:cubicBezTo>
                    <a:pt x="93" y="3222"/>
                    <a:pt x="107" y="3230"/>
                    <a:pt x="122" y="3230"/>
                  </a:cubicBezTo>
                  <a:cubicBezTo>
                    <a:pt x="135" y="3230"/>
                    <a:pt x="149" y="3224"/>
                    <a:pt x="163" y="32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314"/>
            <p:cNvSpPr/>
            <p:nvPr/>
          </p:nvSpPr>
          <p:spPr>
            <a:xfrm>
              <a:off x="4134850" y="1854125"/>
              <a:ext cx="96025" cy="70625"/>
            </a:xfrm>
            <a:custGeom>
              <a:rect b="b" l="l" r="r" t="t"/>
              <a:pathLst>
                <a:path extrusionOk="0" h="2825" w="3841">
                  <a:moveTo>
                    <a:pt x="3455" y="0"/>
                  </a:moveTo>
                  <a:cubicBezTo>
                    <a:pt x="2780" y="290"/>
                    <a:pt x="2297" y="579"/>
                    <a:pt x="1815" y="1061"/>
                  </a:cubicBezTo>
                  <a:cubicBezTo>
                    <a:pt x="1236" y="1544"/>
                    <a:pt x="561" y="2123"/>
                    <a:pt x="78" y="2605"/>
                  </a:cubicBezTo>
                  <a:cubicBezTo>
                    <a:pt x="0" y="2683"/>
                    <a:pt x="48" y="2824"/>
                    <a:pt x="172" y="2824"/>
                  </a:cubicBezTo>
                  <a:cubicBezTo>
                    <a:pt x="201" y="2824"/>
                    <a:pt x="234" y="2816"/>
                    <a:pt x="271" y="2798"/>
                  </a:cubicBezTo>
                  <a:cubicBezTo>
                    <a:pt x="850" y="2412"/>
                    <a:pt x="1622" y="2026"/>
                    <a:pt x="2201" y="1640"/>
                  </a:cubicBezTo>
                  <a:cubicBezTo>
                    <a:pt x="2780" y="1351"/>
                    <a:pt x="3359" y="868"/>
                    <a:pt x="3744" y="386"/>
                  </a:cubicBezTo>
                  <a:cubicBezTo>
                    <a:pt x="3841" y="193"/>
                    <a:pt x="3648" y="0"/>
                    <a:pt x="34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0" name="Google Shape;3070;p314"/>
          <p:cNvGrpSpPr/>
          <p:nvPr/>
        </p:nvGrpSpPr>
        <p:grpSpPr>
          <a:xfrm>
            <a:off x="688487" y="1378088"/>
            <a:ext cx="1203827" cy="1641633"/>
            <a:chOff x="1911625" y="237786"/>
            <a:chExt cx="3769025" cy="5139739"/>
          </a:xfrm>
        </p:grpSpPr>
        <p:sp>
          <p:nvSpPr>
            <p:cNvPr id="3071" name="Google Shape;3071;p314"/>
            <p:cNvSpPr/>
            <p:nvPr/>
          </p:nvSpPr>
          <p:spPr>
            <a:xfrm>
              <a:off x="4922675" y="3785225"/>
              <a:ext cx="757975" cy="1583050"/>
            </a:xfrm>
            <a:custGeom>
              <a:rect b="b" l="l" r="r" t="t"/>
              <a:pathLst>
                <a:path extrusionOk="0" h="63322" w="30319">
                  <a:moveTo>
                    <a:pt x="12204" y="1"/>
                  </a:moveTo>
                  <a:cubicBezTo>
                    <a:pt x="12142" y="1"/>
                    <a:pt x="12079" y="2"/>
                    <a:pt x="12017" y="4"/>
                  </a:cubicBezTo>
                  <a:cubicBezTo>
                    <a:pt x="11953" y="2"/>
                    <a:pt x="11890" y="1"/>
                    <a:pt x="11827" y="1"/>
                  </a:cubicBezTo>
                  <a:cubicBezTo>
                    <a:pt x="8767" y="1"/>
                    <a:pt x="6182" y="2191"/>
                    <a:pt x="5639" y="5180"/>
                  </a:cubicBezTo>
                  <a:cubicBezTo>
                    <a:pt x="2866" y="19970"/>
                    <a:pt x="0" y="48440"/>
                    <a:pt x="647" y="63322"/>
                  </a:cubicBezTo>
                  <a:lnTo>
                    <a:pt x="30319" y="63322"/>
                  </a:lnTo>
                  <a:cubicBezTo>
                    <a:pt x="25697" y="42246"/>
                    <a:pt x="20890" y="15440"/>
                    <a:pt x="18210" y="4810"/>
                  </a:cubicBezTo>
                  <a:cubicBezTo>
                    <a:pt x="17486" y="2007"/>
                    <a:pt x="14994" y="1"/>
                    <a:pt x="12204" y="1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314"/>
            <p:cNvSpPr/>
            <p:nvPr/>
          </p:nvSpPr>
          <p:spPr>
            <a:xfrm>
              <a:off x="5024350" y="3475875"/>
              <a:ext cx="508400" cy="924150"/>
            </a:xfrm>
            <a:custGeom>
              <a:rect b="b" l="l" r="r" t="t"/>
              <a:pathLst>
                <a:path extrusionOk="0" h="36966" w="20336">
                  <a:moveTo>
                    <a:pt x="8088" y="1"/>
                  </a:moveTo>
                  <a:cubicBezTo>
                    <a:pt x="7843" y="1"/>
                    <a:pt x="7610" y="113"/>
                    <a:pt x="7395" y="361"/>
                  </a:cubicBezTo>
                  <a:cubicBezTo>
                    <a:pt x="6193" y="1655"/>
                    <a:pt x="2404" y="18478"/>
                    <a:pt x="0" y="36965"/>
                  </a:cubicBezTo>
                  <a:lnTo>
                    <a:pt x="20336" y="36965"/>
                  </a:lnTo>
                  <a:cubicBezTo>
                    <a:pt x="17563" y="25319"/>
                    <a:pt x="15344" y="16260"/>
                    <a:pt x="14143" y="12008"/>
                  </a:cubicBezTo>
                  <a:cubicBezTo>
                    <a:pt x="13496" y="9512"/>
                    <a:pt x="12664" y="7109"/>
                    <a:pt x="11647" y="4706"/>
                  </a:cubicBezTo>
                  <a:cubicBezTo>
                    <a:pt x="10585" y="2353"/>
                    <a:pt x="9211" y="1"/>
                    <a:pt x="8088" y="1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314"/>
            <p:cNvSpPr/>
            <p:nvPr/>
          </p:nvSpPr>
          <p:spPr>
            <a:xfrm>
              <a:off x="1911625" y="3785225"/>
              <a:ext cx="757975" cy="1583050"/>
            </a:xfrm>
            <a:custGeom>
              <a:rect b="b" l="l" r="r" t="t"/>
              <a:pathLst>
                <a:path extrusionOk="0" h="63322" w="30319">
                  <a:moveTo>
                    <a:pt x="18109" y="1"/>
                  </a:moveTo>
                  <a:cubicBezTo>
                    <a:pt x="15232" y="1"/>
                    <a:pt x="12742" y="2007"/>
                    <a:pt x="12109" y="4810"/>
                  </a:cubicBezTo>
                  <a:cubicBezTo>
                    <a:pt x="9428" y="15440"/>
                    <a:pt x="4622" y="42246"/>
                    <a:pt x="0" y="63322"/>
                  </a:cubicBezTo>
                  <a:lnTo>
                    <a:pt x="29672" y="63322"/>
                  </a:lnTo>
                  <a:cubicBezTo>
                    <a:pt x="30319" y="48440"/>
                    <a:pt x="27453" y="19970"/>
                    <a:pt x="24680" y="5180"/>
                  </a:cubicBezTo>
                  <a:cubicBezTo>
                    <a:pt x="24046" y="2191"/>
                    <a:pt x="21548" y="1"/>
                    <a:pt x="18491" y="1"/>
                  </a:cubicBezTo>
                  <a:cubicBezTo>
                    <a:pt x="18428" y="1"/>
                    <a:pt x="18365" y="2"/>
                    <a:pt x="18302" y="4"/>
                  </a:cubicBezTo>
                  <a:cubicBezTo>
                    <a:pt x="18237" y="2"/>
                    <a:pt x="18173" y="1"/>
                    <a:pt x="18109" y="1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314"/>
            <p:cNvSpPr/>
            <p:nvPr/>
          </p:nvSpPr>
          <p:spPr>
            <a:xfrm>
              <a:off x="2059500" y="3475875"/>
              <a:ext cx="508425" cy="924150"/>
            </a:xfrm>
            <a:custGeom>
              <a:rect b="b" l="l" r="r" t="t"/>
              <a:pathLst>
                <a:path extrusionOk="0" h="36966" w="20337">
                  <a:moveTo>
                    <a:pt x="12156" y="1"/>
                  </a:moveTo>
                  <a:cubicBezTo>
                    <a:pt x="11034" y="1"/>
                    <a:pt x="9660" y="2353"/>
                    <a:pt x="8597" y="4706"/>
                  </a:cubicBezTo>
                  <a:cubicBezTo>
                    <a:pt x="7581" y="7109"/>
                    <a:pt x="6749" y="9512"/>
                    <a:pt x="6102" y="12008"/>
                  </a:cubicBezTo>
                  <a:cubicBezTo>
                    <a:pt x="4992" y="16260"/>
                    <a:pt x="2774" y="25319"/>
                    <a:pt x="1" y="36965"/>
                  </a:cubicBezTo>
                  <a:lnTo>
                    <a:pt x="20337" y="36965"/>
                  </a:lnTo>
                  <a:cubicBezTo>
                    <a:pt x="17933" y="18478"/>
                    <a:pt x="14051" y="1655"/>
                    <a:pt x="12849" y="361"/>
                  </a:cubicBezTo>
                  <a:cubicBezTo>
                    <a:pt x="12634" y="113"/>
                    <a:pt x="12401" y="1"/>
                    <a:pt x="12156" y="1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314"/>
            <p:cNvSpPr/>
            <p:nvPr/>
          </p:nvSpPr>
          <p:spPr>
            <a:xfrm>
              <a:off x="2406150" y="2142275"/>
              <a:ext cx="2796150" cy="3135875"/>
            </a:xfrm>
            <a:custGeom>
              <a:rect b="b" l="l" r="r" t="t"/>
              <a:pathLst>
                <a:path extrusionOk="0" h="125435" w="111846">
                  <a:moveTo>
                    <a:pt x="42612" y="0"/>
                  </a:moveTo>
                  <a:lnTo>
                    <a:pt x="40764" y="27454"/>
                  </a:lnTo>
                  <a:cubicBezTo>
                    <a:pt x="40486" y="31798"/>
                    <a:pt x="37898" y="35588"/>
                    <a:pt x="34016" y="37344"/>
                  </a:cubicBezTo>
                  <a:lnTo>
                    <a:pt x="0" y="53243"/>
                  </a:lnTo>
                  <a:lnTo>
                    <a:pt x="9983" y="125435"/>
                  </a:lnTo>
                  <a:lnTo>
                    <a:pt x="104081" y="125435"/>
                  </a:lnTo>
                  <a:lnTo>
                    <a:pt x="111846" y="54907"/>
                  </a:lnTo>
                  <a:lnTo>
                    <a:pt x="78015" y="37437"/>
                  </a:lnTo>
                  <a:cubicBezTo>
                    <a:pt x="74410" y="35588"/>
                    <a:pt x="72007" y="31983"/>
                    <a:pt x="71637" y="27916"/>
                  </a:cubicBezTo>
                  <a:cubicBezTo>
                    <a:pt x="70805" y="17933"/>
                    <a:pt x="69326" y="0"/>
                    <a:pt x="69326" y="0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314"/>
            <p:cNvSpPr/>
            <p:nvPr/>
          </p:nvSpPr>
          <p:spPr>
            <a:xfrm>
              <a:off x="2362225" y="3031950"/>
              <a:ext cx="2879375" cy="2345575"/>
            </a:xfrm>
            <a:custGeom>
              <a:rect b="b" l="l" r="r" t="t"/>
              <a:pathLst>
                <a:path extrusionOk="0" h="93823" w="115175">
                  <a:moveTo>
                    <a:pt x="33739" y="1"/>
                  </a:moveTo>
                  <a:lnTo>
                    <a:pt x="1" y="17656"/>
                  </a:lnTo>
                  <a:lnTo>
                    <a:pt x="7211" y="93822"/>
                  </a:lnTo>
                  <a:lnTo>
                    <a:pt x="108242" y="93822"/>
                  </a:lnTo>
                  <a:lnTo>
                    <a:pt x="115174" y="17933"/>
                  </a:lnTo>
                  <a:lnTo>
                    <a:pt x="81713" y="648"/>
                  </a:lnTo>
                  <a:cubicBezTo>
                    <a:pt x="81713" y="648"/>
                    <a:pt x="76259" y="24589"/>
                    <a:pt x="57865" y="24589"/>
                  </a:cubicBezTo>
                  <a:cubicBezTo>
                    <a:pt x="39193" y="24589"/>
                    <a:pt x="33739" y="1"/>
                    <a:pt x="33739" y="1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314"/>
            <p:cNvSpPr/>
            <p:nvPr/>
          </p:nvSpPr>
          <p:spPr>
            <a:xfrm>
              <a:off x="4355225" y="1454225"/>
              <a:ext cx="334075" cy="598525"/>
            </a:xfrm>
            <a:custGeom>
              <a:rect b="b" l="l" r="r" t="t"/>
              <a:pathLst>
                <a:path extrusionOk="0" h="23941" w="13363">
                  <a:moveTo>
                    <a:pt x="8466" y="1"/>
                  </a:moveTo>
                  <a:cubicBezTo>
                    <a:pt x="5354" y="1"/>
                    <a:pt x="3021" y="3860"/>
                    <a:pt x="2455" y="6447"/>
                  </a:cubicBezTo>
                  <a:cubicBezTo>
                    <a:pt x="1941" y="8930"/>
                    <a:pt x="1" y="23940"/>
                    <a:pt x="4417" y="23940"/>
                  </a:cubicBezTo>
                  <a:cubicBezTo>
                    <a:pt x="4769" y="23940"/>
                    <a:pt x="5161" y="23845"/>
                    <a:pt x="5598" y="23640"/>
                  </a:cubicBezTo>
                  <a:cubicBezTo>
                    <a:pt x="6430" y="23178"/>
                    <a:pt x="7169" y="22623"/>
                    <a:pt x="7724" y="21884"/>
                  </a:cubicBezTo>
                  <a:cubicBezTo>
                    <a:pt x="11514" y="17355"/>
                    <a:pt x="13362" y="11531"/>
                    <a:pt x="12900" y="5708"/>
                  </a:cubicBezTo>
                  <a:cubicBezTo>
                    <a:pt x="12623" y="3397"/>
                    <a:pt x="11606" y="1086"/>
                    <a:pt x="9850" y="254"/>
                  </a:cubicBezTo>
                  <a:cubicBezTo>
                    <a:pt x="9374" y="80"/>
                    <a:pt x="8912" y="1"/>
                    <a:pt x="8466" y="1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314"/>
            <p:cNvSpPr/>
            <p:nvPr/>
          </p:nvSpPr>
          <p:spPr>
            <a:xfrm>
              <a:off x="4467425" y="1580725"/>
              <a:ext cx="131750" cy="321250"/>
            </a:xfrm>
            <a:custGeom>
              <a:rect b="b" l="l" r="r" t="t"/>
              <a:pathLst>
                <a:path extrusionOk="0" h="12850" w="5270">
                  <a:moveTo>
                    <a:pt x="3883" y="1"/>
                  </a:moveTo>
                  <a:cubicBezTo>
                    <a:pt x="3143" y="1"/>
                    <a:pt x="2681" y="925"/>
                    <a:pt x="2496" y="1665"/>
                  </a:cubicBezTo>
                  <a:cubicBezTo>
                    <a:pt x="1942" y="3606"/>
                    <a:pt x="1664" y="5639"/>
                    <a:pt x="1664" y="7765"/>
                  </a:cubicBezTo>
                  <a:cubicBezTo>
                    <a:pt x="1715" y="7613"/>
                    <a:pt x="1850" y="7544"/>
                    <a:pt x="1992" y="7544"/>
                  </a:cubicBezTo>
                  <a:cubicBezTo>
                    <a:pt x="2108" y="7544"/>
                    <a:pt x="2228" y="7590"/>
                    <a:pt x="2311" y="7673"/>
                  </a:cubicBezTo>
                  <a:cubicBezTo>
                    <a:pt x="2354" y="7694"/>
                    <a:pt x="2397" y="7725"/>
                    <a:pt x="2437" y="7763"/>
                  </a:cubicBezTo>
                  <a:lnTo>
                    <a:pt x="2437" y="7763"/>
                  </a:lnTo>
                  <a:lnTo>
                    <a:pt x="5269" y="1849"/>
                  </a:lnTo>
                  <a:cubicBezTo>
                    <a:pt x="5269" y="1480"/>
                    <a:pt x="5084" y="1017"/>
                    <a:pt x="4900" y="648"/>
                  </a:cubicBezTo>
                  <a:cubicBezTo>
                    <a:pt x="4715" y="278"/>
                    <a:pt x="4345" y="93"/>
                    <a:pt x="3883" y="1"/>
                  </a:cubicBezTo>
                  <a:close/>
                  <a:moveTo>
                    <a:pt x="2437" y="7763"/>
                  </a:moveTo>
                  <a:lnTo>
                    <a:pt x="1" y="12849"/>
                  </a:lnTo>
                  <a:cubicBezTo>
                    <a:pt x="2034" y="12295"/>
                    <a:pt x="3236" y="10261"/>
                    <a:pt x="2681" y="8227"/>
                  </a:cubicBezTo>
                  <a:cubicBezTo>
                    <a:pt x="2681" y="8085"/>
                    <a:pt x="2572" y="7888"/>
                    <a:pt x="2437" y="7763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314"/>
            <p:cNvSpPr/>
            <p:nvPr/>
          </p:nvSpPr>
          <p:spPr>
            <a:xfrm>
              <a:off x="4467425" y="1580725"/>
              <a:ext cx="131750" cy="321250"/>
            </a:xfrm>
            <a:custGeom>
              <a:rect b="b" l="l" r="r" t="t"/>
              <a:pathLst>
                <a:path extrusionOk="0" fill="none" h="12850" w="5270">
                  <a:moveTo>
                    <a:pt x="5269" y="1849"/>
                  </a:moveTo>
                  <a:cubicBezTo>
                    <a:pt x="5269" y="1480"/>
                    <a:pt x="5084" y="1017"/>
                    <a:pt x="4900" y="648"/>
                  </a:cubicBezTo>
                  <a:cubicBezTo>
                    <a:pt x="4715" y="278"/>
                    <a:pt x="4345" y="93"/>
                    <a:pt x="3883" y="1"/>
                  </a:cubicBezTo>
                  <a:cubicBezTo>
                    <a:pt x="3143" y="1"/>
                    <a:pt x="2681" y="925"/>
                    <a:pt x="2496" y="1665"/>
                  </a:cubicBezTo>
                  <a:cubicBezTo>
                    <a:pt x="1942" y="3606"/>
                    <a:pt x="1664" y="5639"/>
                    <a:pt x="1664" y="7765"/>
                  </a:cubicBezTo>
                  <a:cubicBezTo>
                    <a:pt x="1757" y="7488"/>
                    <a:pt x="2127" y="7488"/>
                    <a:pt x="2311" y="7673"/>
                  </a:cubicBezTo>
                  <a:cubicBezTo>
                    <a:pt x="2496" y="7765"/>
                    <a:pt x="2681" y="8043"/>
                    <a:pt x="2681" y="8227"/>
                  </a:cubicBezTo>
                  <a:cubicBezTo>
                    <a:pt x="3236" y="10261"/>
                    <a:pt x="2034" y="12295"/>
                    <a:pt x="1" y="12849"/>
                  </a:cubicBezTo>
                </a:path>
              </a:pathLst>
            </a:custGeom>
            <a:noFill/>
            <a:ln cap="rnd" cmpd="sng" w="25425">
              <a:solidFill>
                <a:srgbClr val="7F3D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314"/>
            <p:cNvSpPr/>
            <p:nvPr/>
          </p:nvSpPr>
          <p:spPr>
            <a:xfrm>
              <a:off x="2942250" y="1454225"/>
              <a:ext cx="334075" cy="598525"/>
            </a:xfrm>
            <a:custGeom>
              <a:rect b="b" l="l" r="r" t="t"/>
              <a:pathLst>
                <a:path extrusionOk="0" h="23941" w="13363">
                  <a:moveTo>
                    <a:pt x="4897" y="1"/>
                  </a:moveTo>
                  <a:cubicBezTo>
                    <a:pt x="4451" y="1"/>
                    <a:pt x="3989" y="80"/>
                    <a:pt x="3513" y="254"/>
                  </a:cubicBezTo>
                  <a:cubicBezTo>
                    <a:pt x="1757" y="1086"/>
                    <a:pt x="740" y="3397"/>
                    <a:pt x="463" y="5708"/>
                  </a:cubicBezTo>
                  <a:cubicBezTo>
                    <a:pt x="1" y="11531"/>
                    <a:pt x="1850" y="17355"/>
                    <a:pt x="5639" y="21884"/>
                  </a:cubicBezTo>
                  <a:cubicBezTo>
                    <a:pt x="6194" y="22623"/>
                    <a:pt x="6933" y="23178"/>
                    <a:pt x="7765" y="23640"/>
                  </a:cubicBezTo>
                  <a:cubicBezTo>
                    <a:pt x="8202" y="23845"/>
                    <a:pt x="8595" y="23940"/>
                    <a:pt x="8947" y="23940"/>
                  </a:cubicBezTo>
                  <a:cubicBezTo>
                    <a:pt x="13363" y="23940"/>
                    <a:pt x="11422" y="8930"/>
                    <a:pt x="10908" y="6447"/>
                  </a:cubicBezTo>
                  <a:cubicBezTo>
                    <a:pt x="10342" y="3860"/>
                    <a:pt x="8009" y="1"/>
                    <a:pt x="4897" y="1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314"/>
            <p:cNvSpPr/>
            <p:nvPr/>
          </p:nvSpPr>
          <p:spPr>
            <a:xfrm>
              <a:off x="3030075" y="1580725"/>
              <a:ext cx="134050" cy="321250"/>
            </a:xfrm>
            <a:custGeom>
              <a:rect b="b" l="l" r="r" t="t"/>
              <a:pathLst>
                <a:path extrusionOk="0" h="12850" w="5362">
                  <a:moveTo>
                    <a:pt x="1479" y="1"/>
                  </a:moveTo>
                  <a:cubicBezTo>
                    <a:pt x="1017" y="93"/>
                    <a:pt x="647" y="278"/>
                    <a:pt x="463" y="648"/>
                  </a:cubicBezTo>
                  <a:cubicBezTo>
                    <a:pt x="278" y="1017"/>
                    <a:pt x="93" y="1387"/>
                    <a:pt x="0" y="1849"/>
                  </a:cubicBezTo>
                  <a:lnTo>
                    <a:pt x="2896" y="7791"/>
                  </a:lnTo>
                  <a:lnTo>
                    <a:pt x="2896" y="7791"/>
                  </a:lnTo>
                  <a:cubicBezTo>
                    <a:pt x="2945" y="7741"/>
                    <a:pt x="2998" y="7699"/>
                    <a:pt x="3051" y="7673"/>
                  </a:cubicBezTo>
                  <a:cubicBezTo>
                    <a:pt x="3134" y="7590"/>
                    <a:pt x="3236" y="7544"/>
                    <a:pt x="3339" y="7544"/>
                  </a:cubicBezTo>
                  <a:cubicBezTo>
                    <a:pt x="3466" y="7544"/>
                    <a:pt x="3596" y="7613"/>
                    <a:pt x="3698" y="7765"/>
                  </a:cubicBezTo>
                  <a:cubicBezTo>
                    <a:pt x="3698" y="5639"/>
                    <a:pt x="3420" y="3606"/>
                    <a:pt x="2866" y="1665"/>
                  </a:cubicBezTo>
                  <a:cubicBezTo>
                    <a:pt x="2681" y="925"/>
                    <a:pt x="2219" y="1"/>
                    <a:pt x="1479" y="1"/>
                  </a:cubicBezTo>
                  <a:close/>
                  <a:moveTo>
                    <a:pt x="2896" y="7791"/>
                  </a:moveTo>
                  <a:cubicBezTo>
                    <a:pt x="2775" y="7916"/>
                    <a:pt x="2681" y="8095"/>
                    <a:pt x="2681" y="8227"/>
                  </a:cubicBezTo>
                  <a:cubicBezTo>
                    <a:pt x="2126" y="10261"/>
                    <a:pt x="3328" y="12295"/>
                    <a:pt x="5362" y="12849"/>
                  </a:cubicBezTo>
                  <a:lnTo>
                    <a:pt x="2896" y="7791"/>
                  </a:ln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314"/>
            <p:cNvSpPr/>
            <p:nvPr/>
          </p:nvSpPr>
          <p:spPr>
            <a:xfrm>
              <a:off x="3030075" y="1580725"/>
              <a:ext cx="134050" cy="321250"/>
            </a:xfrm>
            <a:custGeom>
              <a:rect b="b" l="l" r="r" t="t"/>
              <a:pathLst>
                <a:path extrusionOk="0" fill="none" h="12850" w="5362">
                  <a:moveTo>
                    <a:pt x="0" y="1849"/>
                  </a:moveTo>
                  <a:cubicBezTo>
                    <a:pt x="93" y="1387"/>
                    <a:pt x="278" y="1017"/>
                    <a:pt x="463" y="648"/>
                  </a:cubicBezTo>
                  <a:cubicBezTo>
                    <a:pt x="647" y="278"/>
                    <a:pt x="1017" y="93"/>
                    <a:pt x="1479" y="1"/>
                  </a:cubicBezTo>
                  <a:cubicBezTo>
                    <a:pt x="2219" y="1"/>
                    <a:pt x="2681" y="925"/>
                    <a:pt x="2866" y="1665"/>
                  </a:cubicBezTo>
                  <a:cubicBezTo>
                    <a:pt x="3420" y="3606"/>
                    <a:pt x="3698" y="5639"/>
                    <a:pt x="3698" y="7765"/>
                  </a:cubicBezTo>
                  <a:cubicBezTo>
                    <a:pt x="3513" y="7488"/>
                    <a:pt x="3236" y="7488"/>
                    <a:pt x="3051" y="7673"/>
                  </a:cubicBezTo>
                  <a:cubicBezTo>
                    <a:pt x="2866" y="7765"/>
                    <a:pt x="2681" y="8043"/>
                    <a:pt x="2681" y="8227"/>
                  </a:cubicBezTo>
                  <a:cubicBezTo>
                    <a:pt x="2126" y="10261"/>
                    <a:pt x="3328" y="12295"/>
                    <a:pt x="5362" y="12849"/>
                  </a:cubicBezTo>
                </a:path>
              </a:pathLst>
            </a:custGeom>
            <a:noFill/>
            <a:ln cap="rnd" cmpd="sng" w="25425">
              <a:solidFill>
                <a:srgbClr val="7F3D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314"/>
            <p:cNvSpPr/>
            <p:nvPr/>
          </p:nvSpPr>
          <p:spPr>
            <a:xfrm>
              <a:off x="3127125" y="581275"/>
              <a:ext cx="1395775" cy="2061125"/>
            </a:xfrm>
            <a:custGeom>
              <a:rect b="b" l="l" r="r" t="t"/>
              <a:pathLst>
                <a:path extrusionOk="0" h="82445" w="55831">
                  <a:moveTo>
                    <a:pt x="29449" y="1"/>
                  </a:moveTo>
                  <a:cubicBezTo>
                    <a:pt x="24194" y="1"/>
                    <a:pt x="18958" y="1318"/>
                    <a:pt x="14236" y="3837"/>
                  </a:cubicBezTo>
                  <a:cubicBezTo>
                    <a:pt x="8042" y="7257"/>
                    <a:pt x="4068" y="13542"/>
                    <a:pt x="2312" y="20382"/>
                  </a:cubicBezTo>
                  <a:cubicBezTo>
                    <a:pt x="1202" y="24819"/>
                    <a:pt x="463" y="29349"/>
                    <a:pt x="186" y="33878"/>
                  </a:cubicBezTo>
                  <a:cubicBezTo>
                    <a:pt x="1" y="37853"/>
                    <a:pt x="93" y="41735"/>
                    <a:pt x="555" y="45617"/>
                  </a:cubicBezTo>
                  <a:cubicBezTo>
                    <a:pt x="1572" y="55138"/>
                    <a:pt x="4900" y="64659"/>
                    <a:pt x="10446" y="72146"/>
                  </a:cubicBezTo>
                  <a:cubicBezTo>
                    <a:pt x="14236" y="77138"/>
                    <a:pt x="19504" y="81482"/>
                    <a:pt x="25790" y="82314"/>
                  </a:cubicBezTo>
                  <a:cubicBezTo>
                    <a:pt x="26443" y="82379"/>
                    <a:pt x="27097" y="82445"/>
                    <a:pt x="27751" y="82445"/>
                  </a:cubicBezTo>
                  <a:cubicBezTo>
                    <a:pt x="28021" y="82445"/>
                    <a:pt x="28292" y="82433"/>
                    <a:pt x="28563" y="82406"/>
                  </a:cubicBezTo>
                  <a:cubicBezTo>
                    <a:pt x="34294" y="82314"/>
                    <a:pt x="39378" y="78986"/>
                    <a:pt x="43168" y="74734"/>
                  </a:cubicBezTo>
                  <a:cubicBezTo>
                    <a:pt x="48067" y="69281"/>
                    <a:pt x="51024" y="62348"/>
                    <a:pt x="52873" y="55323"/>
                  </a:cubicBezTo>
                  <a:cubicBezTo>
                    <a:pt x="54999" y="46634"/>
                    <a:pt x="55831" y="37668"/>
                    <a:pt x="54999" y="28702"/>
                  </a:cubicBezTo>
                  <a:cubicBezTo>
                    <a:pt x="54537" y="22693"/>
                    <a:pt x="54260" y="15021"/>
                    <a:pt x="50747" y="9937"/>
                  </a:cubicBezTo>
                  <a:cubicBezTo>
                    <a:pt x="47419" y="5223"/>
                    <a:pt x="42428" y="1988"/>
                    <a:pt x="36790" y="879"/>
                  </a:cubicBezTo>
                  <a:cubicBezTo>
                    <a:pt x="34373" y="289"/>
                    <a:pt x="31909" y="1"/>
                    <a:pt x="29449" y="1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314"/>
            <p:cNvSpPr/>
            <p:nvPr/>
          </p:nvSpPr>
          <p:spPr>
            <a:xfrm>
              <a:off x="3016167" y="237786"/>
              <a:ext cx="1603775" cy="1517826"/>
            </a:xfrm>
            <a:custGeom>
              <a:rect b="b" l="l" r="r" t="t"/>
              <a:pathLst>
                <a:path extrusionOk="0" h="60005" w="64151">
                  <a:moveTo>
                    <a:pt x="31004" y="1"/>
                  </a:moveTo>
                  <a:cubicBezTo>
                    <a:pt x="25125" y="1"/>
                    <a:pt x="19446" y="1749"/>
                    <a:pt x="14605" y="5005"/>
                  </a:cubicBezTo>
                  <a:cubicBezTo>
                    <a:pt x="8320" y="9257"/>
                    <a:pt x="3698" y="15543"/>
                    <a:pt x="1572" y="22845"/>
                  </a:cubicBezTo>
                  <a:cubicBezTo>
                    <a:pt x="463" y="27005"/>
                    <a:pt x="1" y="37727"/>
                    <a:pt x="1" y="41979"/>
                  </a:cubicBezTo>
                  <a:cubicBezTo>
                    <a:pt x="1" y="44198"/>
                    <a:pt x="93" y="46416"/>
                    <a:pt x="186" y="48542"/>
                  </a:cubicBezTo>
                  <a:cubicBezTo>
                    <a:pt x="186" y="48542"/>
                    <a:pt x="278" y="48542"/>
                    <a:pt x="463" y="48635"/>
                  </a:cubicBezTo>
                  <a:cubicBezTo>
                    <a:pt x="833" y="48404"/>
                    <a:pt x="1249" y="48288"/>
                    <a:pt x="1665" y="48288"/>
                  </a:cubicBezTo>
                  <a:cubicBezTo>
                    <a:pt x="2081" y="48288"/>
                    <a:pt x="2497" y="48404"/>
                    <a:pt x="2866" y="48635"/>
                  </a:cubicBezTo>
                  <a:cubicBezTo>
                    <a:pt x="3975" y="49005"/>
                    <a:pt x="4345" y="50668"/>
                    <a:pt x="4438" y="52147"/>
                  </a:cubicBezTo>
                  <a:cubicBezTo>
                    <a:pt x="4530" y="53072"/>
                    <a:pt x="4623" y="54088"/>
                    <a:pt x="4623" y="55105"/>
                  </a:cubicBezTo>
                  <a:cubicBezTo>
                    <a:pt x="4715" y="56399"/>
                    <a:pt x="4807" y="57693"/>
                    <a:pt x="4992" y="58987"/>
                  </a:cubicBezTo>
                  <a:cubicBezTo>
                    <a:pt x="5732" y="54643"/>
                    <a:pt x="6471" y="50206"/>
                    <a:pt x="7303" y="45862"/>
                  </a:cubicBezTo>
                  <a:cubicBezTo>
                    <a:pt x="7950" y="41795"/>
                    <a:pt x="7765" y="37727"/>
                    <a:pt x="8597" y="33660"/>
                  </a:cubicBezTo>
                  <a:cubicBezTo>
                    <a:pt x="8874" y="31349"/>
                    <a:pt x="9614" y="29039"/>
                    <a:pt x="10631" y="26913"/>
                  </a:cubicBezTo>
                  <a:cubicBezTo>
                    <a:pt x="11648" y="24694"/>
                    <a:pt x="13589" y="23123"/>
                    <a:pt x="15900" y="22568"/>
                  </a:cubicBezTo>
                  <a:cubicBezTo>
                    <a:pt x="16342" y="22480"/>
                    <a:pt x="16779" y="22440"/>
                    <a:pt x="17211" y="22440"/>
                  </a:cubicBezTo>
                  <a:cubicBezTo>
                    <a:pt x="19943" y="22440"/>
                    <a:pt x="22497" y="24039"/>
                    <a:pt x="25051" y="25156"/>
                  </a:cubicBezTo>
                  <a:cubicBezTo>
                    <a:pt x="27223" y="26081"/>
                    <a:pt x="29534" y="26543"/>
                    <a:pt x="31844" y="26543"/>
                  </a:cubicBezTo>
                  <a:cubicBezTo>
                    <a:pt x="34155" y="26543"/>
                    <a:pt x="36466" y="26081"/>
                    <a:pt x="38638" y="25156"/>
                  </a:cubicBezTo>
                  <a:cubicBezTo>
                    <a:pt x="41192" y="24039"/>
                    <a:pt x="43746" y="22440"/>
                    <a:pt x="46537" y="22440"/>
                  </a:cubicBezTo>
                  <a:cubicBezTo>
                    <a:pt x="46979" y="22440"/>
                    <a:pt x="47427" y="22480"/>
                    <a:pt x="47882" y="22568"/>
                  </a:cubicBezTo>
                  <a:cubicBezTo>
                    <a:pt x="50193" y="23123"/>
                    <a:pt x="52134" y="24694"/>
                    <a:pt x="53151" y="26913"/>
                  </a:cubicBezTo>
                  <a:cubicBezTo>
                    <a:pt x="54167" y="29039"/>
                    <a:pt x="54814" y="31349"/>
                    <a:pt x="55184" y="33660"/>
                  </a:cubicBezTo>
                  <a:cubicBezTo>
                    <a:pt x="55831" y="37265"/>
                    <a:pt x="55924" y="40963"/>
                    <a:pt x="56293" y="44568"/>
                  </a:cubicBezTo>
                  <a:cubicBezTo>
                    <a:pt x="56756" y="49744"/>
                    <a:pt x="57865" y="54828"/>
                    <a:pt x="58604" y="60004"/>
                  </a:cubicBezTo>
                  <a:lnTo>
                    <a:pt x="59344" y="53349"/>
                  </a:lnTo>
                  <a:cubicBezTo>
                    <a:pt x="59436" y="52240"/>
                    <a:pt x="59713" y="51131"/>
                    <a:pt x="60268" y="50114"/>
                  </a:cubicBezTo>
                  <a:cubicBezTo>
                    <a:pt x="60730" y="49467"/>
                    <a:pt x="61562" y="49005"/>
                    <a:pt x="62394" y="49005"/>
                  </a:cubicBezTo>
                  <a:cubicBezTo>
                    <a:pt x="62834" y="49005"/>
                    <a:pt x="63065" y="49109"/>
                    <a:pt x="63215" y="49109"/>
                  </a:cubicBezTo>
                  <a:cubicBezTo>
                    <a:pt x="63381" y="49109"/>
                    <a:pt x="63450" y="48983"/>
                    <a:pt x="63596" y="48450"/>
                  </a:cubicBezTo>
                  <a:cubicBezTo>
                    <a:pt x="64150" y="46694"/>
                    <a:pt x="63781" y="43921"/>
                    <a:pt x="63781" y="41979"/>
                  </a:cubicBezTo>
                  <a:cubicBezTo>
                    <a:pt x="63781" y="37727"/>
                    <a:pt x="63411" y="27005"/>
                    <a:pt x="62209" y="22845"/>
                  </a:cubicBezTo>
                  <a:cubicBezTo>
                    <a:pt x="60083" y="15543"/>
                    <a:pt x="55461" y="9257"/>
                    <a:pt x="49268" y="5005"/>
                  </a:cubicBezTo>
                  <a:cubicBezTo>
                    <a:pt x="44427" y="1749"/>
                    <a:pt x="38664" y="1"/>
                    <a:pt x="32778" y="1"/>
                  </a:cubicBezTo>
                  <a:cubicBezTo>
                    <a:pt x="32482" y="1"/>
                    <a:pt x="32187" y="5"/>
                    <a:pt x="31891" y="14"/>
                  </a:cubicBezTo>
                  <a:cubicBezTo>
                    <a:pt x="31595" y="5"/>
                    <a:pt x="31299" y="1"/>
                    <a:pt x="31004" y="1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314"/>
            <p:cNvSpPr/>
            <p:nvPr/>
          </p:nvSpPr>
          <p:spPr>
            <a:xfrm>
              <a:off x="3727950" y="1522950"/>
              <a:ext cx="101700" cy="506125"/>
            </a:xfrm>
            <a:custGeom>
              <a:rect b="b" l="l" r="r" t="t"/>
              <a:pathLst>
                <a:path extrusionOk="0" fill="none" h="20245" w="4068">
                  <a:moveTo>
                    <a:pt x="4068" y="20244"/>
                  </a:moveTo>
                  <a:cubicBezTo>
                    <a:pt x="2774" y="19967"/>
                    <a:pt x="1572" y="19227"/>
                    <a:pt x="740" y="18118"/>
                  </a:cubicBezTo>
                  <a:cubicBezTo>
                    <a:pt x="185" y="17009"/>
                    <a:pt x="1" y="15715"/>
                    <a:pt x="278" y="14421"/>
                  </a:cubicBezTo>
                  <a:cubicBezTo>
                    <a:pt x="648" y="9614"/>
                    <a:pt x="1110" y="4807"/>
                    <a:pt x="1480" y="1"/>
                  </a:cubicBezTo>
                </a:path>
              </a:pathLst>
            </a:custGeom>
            <a:noFill/>
            <a:ln cap="rnd" cmpd="sng" w="19050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314"/>
            <p:cNvSpPr/>
            <p:nvPr/>
          </p:nvSpPr>
          <p:spPr>
            <a:xfrm>
              <a:off x="3377300" y="1571000"/>
              <a:ext cx="174450" cy="128100"/>
            </a:xfrm>
            <a:custGeom>
              <a:rect b="b" l="l" r="r" t="t"/>
              <a:pathLst>
                <a:path extrusionOk="0" h="5124" w="6978">
                  <a:moveTo>
                    <a:pt x="3427" y="1"/>
                  </a:moveTo>
                  <a:cubicBezTo>
                    <a:pt x="405" y="1"/>
                    <a:pt x="1" y="4747"/>
                    <a:pt x="3212" y="5104"/>
                  </a:cubicBezTo>
                  <a:cubicBezTo>
                    <a:pt x="3328" y="5117"/>
                    <a:pt x="3442" y="5123"/>
                    <a:pt x="3551" y="5123"/>
                  </a:cubicBezTo>
                  <a:cubicBezTo>
                    <a:pt x="6574" y="5123"/>
                    <a:pt x="6977" y="377"/>
                    <a:pt x="3766" y="20"/>
                  </a:cubicBezTo>
                  <a:cubicBezTo>
                    <a:pt x="3650" y="7"/>
                    <a:pt x="3537" y="1"/>
                    <a:pt x="3427" y="1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314"/>
            <p:cNvSpPr/>
            <p:nvPr/>
          </p:nvSpPr>
          <p:spPr>
            <a:xfrm>
              <a:off x="3180275" y="1320000"/>
              <a:ext cx="473750" cy="154575"/>
            </a:xfrm>
            <a:custGeom>
              <a:rect b="b" l="l" r="r" t="t"/>
              <a:pathLst>
                <a:path extrusionOk="0" h="6183" w="18950">
                  <a:moveTo>
                    <a:pt x="9973" y="0"/>
                  </a:moveTo>
                  <a:cubicBezTo>
                    <a:pt x="6203" y="0"/>
                    <a:pt x="2296" y="1389"/>
                    <a:pt x="463" y="3867"/>
                  </a:cubicBezTo>
                  <a:cubicBezTo>
                    <a:pt x="1" y="4699"/>
                    <a:pt x="648" y="5808"/>
                    <a:pt x="1664" y="5808"/>
                  </a:cubicBezTo>
                  <a:cubicBezTo>
                    <a:pt x="4160" y="5716"/>
                    <a:pt x="6471" y="4884"/>
                    <a:pt x="8967" y="4884"/>
                  </a:cubicBezTo>
                  <a:cubicBezTo>
                    <a:pt x="11382" y="4884"/>
                    <a:pt x="13797" y="6182"/>
                    <a:pt x="16129" y="6182"/>
                  </a:cubicBezTo>
                  <a:cubicBezTo>
                    <a:pt x="16206" y="6182"/>
                    <a:pt x="16284" y="6181"/>
                    <a:pt x="16362" y="6178"/>
                  </a:cubicBezTo>
                  <a:cubicBezTo>
                    <a:pt x="17748" y="6085"/>
                    <a:pt x="18950" y="4514"/>
                    <a:pt x="18025" y="3312"/>
                  </a:cubicBezTo>
                  <a:cubicBezTo>
                    <a:pt x="16396" y="1040"/>
                    <a:pt x="13235" y="0"/>
                    <a:pt x="9973" y="0"/>
                  </a:cubicBezTo>
                  <a:close/>
                </a:path>
              </a:pathLst>
            </a:custGeom>
            <a:solidFill>
              <a:srgbClr val="372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314"/>
            <p:cNvSpPr/>
            <p:nvPr/>
          </p:nvSpPr>
          <p:spPr>
            <a:xfrm>
              <a:off x="4056700" y="1571000"/>
              <a:ext cx="174450" cy="128100"/>
            </a:xfrm>
            <a:custGeom>
              <a:rect b="b" l="l" r="r" t="t"/>
              <a:pathLst>
                <a:path extrusionOk="0" h="5124" w="6978">
                  <a:moveTo>
                    <a:pt x="3551" y="1"/>
                  </a:moveTo>
                  <a:cubicBezTo>
                    <a:pt x="3441" y="1"/>
                    <a:pt x="3328" y="7"/>
                    <a:pt x="3211" y="20"/>
                  </a:cubicBezTo>
                  <a:cubicBezTo>
                    <a:pt x="0" y="377"/>
                    <a:pt x="404" y="5123"/>
                    <a:pt x="3427" y="5123"/>
                  </a:cubicBezTo>
                  <a:cubicBezTo>
                    <a:pt x="3536" y="5123"/>
                    <a:pt x="3649" y="5117"/>
                    <a:pt x="3766" y="5104"/>
                  </a:cubicBezTo>
                  <a:cubicBezTo>
                    <a:pt x="6977" y="4747"/>
                    <a:pt x="6573" y="1"/>
                    <a:pt x="3551" y="1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314"/>
            <p:cNvSpPr/>
            <p:nvPr/>
          </p:nvSpPr>
          <p:spPr>
            <a:xfrm>
              <a:off x="3954425" y="1320000"/>
              <a:ext cx="473750" cy="154575"/>
            </a:xfrm>
            <a:custGeom>
              <a:rect b="b" l="l" r="r" t="t"/>
              <a:pathLst>
                <a:path extrusionOk="0" h="6183" w="18950">
                  <a:moveTo>
                    <a:pt x="8977" y="0"/>
                  </a:moveTo>
                  <a:cubicBezTo>
                    <a:pt x="5715" y="0"/>
                    <a:pt x="2554" y="1040"/>
                    <a:pt x="924" y="3312"/>
                  </a:cubicBezTo>
                  <a:cubicBezTo>
                    <a:pt x="0" y="4514"/>
                    <a:pt x="1202" y="6085"/>
                    <a:pt x="2496" y="6178"/>
                  </a:cubicBezTo>
                  <a:cubicBezTo>
                    <a:pt x="2576" y="6181"/>
                    <a:pt x="2657" y="6182"/>
                    <a:pt x="2737" y="6182"/>
                  </a:cubicBezTo>
                  <a:cubicBezTo>
                    <a:pt x="5147" y="6182"/>
                    <a:pt x="7478" y="4884"/>
                    <a:pt x="9983" y="4884"/>
                  </a:cubicBezTo>
                  <a:cubicBezTo>
                    <a:pt x="12571" y="4884"/>
                    <a:pt x="14790" y="5716"/>
                    <a:pt x="17285" y="5808"/>
                  </a:cubicBezTo>
                  <a:cubicBezTo>
                    <a:pt x="18302" y="5808"/>
                    <a:pt x="18949" y="4699"/>
                    <a:pt x="18487" y="3867"/>
                  </a:cubicBezTo>
                  <a:cubicBezTo>
                    <a:pt x="16653" y="1389"/>
                    <a:pt x="12747" y="0"/>
                    <a:pt x="8977" y="0"/>
                  </a:cubicBezTo>
                  <a:close/>
                </a:path>
              </a:pathLst>
            </a:custGeom>
            <a:solidFill>
              <a:srgbClr val="372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314"/>
            <p:cNvSpPr/>
            <p:nvPr/>
          </p:nvSpPr>
          <p:spPr>
            <a:xfrm>
              <a:off x="3641375" y="2223775"/>
              <a:ext cx="342625" cy="89825"/>
            </a:xfrm>
            <a:custGeom>
              <a:rect b="b" l="l" r="r" t="t"/>
              <a:pathLst>
                <a:path extrusionOk="0" h="3593" w="13705">
                  <a:moveTo>
                    <a:pt x="12200" y="0"/>
                  </a:moveTo>
                  <a:cubicBezTo>
                    <a:pt x="12096" y="0"/>
                    <a:pt x="11987" y="22"/>
                    <a:pt x="11875" y="68"/>
                  </a:cubicBezTo>
                  <a:cubicBezTo>
                    <a:pt x="9907" y="897"/>
                    <a:pt x="7824" y="1319"/>
                    <a:pt x="5737" y="1319"/>
                  </a:cubicBezTo>
                  <a:cubicBezTo>
                    <a:pt x="4100" y="1319"/>
                    <a:pt x="2461" y="1059"/>
                    <a:pt x="875" y="530"/>
                  </a:cubicBezTo>
                  <a:cubicBezTo>
                    <a:pt x="818" y="514"/>
                    <a:pt x="763" y="506"/>
                    <a:pt x="711" y="506"/>
                  </a:cubicBezTo>
                  <a:cubicBezTo>
                    <a:pt x="185" y="506"/>
                    <a:pt x="1" y="1303"/>
                    <a:pt x="506" y="1639"/>
                  </a:cubicBezTo>
                  <a:cubicBezTo>
                    <a:pt x="2458" y="2941"/>
                    <a:pt x="4736" y="3592"/>
                    <a:pt x="7032" y="3592"/>
                  </a:cubicBezTo>
                  <a:cubicBezTo>
                    <a:pt x="8974" y="3592"/>
                    <a:pt x="10928" y="3126"/>
                    <a:pt x="12707" y="2194"/>
                  </a:cubicBezTo>
                  <a:cubicBezTo>
                    <a:pt x="13705" y="1695"/>
                    <a:pt x="13132" y="0"/>
                    <a:pt x="12200" y="0"/>
                  </a:cubicBezTo>
                  <a:close/>
                </a:path>
              </a:pathLst>
            </a:custGeom>
            <a:solidFill>
              <a:srgbClr val="7F3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1" name="Google Shape;3091;p314"/>
          <p:cNvSpPr txBox="1"/>
          <p:nvPr>
            <p:ph idx="3" type="subTitle"/>
          </p:nvPr>
        </p:nvSpPr>
        <p:spPr>
          <a:xfrm>
            <a:off x="2537850" y="3179425"/>
            <a:ext cx="14781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TRAVELING WOMEN</a:t>
            </a:r>
            <a:endParaRPr/>
          </a:p>
        </p:txBody>
      </p:sp>
      <p:sp>
        <p:nvSpPr>
          <p:cNvPr id="3092" name="Google Shape;3092;p314"/>
          <p:cNvSpPr txBox="1"/>
          <p:nvPr>
            <p:ph idx="4" type="subTitle"/>
          </p:nvPr>
        </p:nvSpPr>
        <p:spPr>
          <a:xfrm>
            <a:off x="2510575" y="3934425"/>
            <a:ext cx="1575900" cy="6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Safety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3093" name="Google Shape;3093;p314"/>
          <p:cNvGrpSpPr/>
          <p:nvPr/>
        </p:nvGrpSpPr>
        <p:grpSpPr>
          <a:xfrm>
            <a:off x="7088043" y="1441563"/>
            <a:ext cx="1203827" cy="1641633"/>
            <a:chOff x="1911625" y="237786"/>
            <a:chExt cx="3769025" cy="5139739"/>
          </a:xfrm>
        </p:grpSpPr>
        <p:sp>
          <p:nvSpPr>
            <p:cNvPr id="3094" name="Google Shape;3094;p314"/>
            <p:cNvSpPr/>
            <p:nvPr/>
          </p:nvSpPr>
          <p:spPr>
            <a:xfrm>
              <a:off x="4922675" y="3785225"/>
              <a:ext cx="757975" cy="1583050"/>
            </a:xfrm>
            <a:custGeom>
              <a:rect b="b" l="l" r="r" t="t"/>
              <a:pathLst>
                <a:path extrusionOk="0" h="63322" w="30319">
                  <a:moveTo>
                    <a:pt x="12204" y="1"/>
                  </a:moveTo>
                  <a:cubicBezTo>
                    <a:pt x="12142" y="1"/>
                    <a:pt x="12079" y="2"/>
                    <a:pt x="12017" y="4"/>
                  </a:cubicBezTo>
                  <a:cubicBezTo>
                    <a:pt x="11953" y="2"/>
                    <a:pt x="11890" y="1"/>
                    <a:pt x="11827" y="1"/>
                  </a:cubicBezTo>
                  <a:cubicBezTo>
                    <a:pt x="8767" y="1"/>
                    <a:pt x="6182" y="2191"/>
                    <a:pt x="5639" y="5180"/>
                  </a:cubicBezTo>
                  <a:cubicBezTo>
                    <a:pt x="2866" y="19970"/>
                    <a:pt x="0" y="48440"/>
                    <a:pt x="647" y="63322"/>
                  </a:cubicBezTo>
                  <a:lnTo>
                    <a:pt x="30319" y="63322"/>
                  </a:lnTo>
                  <a:cubicBezTo>
                    <a:pt x="25697" y="42246"/>
                    <a:pt x="20890" y="15440"/>
                    <a:pt x="18210" y="4810"/>
                  </a:cubicBezTo>
                  <a:cubicBezTo>
                    <a:pt x="17486" y="2007"/>
                    <a:pt x="14994" y="1"/>
                    <a:pt x="12204" y="1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314"/>
            <p:cNvSpPr/>
            <p:nvPr/>
          </p:nvSpPr>
          <p:spPr>
            <a:xfrm>
              <a:off x="5024350" y="3475875"/>
              <a:ext cx="508400" cy="924150"/>
            </a:xfrm>
            <a:custGeom>
              <a:rect b="b" l="l" r="r" t="t"/>
              <a:pathLst>
                <a:path extrusionOk="0" h="36966" w="20336">
                  <a:moveTo>
                    <a:pt x="8088" y="1"/>
                  </a:moveTo>
                  <a:cubicBezTo>
                    <a:pt x="7843" y="1"/>
                    <a:pt x="7610" y="113"/>
                    <a:pt x="7395" y="361"/>
                  </a:cubicBezTo>
                  <a:cubicBezTo>
                    <a:pt x="6193" y="1655"/>
                    <a:pt x="2404" y="18478"/>
                    <a:pt x="0" y="36965"/>
                  </a:cubicBezTo>
                  <a:lnTo>
                    <a:pt x="20336" y="36965"/>
                  </a:lnTo>
                  <a:cubicBezTo>
                    <a:pt x="17563" y="25319"/>
                    <a:pt x="15344" y="16260"/>
                    <a:pt x="14143" y="12008"/>
                  </a:cubicBezTo>
                  <a:cubicBezTo>
                    <a:pt x="13496" y="9512"/>
                    <a:pt x="12664" y="7109"/>
                    <a:pt x="11647" y="4706"/>
                  </a:cubicBezTo>
                  <a:cubicBezTo>
                    <a:pt x="10585" y="2353"/>
                    <a:pt x="9211" y="1"/>
                    <a:pt x="8088" y="1"/>
                  </a:cubicBezTo>
                  <a:close/>
                </a:path>
              </a:pathLst>
            </a:custGeom>
            <a:solidFill>
              <a:srgbClr val="4C97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314"/>
            <p:cNvSpPr/>
            <p:nvPr/>
          </p:nvSpPr>
          <p:spPr>
            <a:xfrm>
              <a:off x="1911625" y="3785225"/>
              <a:ext cx="757975" cy="1583050"/>
            </a:xfrm>
            <a:custGeom>
              <a:rect b="b" l="l" r="r" t="t"/>
              <a:pathLst>
                <a:path extrusionOk="0" h="63322" w="30319">
                  <a:moveTo>
                    <a:pt x="18109" y="1"/>
                  </a:moveTo>
                  <a:cubicBezTo>
                    <a:pt x="15232" y="1"/>
                    <a:pt x="12742" y="2007"/>
                    <a:pt x="12109" y="4810"/>
                  </a:cubicBezTo>
                  <a:cubicBezTo>
                    <a:pt x="9428" y="15440"/>
                    <a:pt x="4622" y="42246"/>
                    <a:pt x="0" y="63322"/>
                  </a:cubicBezTo>
                  <a:lnTo>
                    <a:pt x="29672" y="63322"/>
                  </a:lnTo>
                  <a:cubicBezTo>
                    <a:pt x="30319" y="48440"/>
                    <a:pt x="27453" y="19970"/>
                    <a:pt x="24680" y="5180"/>
                  </a:cubicBezTo>
                  <a:cubicBezTo>
                    <a:pt x="24046" y="2191"/>
                    <a:pt x="21548" y="1"/>
                    <a:pt x="18491" y="1"/>
                  </a:cubicBezTo>
                  <a:cubicBezTo>
                    <a:pt x="18428" y="1"/>
                    <a:pt x="18365" y="2"/>
                    <a:pt x="18302" y="4"/>
                  </a:cubicBezTo>
                  <a:cubicBezTo>
                    <a:pt x="18237" y="2"/>
                    <a:pt x="18173" y="1"/>
                    <a:pt x="18109" y="1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314"/>
            <p:cNvSpPr/>
            <p:nvPr/>
          </p:nvSpPr>
          <p:spPr>
            <a:xfrm>
              <a:off x="2059500" y="3475875"/>
              <a:ext cx="508425" cy="924150"/>
            </a:xfrm>
            <a:custGeom>
              <a:rect b="b" l="l" r="r" t="t"/>
              <a:pathLst>
                <a:path extrusionOk="0" h="36966" w="20337">
                  <a:moveTo>
                    <a:pt x="12156" y="1"/>
                  </a:moveTo>
                  <a:cubicBezTo>
                    <a:pt x="11034" y="1"/>
                    <a:pt x="9660" y="2353"/>
                    <a:pt x="8597" y="4706"/>
                  </a:cubicBezTo>
                  <a:cubicBezTo>
                    <a:pt x="7581" y="7109"/>
                    <a:pt x="6749" y="9512"/>
                    <a:pt x="6102" y="12008"/>
                  </a:cubicBezTo>
                  <a:cubicBezTo>
                    <a:pt x="4992" y="16260"/>
                    <a:pt x="2774" y="25319"/>
                    <a:pt x="1" y="36965"/>
                  </a:cubicBezTo>
                  <a:lnTo>
                    <a:pt x="20337" y="36965"/>
                  </a:lnTo>
                  <a:cubicBezTo>
                    <a:pt x="17933" y="18478"/>
                    <a:pt x="14051" y="1655"/>
                    <a:pt x="12849" y="361"/>
                  </a:cubicBezTo>
                  <a:cubicBezTo>
                    <a:pt x="12634" y="113"/>
                    <a:pt x="12401" y="1"/>
                    <a:pt x="12156" y="1"/>
                  </a:cubicBezTo>
                  <a:close/>
                </a:path>
              </a:pathLst>
            </a:custGeom>
            <a:solidFill>
              <a:srgbClr val="4C97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314"/>
            <p:cNvSpPr/>
            <p:nvPr/>
          </p:nvSpPr>
          <p:spPr>
            <a:xfrm>
              <a:off x="2406150" y="2142275"/>
              <a:ext cx="2796150" cy="3135875"/>
            </a:xfrm>
            <a:custGeom>
              <a:rect b="b" l="l" r="r" t="t"/>
              <a:pathLst>
                <a:path extrusionOk="0" h="125435" w="111846">
                  <a:moveTo>
                    <a:pt x="42612" y="0"/>
                  </a:moveTo>
                  <a:lnTo>
                    <a:pt x="40764" y="27454"/>
                  </a:lnTo>
                  <a:cubicBezTo>
                    <a:pt x="40486" y="31798"/>
                    <a:pt x="37898" y="35588"/>
                    <a:pt x="34016" y="37344"/>
                  </a:cubicBezTo>
                  <a:lnTo>
                    <a:pt x="0" y="53243"/>
                  </a:lnTo>
                  <a:lnTo>
                    <a:pt x="9983" y="125435"/>
                  </a:lnTo>
                  <a:lnTo>
                    <a:pt x="104081" y="125435"/>
                  </a:lnTo>
                  <a:lnTo>
                    <a:pt x="111846" y="54907"/>
                  </a:lnTo>
                  <a:lnTo>
                    <a:pt x="78015" y="37437"/>
                  </a:lnTo>
                  <a:cubicBezTo>
                    <a:pt x="74410" y="35588"/>
                    <a:pt x="72007" y="31983"/>
                    <a:pt x="71637" y="27916"/>
                  </a:cubicBezTo>
                  <a:cubicBezTo>
                    <a:pt x="70805" y="17933"/>
                    <a:pt x="69326" y="0"/>
                    <a:pt x="69326" y="0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314"/>
            <p:cNvSpPr/>
            <p:nvPr/>
          </p:nvSpPr>
          <p:spPr>
            <a:xfrm>
              <a:off x="2362225" y="3031950"/>
              <a:ext cx="2879375" cy="2345575"/>
            </a:xfrm>
            <a:custGeom>
              <a:rect b="b" l="l" r="r" t="t"/>
              <a:pathLst>
                <a:path extrusionOk="0" h="93823" w="115175">
                  <a:moveTo>
                    <a:pt x="33739" y="1"/>
                  </a:moveTo>
                  <a:lnTo>
                    <a:pt x="1" y="17656"/>
                  </a:lnTo>
                  <a:lnTo>
                    <a:pt x="7211" y="93822"/>
                  </a:lnTo>
                  <a:lnTo>
                    <a:pt x="108242" y="93822"/>
                  </a:lnTo>
                  <a:lnTo>
                    <a:pt x="115174" y="17933"/>
                  </a:lnTo>
                  <a:lnTo>
                    <a:pt x="81713" y="648"/>
                  </a:lnTo>
                  <a:cubicBezTo>
                    <a:pt x="81713" y="648"/>
                    <a:pt x="76259" y="24589"/>
                    <a:pt x="57865" y="24589"/>
                  </a:cubicBezTo>
                  <a:cubicBezTo>
                    <a:pt x="39193" y="24589"/>
                    <a:pt x="33739" y="1"/>
                    <a:pt x="33739" y="1"/>
                  </a:cubicBezTo>
                  <a:close/>
                </a:path>
              </a:pathLst>
            </a:custGeom>
            <a:solidFill>
              <a:srgbClr val="4C97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314"/>
            <p:cNvSpPr/>
            <p:nvPr/>
          </p:nvSpPr>
          <p:spPr>
            <a:xfrm>
              <a:off x="4355225" y="1454225"/>
              <a:ext cx="334075" cy="598525"/>
            </a:xfrm>
            <a:custGeom>
              <a:rect b="b" l="l" r="r" t="t"/>
              <a:pathLst>
                <a:path extrusionOk="0" h="23941" w="13363">
                  <a:moveTo>
                    <a:pt x="8466" y="1"/>
                  </a:moveTo>
                  <a:cubicBezTo>
                    <a:pt x="5354" y="1"/>
                    <a:pt x="3021" y="3860"/>
                    <a:pt x="2455" y="6447"/>
                  </a:cubicBezTo>
                  <a:cubicBezTo>
                    <a:pt x="1941" y="8930"/>
                    <a:pt x="1" y="23940"/>
                    <a:pt x="4417" y="23940"/>
                  </a:cubicBezTo>
                  <a:cubicBezTo>
                    <a:pt x="4769" y="23940"/>
                    <a:pt x="5161" y="23845"/>
                    <a:pt x="5598" y="23640"/>
                  </a:cubicBezTo>
                  <a:cubicBezTo>
                    <a:pt x="6430" y="23178"/>
                    <a:pt x="7169" y="22623"/>
                    <a:pt x="7724" y="21884"/>
                  </a:cubicBezTo>
                  <a:cubicBezTo>
                    <a:pt x="11514" y="17355"/>
                    <a:pt x="13362" y="11531"/>
                    <a:pt x="12900" y="5708"/>
                  </a:cubicBezTo>
                  <a:cubicBezTo>
                    <a:pt x="12623" y="3397"/>
                    <a:pt x="11606" y="1086"/>
                    <a:pt x="9850" y="254"/>
                  </a:cubicBezTo>
                  <a:cubicBezTo>
                    <a:pt x="9374" y="80"/>
                    <a:pt x="8912" y="1"/>
                    <a:pt x="8466" y="1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314"/>
            <p:cNvSpPr/>
            <p:nvPr/>
          </p:nvSpPr>
          <p:spPr>
            <a:xfrm>
              <a:off x="4467425" y="1580725"/>
              <a:ext cx="131750" cy="321250"/>
            </a:xfrm>
            <a:custGeom>
              <a:rect b="b" l="l" r="r" t="t"/>
              <a:pathLst>
                <a:path extrusionOk="0" h="12850" w="5270">
                  <a:moveTo>
                    <a:pt x="3883" y="1"/>
                  </a:moveTo>
                  <a:cubicBezTo>
                    <a:pt x="3143" y="1"/>
                    <a:pt x="2681" y="925"/>
                    <a:pt x="2496" y="1665"/>
                  </a:cubicBezTo>
                  <a:cubicBezTo>
                    <a:pt x="1942" y="3606"/>
                    <a:pt x="1664" y="5639"/>
                    <a:pt x="1664" y="7765"/>
                  </a:cubicBezTo>
                  <a:cubicBezTo>
                    <a:pt x="1715" y="7613"/>
                    <a:pt x="1850" y="7544"/>
                    <a:pt x="1992" y="7544"/>
                  </a:cubicBezTo>
                  <a:cubicBezTo>
                    <a:pt x="2108" y="7544"/>
                    <a:pt x="2228" y="7590"/>
                    <a:pt x="2311" y="7673"/>
                  </a:cubicBezTo>
                  <a:cubicBezTo>
                    <a:pt x="2354" y="7694"/>
                    <a:pt x="2397" y="7725"/>
                    <a:pt x="2437" y="7763"/>
                  </a:cubicBezTo>
                  <a:lnTo>
                    <a:pt x="2437" y="7763"/>
                  </a:lnTo>
                  <a:lnTo>
                    <a:pt x="5269" y="1849"/>
                  </a:lnTo>
                  <a:cubicBezTo>
                    <a:pt x="5269" y="1480"/>
                    <a:pt x="5084" y="1017"/>
                    <a:pt x="4900" y="648"/>
                  </a:cubicBezTo>
                  <a:cubicBezTo>
                    <a:pt x="4715" y="278"/>
                    <a:pt x="4345" y="93"/>
                    <a:pt x="3883" y="1"/>
                  </a:cubicBezTo>
                  <a:close/>
                  <a:moveTo>
                    <a:pt x="2437" y="7763"/>
                  </a:moveTo>
                  <a:lnTo>
                    <a:pt x="1" y="12849"/>
                  </a:lnTo>
                  <a:cubicBezTo>
                    <a:pt x="2034" y="12295"/>
                    <a:pt x="3236" y="10261"/>
                    <a:pt x="2681" y="8227"/>
                  </a:cubicBezTo>
                  <a:cubicBezTo>
                    <a:pt x="2681" y="8085"/>
                    <a:pt x="2572" y="7888"/>
                    <a:pt x="2437" y="7763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314"/>
            <p:cNvSpPr/>
            <p:nvPr/>
          </p:nvSpPr>
          <p:spPr>
            <a:xfrm>
              <a:off x="4467425" y="1580725"/>
              <a:ext cx="131750" cy="321250"/>
            </a:xfrm>
            <a:custGeom>
              <a:rect b="b" l="l" r="r" t="t"/>
              <a:pathLst>
                <a:path extrusionOk="0" fill="none" h="12850" w="5270">
                  <a:moveTo>
                    <a:pt x="5269" y="1849"/>
                  </a:moveTo>
                  <a:cubicBezTo>
                    <a:pt x="5269" y="1480"/>
                    <a:pt x="5084" y="1017"/>
                    <a:pt x="4900" y="648"/>
                  </a:cubicBezTo>
                  <a:cubicBezTo>
                    <a:pt x="4715" y="278"/>
                    <a:pt x="4345" y="93"/>
                    <a:pt x="3883" y="1"/>
                  </a:cubicBezTo>
                  <a:cubicBezTo>
                    <a:pt x="3143" y="1"/>
                    <a:pt x="2681" y="925"/>
                    <a:pt x="2496" y="1665"/>
                  </a:cubicBezTo>
                  <a:cubicBezTo>
                    <a:pt x="1942" y="3606"/>
                    <a:pt x="1664" y="5639"/>
                    <a:pt x="1664" y="7765"/>
                  </a:cubicBezTo>
                  <a:cubicBezTo>
                    <a:pt x="1757" y="7488"/>
                    <a:pt x="2127" y="7488"/>
                    <a:pt x="2311" y="7673"/>
                  </a:cubicBezTo>
                  <a:cubicBezTo>
                    <a:pt x="2496" y="7765"/>
                    <a:pt x="2681" y="8043"/>
                    <a:pt x="2681" y="8227"/>
                  </a:cubicBezTo>
                  <a:cubicBezTo>
                    <a:pt x="3236" y="10261"/>
                    <a:pt x="2034" y="12295"/>
                    <a:pt x="1" y="12849"/>
                  </a:cubicBezTo>
                </a:path>
              </a:pathLst>
            </a:custGeom>
            <a:noFill/>
            <a:ln cap="rnd" cmpd="sng" w="25425">
              <a:solidFill>
                <a:srgbClr val="7F3D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314"/>
            <p:cNvSpPr/>
            <p:nvPr/>
          </p:nvSpPr>
          <p:spPr>
            <a:xfrm>
              <a:off x="2942250" y="1454225"/>
              <a:ext cx="334075" cy="598525"/>
            </a:xfrm>
            <a:custGeom>
              <a:rect b="b" l="l" r="r" t="t"/>
              <a:pathLst>
                <a:path extrusionOk="0" h="23941" w="13363">
                  <a:moveTo>
                    <a:pt x="4897" y="1"/>
                  </a:moveTo>
                  <a:cubicBezTo>
                    <a:pt x="4451" y="1"/>
                    <a:pt x="3989" y="80"/>
                    <a:pt x="3513" y="254"/>
                  </a:cubicBezTo>
                  <a:cubicBezTo>
                    <a:pt x="1757" y="1086"/>
                    <a:pt x="740" y="3397"/>
                    <a:pt x="463" y="5708"/>
                  </a:cubicBezTo>
                  <a:cubicBezTo>
                    <a:pt x="1" y="11531"/>
                    <a:pt x="1850" y="17355"/>
                    <a:pt x="5639" y="21884"/>
                  </a:cubicBezTo>
                  <a:cubicBezTo>
                    <a:pt x="6194" y="22623"/>
                    <a:pt x="6933" y="23178"/>
                    <a:pt x="7765" y="23640"/>
                  </a:cubicBezTo>
                  <a:cubicBezTo>
                    <a:pt x="8202" y="23845"/>
                    <a:pt x="8595" y="23940"/>
                    <a:pt x="8947" y="23940"/>
                  </a:cubicBezTo>
                  <a:cubicBezTo>
                    <a:pt x="13363" y="23940"/>
                    <a:pt x="11422" y="8930"/>
                    <a:pt x="10908" y="6447"/>
                  </a:cubicBezTo>
                  <a:cubicBezTo>
                    <a:pt x="10342" y="3860"/>
                    <a:pt x="8009" y="1"/>
                    <a:pt x="4897" y="1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D6C6"/>
                </a:solidFill>
              </a:endParaRPr>
            </a:p>
          </p:txBody>
        </p:sp>
        <p:sp>
          <p:nvSpPr>
            <p:cNvPr id="3104" name="Google Shape;3104;p314"/>
            <p:cNvSpPr/>
            <p:nvPr/>
          </p:nvSpPr>
          <p:spPr>
            <a:xfrm>
              <a:off x="3030075" y="1580725"/>
              <a:ext cx="134050" cy="321250"/>
            </a:xfrm>
            <a:custGeom>
              <a:rect b="b" l="l" r="r" t="t"/>
              <a:pathLst>
                <a:path extrusionOk="0" h="12850" w="5362">
                  <a:moveTo>
                    <a:pt x="1479" y="1"/>
                  </a:moveTo>
                  <a:cubicBezTo>
                    <a:pt x="1017" y="93"/>
                    <a:pt x="647" y="278"/>
                    <a:pt x="463" y="648"/>
                  </a:cubicBezTo>
                  <a:cubicBezTo>
                    <a:pt x="278" y="1017"/>
                    <a:pt x="93" y="1387"/>
                    <a:pt x="0" y="1849"/>
                  </a:cubicBezTo>
                  <a:lnTo>
                    <a:pt x="2896" y="7791"/>
                  </a:lnTo>
                  <a:lnTo>
                    <a:pt x="2896" y="7791"/>
                  </a:lnTo>
                  <a:cubicBezTo>
                    <a:pt x="2945" y="7741"/>
                    <a:pt x="2998" y="7699"/>
                    <a:pt x="3051" y="7673"/>
                  </a:cubicBezTo>
                  <a:cubicBezTo>
                    <a:pt x="3134" y="7590"/>
                    <a:pt x="3236" y="7544"/>
                    <a:pt x="3339" y="7544"/>
                  </a:cubicBezTo>
                  <a:cubicBezTo>
                    <a:pt x="3466" y="7544"/>
                    <a:pt x="3596" y="7613"/>
                    <a:pt x="3698" y="7765"/>
                  </a:cubicBezTo>
                  <a:cubicBezTo>
                    <a:pt x="3698" y="5639"/>
                    <a:pt x="3420" y="3606"/>
                    <a:pt x="2866" y="1665"/>
                  </a:cubicBezTo>
                  <a:cubicBezTo>
                    <a:pt x="2681" y="925"/>
                    <a:pt x="2219" y="1"/>
                    <a:pt x="1479" y="1"/>
                  </a:cubicBezTo>
                  <a:close/>
                  <a:moveTo>
                    <a:pt x="2896" y="7791"/>
                  </a:moveTo>
                  <a:cubicBezTo>
                    <a:pt x="2775" y="7916"/>
                    <a:pt x="2681" y="8095"/>
                    <a:pt x="2681" y="8227"/>
                  </a:cubicBezTo>
                  <a:cubicBezTo>
                    <a:pt x="2126" y="10261"/>
                    <a:pt x="3328" y="12295"/>
                    <a:pt x="5362" y="12849"/>
                  </a:cubicBezTo>
                  <a:lnTo>
                    <a:pt x="2896" y="7791"/>
                  </a:ln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314"/>
            <p:cNvSpPr/>
            <p:nvPr/>
          </p:nvSpPr>
          <p:spPr>
            <a:xfrm>
              <a:off x="3030075" y="1580725"/>
              <a:ext cx="134050" cy="321250"/>
            </a:xfrm>
            <a:custGeom>
              <a:rect b="b" l="l" r="r" t="t"/>
              <a:pathLst>
                <a:path extrusionOk="0" fill="none" h="12850" w="5362">
                  <a:moveTo>
                    <a:pt x="0" y="1849"/>
                  </a:moveTo>
                  <a:cubicBezTo>
                    <a:pt x="93" y="1387"/>
                    <a:pt x="278" y="1017"/>
                    <a:pt x="463" y="648"/>
                  </a:cubicBezTo>
                  <a:cubicBezTo>
                    <a:pt x="647" y="278"/>
                    <a:pt x="1017" y="93"/>
                    <a:pt x="1479" y="1"/>
                  </a:cubicBezTo>
                  <a:cubicBezTo>
                    <a:pt x="2219" y="1"/>
                    <a:pt x="2681" y="925"/>
                    <a:pt x="2866" y="1665"/>
                  </a:cubicBezTo>
                  <a:cubicBezTo>
                    <a:pt x="3420" y="3606"/>
                    <a:pt x="3698" y="5639"/>
                    <a:pt x="3698" y="7765"/>
                  </a:cubicBezTo>
                  <a:cubicBezTo>
                    <a:pt x="3513" y="7488"/>
                    <a:pt x="3236" y="7488"/>
                    <a:pt x="3051" y="7673"/>
                  </a:cubicBezTo>
                  <a:cubicBezTo>
                    <a:pt x="2866" y="7765"/>
                    <a:pt x="2681" y="8043"/>
                    <a:pt x="2681" y="8227"/>
                  </a:cubicBezTo>
                  <a:cubicBezTo>
                    <a:pt x="2126" y="10261"/>
                    <a:pt x="3328" y="12295"/>
                    <a:pt x="5362" y="12849"/>
                  </a:cubicBezTo>
                </a:path>
              </a:pathLst>
            </a:custGeom>
            <a:noFill/>
            <a:ln cap="rnd" cmpd="sng" w="25425">
              <a:solidFill>
                <a:srgbClr val="7F3D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314"/>
            <p:cNvSpPr/>
            <p:nvPr/>
          </p:nvSpPr>
          <p:spPr>
            <a:xfrm>
              <a:off x="3127125" y="581275"/>
              <a:ext cx="1395775" cy="2061125"/>
            </a:xfrm>
            <a:custGeom>
              <a:rect b="b" l="l" r="r" t="t"/>
              <a:pathLst>
                <a:path extrusionOk="0" h="82445" w="55831">
                  <a:moveTo>
                    <a:pt x="29449" y="1"/>
                  </a:moveTo>
                  <a:cubicBezTo>
                    <a:pt x="24194" y="1"/>
                    <a:pt x="18958" y="1318"/>
                    <a:pt x="14236" y="3837"/>
                  </a:cubicBezTo>
                  <a:cubicBezTo>
                    <a:pt x="8042" y="7257"/>
                    <a:pt x="4068" y="13542"/>
                    <a:pt x="2312" y="20382"/>
                  </a:cubicBezTo>
                  <a:cubicBezTo>
                    <a:pt x="1202" y="24819"/>
                    <a:pt x="463" y="29349"/>
                    <a:pt x="186" y="33878"/>
                  </a:cubicBezTo>
                  <a:cubicBezTo>
                    <a:pt x="1" y="37853"/>
                    <a:pt x="93" y="41735"/>
                    <a:pt x="555" y="45617"/>
                  </a:cubicBezTo>
                  <a:cubicBezTo>
                    <a:pt x="1572" y="55138"/>
                    <a:pt x="4900" y="64659"/>
                    <a:pt x="10446" y="72146"/>
                  </a:cubicBezTo>
                  <a:cubicBezTo>
                    <a:pt x="14236" y="77138"/>
                    <a:pt x="19504" y="81482"/>
                    <a:pt x="25790" y="82314"/>
                  </a:cubicBezTo>
                  <a:cubicBezTo>
                    <a:pt x="26443" y="82379"/>
                    <a:pt x="27097" y="82445"/>
                    <a:pt x="27751" y="82445"/>
                  </a:cubicBezTo>
                  <a:cubicBezTo>
                    <a:pt x="28021" y="82445"/>
                    <a:pt x="28292" y="82433"/>
                    <a:pt x="28563" y="82406"/>
                  </a:cubicBezTo>
                  <a:cubicBezTo>
                    <a:pt x="34294" y="82314"/>
                    <a:pt x="39378" y="78986"/>
                    <a:pt x="43168" y="74734"/>
                  </a:cubicBezTo>
                  <a:cubicBezTo>
                    <a:pt x="48067" y="69281"/>
                    <a:pt x="51024" y="62348"/>
                    <a:pt x="52873" y="55323"/>
                  </a:cubicBezTo>
                  <a:cubicBezTo>
                    <a:pt x="54999" y="46634"/>
                    <a:pt x="55831" y="37668"/>
                    <a:pt x="54999" y="28702"/>
                  </a:cubicBezTo>
                  <a:cubicBezTo>
                    <a:pt x="54537" y="22693"/>
                    <a:pt x="54260" y="15021"/>
                    <a:pt x="50747" y="9937"/>
                  </a:cubicBezTo>
                  <a:cubicBezTo>
                    <a:pt x="47419" y="5223"/>
                    <a:pt x="42428" y="1988"/>
                    <a:pt x="36790" y="879"/>
                  </a:cubicBezTo>
                  <a:cubicBezTo>
                    <a:pt x="34373" y="289"/>
                    <a:pt x="31909" y="1"/>
                    <a:pt x="29449" y="1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314"/>
            <p:cNvSpPr/>
            <p:nvPr/>
          </p:nvSpPr>
          <p:spPr>
            <a:xfrm>
              <a:off x="3016167" y="237786"/>
              <a:ext cx="1603775" cy="1517826"/>
            </a:xfrm>
            <a:custGeom>
              <a:rect b="b" l="l" r="r" t="t"/>
              <a:pathLst>
                <a:path extrusionOk="0" h="60005" w="64151">
                  <a:moveTo>
                    <a:pt x="31004" y="1"/>
                  </a:moveTo>
                  <a:cubicBezTo>
                    <a:pt x="25125" y="1"/>
                    <a:pt x="19446" y="1749"/>
                    <a:pt x="14605" y="5005"/>
                  </a:cubicBezTo>
                  <a:cubicBezTo>
                    <a:pt x="8320" y="9257"/>
                    <a:pt x="3698" y="15543"/>
                    <a:pt x="1572" y="22845"/>
                  </a:cubicBezTo>
                  <a:cubicBezTo>
                    <a:pt x="463" y="27005"/>
                    <a:pt x="1" y="37727"/>
                    <a:pt x="1" y="41979"/>
                  </a:cubicBezTo>
                  <a:cubicBezTo>
                    <a:pt x="1" y="44198"/>
                    <a:pt x="93" y="46416"/>
                    <a:pt x="186" y="48542"/>
                  </a:cubicBezTo>
                  <a:cubicBezTo>
                    <a:pt x="186" y="48542"/>
                    <a:pt x="278" y="48542"/>
                    <a:pt x="463" y="48635"/>
                  </a:cubicBezTo>
                  <a:cubicBezTo>
                    <a:pt x="833" y="48404"/>
                    <a:pt x="1249" y="48288"/>
                    <a:pt x="1665" y="48288"/>
                  </a:cubicBezTo>
                  <a:cubicBezTo>
                    <a:pt x="2081" y="48288"/>
                    <a:pt x="2497" y="48404"/>
                    <a:pt x="2866" y="48635"/>
                  </a:cubicBezTo>
                  <a:cubicBezTo>
                    <a:pt x="3975" y="49005"/>
                    <a:pt x="4345" y="50668"/>
                    <a:pt x="4438" y="52147"/>
                  </a:cubicBezTo>
                  <a:cubicBezTo>
                    <a:pt x="4530" y="53072"/>
                    <a:pt x="4623" y="54088"/>
                    <a:pt x="4623" y="55105"/>
                  </a:cubicBezTo>
                  <a:cubicBezTo>
                    <a:pt x="4715" y="56399"/>
                    <a:pt x="4807" y="57693"/>
                    <a:pt x="4992" y="58987"/>
                  </a:cubicBezTo>
                  <a:cubicBezTo>
                    <a:pt x="5732" y="54643"/>
                    <a:pt x="6471" y="50206"/>
                    <a:pt x="7303" y="45862"/>
                  </a:cubicBezTo>
                  <a:cubicBezTo>
                    <a:pt x="7950" y="41795"/>
                    <a:pt x="7765" y="37727"/>
                    <a:pt x="8597" y="33660"/>
                  </a:cubicBezTo>
                  <a:cubicBezTo>
                    <a:pt x="8874" y="31349"/>
                    <a:pt x="9614" y="29039"/>
                    <a:pt x="10631" y="26913"/>
                  </a:cubicBezTo>
                  <a:cubicBezTo>
                    <a:pt x="11648" y="24694"/>
                    <a:pt x="13589" y="23123"/>
                    <a:pt x="15900" y="22568"/>
                  </a:cubicBezTo>
                  <a:cubicBezTo>
                    <a:pt x="16342" y="22480"/>
                    <a:pt x="16779" y="22440"/>
                    <a:pt x="17211" y="22440"/>
                  </a:cubicBezTo>
                  <a:cubicBezTo>
                    <a:pt x="19943" y="22440"/>
                    <a:pt x="22497" y="24039"/>
                    <a:pt x="25051" y="25156"/>
                  </a:cubicBezTo>
                  <a:cubicBezTo>
                    <a:pt x="27223" y="26081"/>
                    <a:pt x="29534" y="26543"/>
                    <a:pt x="31844" y="26543"/>
                  </a:cubicBezTo>
                  <a:cubicBezTo>
                    <a:pt x="34155" y="26543"/>
                    <a:pt x="36466" y="26081"/>
                    <a:pt x="38638" y="25156"/>
                  </a:cubicBezTo>
                  <a:cubicBezTo>
                    <a:pt x="41192" y="24039"/>
                    <a:pt x="43746" y="22440"/>
                    <a:pt x="46537" y="22440"/>
                  </a:cubicBezTo>
                  <a:cubicBezTo>
                    <a:pt x="46979" y="22440"/>
                    <a:pt x="47427" y="22480"/>
                    <a:pt x="47882" y="22568"/>
                  </a:cubicBezTo>
                  <a:cubicBezTo>
                    <a:pt x="50193" y="23123"/>
                    <a:pt x="52134" y="24694"/>
                    <a:pt x="53151" y="26913"/>
                  </a:cubicBezTo>
                  <a:cubicBezTo>
                    <a:pt x="54167" y="29039"/>
                    <a:pt x="54814" y="31349"/>
                    <a:pt x="55184" y="33660"/>
                  </a:cubicBezTo>
                  <a:cubicBezTo>
                    <a:pt x="55831" y="37265"/>
                    <a:pt x="55924" y="40963"/>
                    <a:pt x="56293" y="44568"/>
                  </a:cubicBezTo>
                  <a:cubicBezTo>
                    <a:pt x="56756" y="49744"/>
                    <a:pt x="57865" y="54828"/>
                    <a:pt x="58604" y="60004"/>
                  </a:cubicBezTo>
                  <a:lnTo>
                    <a:pt x="59344" y="53349"/>
                  </a:lnTo>
                  <a:cubicBezTo>
                    <a:pt x="59436" y="52240"/>
                    <a:pt x="59713" y="51131"/>
                    <a:pt x="60268" y="50114"/>
                  </a:cubicBezTo>
                  <a:cubicBezTo>
                    <a:pt x="60730" y="49467"/>
                    <a:pt x="61562" y="49005"/>
                    <a:pt x="62394" y="49005"/>
                  </a:cubicBezTo>
                  <a:cubicBezTo>
                    <a:pt x="62834" y="49005"/>
                    <a:pt x="63065" y="49109"/>
                    <a:pt x="63215" y="49109"/>
                  </a:cubicBezTo>
                  <a:cubicBezTo>
                    <a:pt x="63381" y="49109"/>
                    <a:pt x="63450" y="48983"/>
                    <a:pt x="63596" y="48450"/>
                  </a:cubicBezTo>
                  <a:cubicBezTo>
                    <a:pt x="64150" y="46694"/>
                    <a:pt x="63781" y="43921"/>
                    <a:pt x="63781" y="41979"/>
                  </a:cubicBezTo>
                  <a:cubicBezTo>
                    <a:pt x="63781" y="37727"/>
                    <a:pt x="63411" y="27005"/>
                    <a:pt x="62209" y="22845"/>
                  </a:cubicBezTo>
                  <a:cubicBezTo>
                    <a:pt x="60083" y="15543"/>
                    <a:pt x="55461" y="9257"/>
                    <a:pt x="49268" y="5005"/>
                  </a:cubicBezTo>
                  <a:cubicBezTo>
                    <a:pt x="44427" y="1749"/>
                    <a:pt x="38664" y="1"/>
                    <a:pt x="32778" y="1"/>
                  </a:cubicBezTo>
                  <a:cubicBezTo>
                    <a:pt x="32482" y="1"/>
                    <a:pt x="32187" y="5"/>
                    <a:pt x="31891" y="14"/>
                  </a:cubicBezTo>
                  <a:cubicBezTo>
                    <a:pt x="31595" y="5"/>
                    <a:pt x="31299" y="1"/>
                    <a:pt x="310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314"/>
            <p:cNvSpPr/>
            <p:nvPr/>
          </p:nvSpPr>
          <p:spPr>
            <a:xfrm>
              <a:off x="3727950" y="1522950"/>
              <a:ext cx="101700" cy="506125"/>
            </a:xfrm>
            <a:custGeom>
              <a:rect b="b" l="l" r="r" t="t"/>
              <a:pathLst>
                <a:path extrusionOk="0" fill="none" h="20245" w="4068">
                  <a:moveTo>
                    <a:pt x="4068" y="20244"/>
                  </a:moveTo>
                  <a:cubicBezTo>
                    <a:pt x="2774" y="19967"/>
                    <a:pt x="1572" y="19227"/>
                    <a:pt x="740" y="18118"/>
                  </a:cubicBezTo>
                  <a:cubicBezTo>
                    <a:pt x="185" y="17009"/>
                    <a:pt x="1" y="15715"/>
                    <a:pt x="278" y="14421"/>
                  </a:cubicBezTo>
                  <a:cubicBezTo>
                    <a:pt x="648" y="9614"/>
                    <a:pt x="1110" y="4807"/>
                    <a:pt x="1480" y="1"/>
                  </a:cubicBezTo>
                </a:path>
              </a:pathLst>
            </a:custGeom>
            <a:noFill/>
            <a:ln cap="rnd" cmpd="sng" w="19050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314"/>
            <p:cNvSpPr/>
            <p:nvPr/>
          </p:nvSpPr>
          <p:spPr>
            <a:xfrm>
              <a:off x="3377300" y="1571000"/>
              <a:ext cx="174450" cy="128100"/>
            </a:xfrm>
            <a:custGeom>
              <a:rect b="b" l="l" r="r" t="t"/>
              <a:pathLst>
                <a:path extrusionOk="0" h="5124" w="6978">
                  <a:moveTo>
                    <a:pt x="3427" y="1"/>
                  </a:moveTo>
                  <a:cubicBezTo>
                    <a:pt x="405" y="1"/>
                    <a:pt x="1" y="4747"/>
                    <a:pt x="3212" y="5104"/>
                  </a:cubicBezTo>
                  <a:cubicBezTo>
                    <a:pt x="3328" y="5117"/>
                    <a:pt x="3442" y="5123"/>
                    <a:pt x="3551" y="5123"/>
                  </a:cubicBezTo>
                  <a:cubicBezTo>
                    <a:pt x="6574" y="5123"/>
                    <a:pt x="6977" y="377"/>
                    <a:pt x="3766" y="20"/>
                  </a:cubicBezTo>
                  <a:cubicBezTo>
                    <a:pt x="3650" y="7"/>
                    <a:pt x="3537" y="1"/>
                    <a:pt x="3427" y="1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314"/>
            <p:cNvSpPr/>
            <p:nvPr/>
          </p:nvSpPr>
          <p:spPr>
            <a:xfrm>
              <a:off x="3180275" y="1320000"/>
              <a:ext cx="473750" cy="154575"/>
            </a:xfrm>
            <a:custGeom>
              <a:rect b="b" l="l" r="r" t="t"/>
              <a:pathLst>
                <a:path extrusionOk="0" h="6183" w="18950">
                  <a:moveTo>
                    <a:pt x="9973" y="0"/>
                  </a:moveTo>
                  <a:cubicBezTo>
                    <a:pt x="6203" y="0"/>
                    <a:pt x="2296" y="1389"/>
                    <a:pt x="463" y="3867"/>
                  </a:cubicBezTo>
                  <a:cubicBezTo>
                    <a:pt x="1" y="4699"/>
                    <a:pt x="648" y="5808"/>
                    <a:pt x="1664" y="5808"/>
                  </a:cubicBezTo>
                  <a:cubicBezTo>
                    <a:pt x="4160" y="5716"/>
                    <a:pt x="6471" y="4884"/>
                    <a:pt x="8967" y="4884"/>
                  </a:cubicBezTo>
                  <a:cubicBezTo>
                    <a:pt x="11382" y="4884"/>
                    <a:pt x="13797" y="6182"/>
                    <a:pt x="16129" y="6182"/>
                  </a:cubicBezTo>
                  <a:cubicBezTo>
                    <a:pt x="16206" y="6182"/>
                    <a:pt x="16284" y="6181"/>
                    <a:pt x="16362" y="6178"/>
                  </a:cubicBezTo>
                  <a:cubicBezTo>
                    <a:pt x="17748" y="6085"/>
                    <a:pt x="18950" y="4514"/>
                    <a:pt x="18025" y="3312"/>
                  </a:cubicBezTo>
                  <a:cubicBezTo>
                    <a:pt x="16396" y="1040"/>
                    <a:pt x="13235" y="0"/>
                    <a:pt x="99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314"/>
            <p:cNvSpPr/>
            <p:nvPr/>
          </p:nvSpPr>
          <p:spPr>
            <a:xfrm>
              <a:off x="4056700" y="1571000"/>
              <a:ext cx="174450" cy="128100"/>
            </a:xfrm>
            <a:custGeom>
              <a:rect b="b" l="l" r="r" t="t"/>
              <a:pathLst>
                <a:path extrusionOk="0" h="5124" w="6978">
                  <a:moveTo>
                    <a:pt x="3551" y="1"/>
                  </a:moveTo>
                  <a:cubicBezTo>
                    <a:pt x="3441" y="1"/>
                    <a:pt x="3328" y="7"/>
                    <a:pt x="3211" y="20"/>
                  </a:cubicBezTo>
                  <a:cubicBezTo>
                    <a:pt x="0" y="377"/>
                    <a:pt x="404" y="5123"/>
                    <a:pt x="3427" y="5123"/>
                  </a:cubicBezTo>
                  <a:cubicBezTo>
                    <a:pt x="3536" y="5123"/>
                    <a:pt x="3649" y="5117"/>
                    <a:pt x="3766" y="5104"/>
                  </a:cubicBezTo>
                  <a:cubicBezTo>
                    <a:pt x="6977" y="4747"/>
                    <a:pt x="6573" y="1"/>
                    <a:pt x="3551" y="1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314"/>
            <p:cNvSpPr/>
            <p:nvPr/>
          </p:nvSpPr>
          <p:spPr>
            <a:xfrm>
              <a:off x="3954425" y="1320000"/>
              <a:ext cx="473750" cy="154575"/>
            </a:xfrm>
            <a:custGeom>
              <a:rect b="b" l="l" r="r" t="t"/>
              <a:pathLst>
                <a:path extrusionOk="0" h="6183" w="18950">
                  <a:moveTo>
                    <a:pt x="8977" y="0"/>
                  </a:moveTo>
                  <a:cubicBezTo>
                    <a:pt x="5715" y="0"/>
                    <a:pt x="2554" y="1040"/>
                    <a:pt x="924" y="3312"/>
                  </a:cubicBezTo>
                  <a:cubicBezTo>
                    <a:pt x="0" y="4514"/>
                    <a:pt x="1202" y="6085"/>
                    <a:pt x="2496" y="6178"/>
                  </a:cubicBezTo>
                  <a:cubicBezTo>
                    <a:pt x="2576" y="6181"/>
                    <a:pt x="2657" y="6182"/>
                    <a:pt x="2737" y="6182"/>
                  </a:cubicBezTo>
                  <a:cubicBezTo>
                    <a:pt x="5147" y="6182"/>
                    <a:pt x="7478" y="4884"/>
                    <a:pt x="9983" y="4884"/>
                  </a:cubicBezTo>
                  <a:cubicBezTo>
                    <a:pt x="12571" y="4884"/>
                    <a:pt x="14790" y="5716"/>
                    <a:pt x="17285" y="5808"/>
                  </a:cubicBezTo>
                  <a:cubicBezTo>
                    <a:pt x="18302" y="5808"/>
                    <a:pt x="18949" y="4699"/>
                    <a:pt x="18487" y="3867"/>
                  </a:cubicBezTo>
                  <a:cubicBezTo>
                    <a:pt x="16653" y="1389"/>
                    <a:pt x="12747" y="0"/>
                    <a:pt x="89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314"/>
            <p:cNvSpPr/>
            <p:nvPr/>
          </p:nvSpPr>
          <p:spPr>
            <a:xfrm>
              <a:off x="3641375" y="2223775"/>
              <a:ext cx="342625" cy="89825"/>
            </a:xfrm>
            <a:custGeom>
              <a:rect b="b" l="l" r="r" t="t"/>
              <a:pathLst>
                <a:path extrusionOk="0" h="3593" w="13705">
                  <a:moveTo>
                    <a:pt x="12200" y="0"/>
                  </a:moveTo>
                  <a:cubicBezTo>
                    <a:pt x="12096" y="0"/>
                    <a:pt x="11987" y="22"/>
                    <a:pt x="11875" y="68"/>
                  </a:cubicBezTo>
                  <a:cubicBezTo>
                    <a:pt x="9907" y="897"/>
                    <a:pt x="7824" y="1319"/>
                    <a:pt x="5737" y="1319"/>
                  </a:cubicBezTo>
                  <a:cubicBezTo>
                    <a:pt x="4100" y="1319"/>
                    <a:pt x="2461" y="1059"/>
                    <a:pt x="875" y="530"/>
                  </a:cubicBezTo>
                  <a:cubicBezTo>
                    <a:pt x="818" y="514"/>
                    <a:pt x="763" y="506"/>
                    <a:pt x="711" y="506"/>
                  </a:cubicBezTo>
                  <a:cubicBezTo>
                    <a:pt x="185" y="506"/>
                    <a:pt x="1" y="1303"/>
                    <a:pt x="506" y="1639"/>
                  </a:cubicBezTo>
                  <a:cubicBezTo>
                    <a:pt x="2458" y="2941"/>
                    <a:pt x="4736" y="3592"/>
                    <a:pt x="7032" y="3592"/>
                  </a:cubicBezTo>
                  <a:cubicBezTo>
                    <a:pt x="8974" y="3592"/>
                    <a:pt x="10928" y="3126"/>
                    <a:pt x="12707" y="2194"/>
                  </a:cubicBezTo>
                  <a:cubicBezTo>
                    <a:pt x="13705" y="1695"/>
                    <a:pt x="13132" y="0"/>
                    <a:pt x="12200" y="0"/>
                  </a:cubicBezTo>
                  <a:close/>
                </a:path>
              </a:pathLst>
            </a:custGeom>
            <a:solidFill>
              <a:srgbClr val="7F3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4" name="Google Shape;3114;p314"/>
          <p:cNvGrpSpPr/>
          <p:nvPr/>
        </p:nvGrpSpPr>
        <p:grpSpPr>
          <a:xfrm>
            <a:off x="2642048" y="1331923"/>
            <a:ext cx="1269704" cy="1733966"/>
            <a:chOff x="1905100" y="237850"/>
            <a:chExt cx="3763200" cy="5139200"/>
          </a:xfrm>
        </p:grpSpPr>
        <p:sp>
          <p:nvSpPr>
            <p:cNvPr id="3115" name="Google Shape;3115;p314"/>
            <p:cNvSpPr/>
            <p:nvPr/>
          </p:nvSpPr>
          <p:spPr>
            <a:xfrm>
              <a:off x="2513075" y="237850"/>
              <a:ext cx="2656000" cy="3420400"/>
            </a:xfrm>
            <a:custGeom>
              <a:rect b="b" l="l" r="r" t="t"/>
              <a:pathLst>
                <a:path extrusionOk="0" h="136816" w="106240">
                  <a:moveTo>
                    <a:pt x="46514" y="0"/>
                  </a:moveTo>
                  <a:cubicBezTo>
                    <a:pt x="46364" y="0"/>
                    <a:pt x="46214" y="4"/>
                    <a:pt x="46064" y="11"/>
                  </a:cubicBezTo>
                  <a:cubicBezTo>
                    <a:pt x="43401" y="277"/>
                    <a:pt x="40916" y="1697"/>
                    <a:pt x="39407" y="3827"/>
                  </a:cubicBezTo>
                  <a:cubicBezTo>
                    <a:pt x="38409" y="5194"/>
                    <a:pt x="38281" y="5969"/>
                    <a:pt x="37846" y="5969"/>
                  </a:cubicBezTo>
                  <a:cubicBezTo>
                    <a:pt x="37547" y="5969"/>
                    <a:pt x="37101" y="5600"/>
                    <a:pt x="36123" y="4804"/>
                  </a:cubicBezTo>
                  <a:cubicBezTo>
                    <a:pt x="34965" y="3782"/>
                    <a:pt x="33440" y="3230"/>
                    <a:pt x="31910" y="3230"/>
                  </a:cubicBezTo>
                  <a:cubicBezTo>
                    <a:pt x="31448" y="3230"/>
                    <a:pt x="30985" y="3281"/>
                    <a:pt x="30532" y="3384"/>
                  </a:cubicBezTo>
                  <a:cubicBezTo>
                    <a:pt x="27514" y="4094"/>
                    <a:pt x="25295" y="6845"/>
                    <a:pt x="25206" y="10040"/>
                  </a:cubicBezTo>
                  <a:cubicBezTo>
                    <a:pt x="24443" y="9543"/>
                    <a:pt x="23581" y="9305"/>
                    <a:pt x="22722" y="9305"/>
                  </a:cubicBezTo>
                  <a:cubicBezTo>
                    <a:pt x="21282" y="9305"/>
                    <a:pt x="19850" y="9971"/>
                    <a:pt x="18905" y="11194"/>
                  </a:cubicBezTo>
                  <a:cubicBezTo>
                    <a:pt x="18727" y="11372"/>
                    <a:pt x="18638" y="11638"/>
                    <a:pt x="18461" y="11904"/>
                  </a:cubicBezTo>
                  <a:cubicBezTo>
                    <a:pt x="17692" y="11469"/>
                    <a:pt x="16859" y="11261"/>
                    <a:pt x="16035" y="11261"/>
                  </a:cubicBezTo>
                  <a:cubicBezTo>
                    <a:pt x="14672" y="11261"/>
                    <a:pt x="13332" y="11830"/>
                    <a:pt x="12337" y="12880"/>
                  </a:cubicBezTo>
                  <a:cubicBezTo>
                    <a:pt x="10739" y="14656"/>
                    <a:pt x="10384" y="17229"/>
                    <a:pt x="11538" y="19360"/>
                  </a:cubicBezTo>
                  <a:cubicBezTo>
                    <a:pt x="11289" y="19307"/>
                    <a:pt x="11039" y="19282"/>
                    <a:pt x="10790" y="19282"/>
                  </a:cubicBezTo>
                  <a:cubicBezTo>
                    <a:pt x="9353" y="19282"/>
                    <a:pt x="7985" y="20128"/>
                    <a:pt x="7455" y="21490"/>
                  </a:cubicBezTo>
                  <a:cubicBezTo>
                    <a:pt x="6745" y="23176"/>
                    <a:pt x="7189" y="25040"/>
                    <a:pt x="8609" y="26194"/>
                  </a:cubicBezTo>
                  <a:cubicBezTo>
                    <a:pt x="8454" y="26078"/>
                    <a:pt x="8289" y="26024"/>
                    <a:pt x="8115" y="26024"/>
                  </a:cubicBezTo>
                  <a:cubicBezTo>
                    <a:pt x="6299" y="26024"/>
                    <a:pt x="3608" y="31870"/>
                    <a:pt x="3284" y="32762"/>
                  </a:cubicBezTo>
                  <a:cubicBezTo>
                    <a:pt x="2130" y="35957"/>
                    <a:pt x="2840" y="39507"/>
                    <a:pt x="5148" y="42081"/>
                  </a:cubicBezTo>
                  <a:cubicBezTo>
                    <a:pt x="2485" y="42613"/>
                    <a:pt x="444" y="44832"/>
                    <a:pt x="178" y="47584"/>
                  </a:cubicBezTo>
                  <a:cubicBezTo>
                    <a:pt x="0" y="50335"/>
                    <a:pt x="1598" y="52909"/>
                    <a:pt x="4171" y="53974"/>
                  </a:cubicBezTo>
                  <a:cubicBezTo>
                    <a:pt x="2840" y="54773"/>
                    <a:pt x="2041" y="56193"/>
                    <a:pt x="2130" y="57702"/>
                  </a:cubicBezTo>
                  <a:cubicBezTo>
                    <a:pt x="2130" y="59210"/>
                    <a:pt x="2929" y="60631"/>
                    <a:pt x="4349" y="61341"/>
                  </a:cubicBezTo>
                  <a:cubicBezTo>
                    <a:pt x="1775" y="62406"/>
                    <a:pt x="89" y="64891"/>
                    <a:pt x="89" y="67731"/>
                  </a:cubicBezTo>
                  <a:cubicBezTo>
                    <a:pt x="89" y="70660"/>
                    <a:pt x="1864" y="72701"/>
                    <a:pt x="4083" y="74121"/>
                  </a:cubicBezTo>
                  <a:cubicBezTo>
                    <a:pt x="1947" y="76172"/>
                    <a:pt x="2854" y="83652"/>
                    <a:pt x="6410" y="83652"/>
                  </a:cubicBezTo>
                  <a:cubicBezTo>
                    <a:pt x="6547" y="83652"/>
                    <a:pt x="6689" y="83641"/>
                    <a:pt x="6834" y="83618"/>
                  </a:cubicBezTo>
                  <a:lnTo>
                    <a:pt x="6834" y="83618"/>
                  </a:lnTo>
                  <a:cubicBezTo>
                    <a:pt x="4083" y="84151"/>
                    <a:pt x="2041" y="86458"/>
                    <a:pt x="1864" y="89298"/>
                  </a:cubicBezTo>
                  <a:cubicBezTo>
                    <a:pt x="1686" y="92050"/>
                    <a:pt x="3284" y="94712"/>
                    <a:pt x="5947" y="95777"/>
                  </a:cubicBezTo>
                  <a:cubicBezTo>
                    <a:pt x="4615" y="100126"/>
                    <a:pt x="5414" y="104919"/>
                    <a:pt x="8254" y="108558"/>
                  </a:cubicBezTo>
                  <a:cubicBezTo>
                    <a:pt x="10603" y="111513"/>
                    <a:pt x="14181" y="113239"/>
                    <a:pt x="17939" y="113239"/>
                  </a:cubicBezTo>
                  <a:cubicBezTo>
                    <a:pt x="18583" y="113239"/>
                    <a:pt x="19232" y="113188"/>
                    <a:pt x="19881" y="113085"/>
                  </a:cubicBezTo>
                  <a:lnTo>
                    <a:pt x="19881" y="113085"/>
                  </a:lnTo>
                  <a:cubicBezTo>
                    <a:pt x="19704" y="115037"/>
                    <a:pt x="19970" y="117079"/>
                    <a:pt x="20769" y="118854"/>
                  </a:cubicBezTo>
                  <a:cubicBezTo>
                    <a:pt x="21452" y="120371"/>
                    <a:pt x="22978" y="121630"/>
                    <a:pt x="24516" y="121630"/>
                  </a:cubicBezTo>
                  <a:cubicBezTo>
                    <a:pt x="24777" y="121630"/>
                    <a:pt x="25038" y="121593"/>
                    <a:pt x="25295" y="121516"/>
                  </a:cubicBezTo>
                  <a:cubicBezTo>
                    <a:pt x="26538" y="126220"/>
                    <a:pt x="28845" y="131546"/>
                    <a:pt x="33372" y="132344"/>
                  </a:cubicBezTo>
                  <a:cubicBezTo>
                    <a:pt x="33860" y="132433"/>
                    <a:pt x="34354" y="132461"/>
                    <a:pt x="34850" y="132461"/>
                  </a:cubicBezTo>
                  <a:cubicBezTo>
                    <a:pt x="35677" y="132461"/>
                    <a:pt x="36513" y="132384"/>
                    <a:pt x="37343" y="132384"/>
                  </a:cubicBezTo>
                  <a:cubicBezTo>
                    <a:pt x="38007" y="132384"/>
                    <a:pt x="38667" y="132433"/>
                    <a:pt x="39318" y="132611"/>
                  </a:cubicBezTo>
                  <a:cubicBezTo>
                    <a:pt x="40383" y="132966"/>
                    <a:pt x="41360" y="133409"/>
                    <a:pt x="42247" y="133942"/>
                  </a:cubicBezTo>
                  <a:cubicBezTo>
                    <a:pt x="47040" y="136338"/>
                    <a:pt x="51921" y="135983"/>
                    <a:pt x="56980" y="136427"/>
                  </a:cubicBezTo>
                  <a:cubicBezTo>
                    <a:pt x="57983" y="136514"/>
                    <a:pt x="60143" y="136816"/>
                    <a:pt x="62217" y="136816"/>
                  </a:cubicBezTo>
                  <a:cubicBezTo>
                    <a:pt x="64365" y="136816"/>
                    <a:pt x="66423" y="136492"/>
                    <a:pt x="67010" y="135273"/>
                  </a:cubicBezTo>
                  <a:cubicBezTo>
                    <a:pt x="67808" y="133764"/>
                    <a:pt x="66122" y="131457"/>
                    <a:pt x="67365" y="130392"/>
                  </a:cubicBezTo>
                  <a:cubicBezTo>
                    <a:pt x="67720" y="130125"/>
                    <a:pt x="68163" y="129948"/>
                    <a:pt x="68696" y="129948"/>
                  </a:cubicBezTo>
                  <a:cubicBezTo>
                    <a:pt x="71891" y="129770"/>
                    <a:pt x="74909" y="128617"/>
                    <a:pt x="77394" y="126664"/>
                  </a:cubicBezTo>
                  <a:cubicBezTo>
                    <a:pt x="80323" y="123913"/>
                    <a:pt x="80500" y="120185"/>
                    <a:pt x="79879" y="116369"/>
                  </a:cubicBezTo>
                  <a:cubicBezTo>
                    <a:pt x="82542" y="116280"/>
                    <a:pt x="85204" y="116191"/>
                    <a:pt x="87512" y="114948"/>
                  </a:cubicBezTo>
                  <a:cubicBezTo>
                    <a:pt x="89820" y="113795"/>
                    <a:pt x="91772" y="111221"/>
                    <a:pt x="91417" y="108558"/>
                  </a:cubicBezTo>
                  <a:cubicBezTo>
                    <a:pt x="94524" y="107671"/>
                    <a:pt x="96920" y="105008"/>
                    <a:pt x="97541" y="101813"/>
                  </a:cubicBezTo>
                  <a:cubicBezTo>
                    <a:pt x="98162" y="98529"/>
                    <a:pt x="96831" y="95156"/>
                    <a:pt x="94257" y="93115"/>
                  </a:cubicBezTo>
                  <a:cubicBezTo>
                    <a:pt x="98340" y="93115"/>
                    <a:pt x="101446" y="89742"/>
                    <a:pt x="102156" y="85748"/>
                  </a:cubicBezTo>
                  <a:cubicBezTo>
                    <a:pt x="102423" y="84328"/>
                    <a:pt x="103665" y="78914"/>
                    <a:pt x="101003" y="78914"/>
                  </a:cubicBezTo>
                  <a:cubicBezTo>
                    <a:pt x="103576" y="78736"/>
                    <a:pt x="105707" y="76784"/>
                    <a:pt x="105973" y="74299"/>
                  </a:cubicBezTo>
                  <a:cubicBezTo>
                    <a:pt x="106239" y="71725"/>
                    <a:pt x="104730" y="69240"/>
                    <a:pt x="102334" y="68441"/>
                  </a:cubicBezTo>
                  <a:cubicBezTo>
                    <a:pt x="104020" y="65335"/>
                    <a:pt x="103488" y="61429"/>
                    <a:pt x="100914" y="58944"/>
                  </a:cubicBezTo>
                  <a:cubicBezTo>
                    <a:pt x="102334" y="55660"/>
                    <a:pt x="100026" y="51223"/>
                    <a:pt x="96654" y="50512"/>
                  </a:cubicBezTo>
                  <a:cubicBezTo>
                    <a:pt x="99583" y="49004"/>
                    <a:pt x="101713" y="46341"/>
                    <a:pt x="102511" y="43146"/>
                  </a:cubicBezTo>
                  <a:cubicBezTo>
                    <a:pt x="103576" y="38797"/>
                    <a:pt x="101624" y="34004"/>
                    <a:pt x="99583" y="30276"/>
                  </a:cubicBezTo>
                  <a:cubicBezTo>
                    <a:pt x="98606" y="28501"/>
                    <a:pt x="97186" y="26992"/>
                    <a:pt x="95411" y="25927"/>
                  </a:cubicBezTo>
                  <a:cubicBezTo>
                    <a:pt x="95051" y="25639"/>
                    <a:pt x="92181" y="24359"/>
                    <a:pt x="90919" y="24359"/>
                  </a:cubicBezTo>
                  <a:cubicBezTo>
                    <a:pt x="90632" y="24359"/>
                    <a:pt x="90428" y="24425"/>
                    <a:pt x="90357" y="24585"/>
                  </a:cubicBezTo>
                  <a:lnTo>
                    <a:pt x="90357" y="24585"/>
                  </a:lnTo>
                  <a:cubicBezTo>
                    <a:pt x="91859" y="21037"/>
                    <a:pt x="91148" y="16871"/>
                    <a:pt x="88666" y="14034"/>
                  </a:cubicBezTo>
                  <a:cubicBezTo>
                    <a:pt x="86897" y="12206"/>
                    <a:pt x="84540" y="11240"/>
                    <a:pt x="82142" y="11240"/>
                  </a:cubicBezTo>
                  <a:cubicBezTo>
                    <a:pt x="80931" y="11240"/>
                    <a:pt x="79709" y="11487"/>
                    <a:pt x="78548" y="11993"/>
                  </a:cubicBezTo>
                  <a:cubicBezTo>
                    <a:pt x="79258" y="9597"/>
                    <a:pt x="78281" y="7023"/>
                    <a:pt x="76151" y="5603"/>
                  </a:cubicBezTo>
                  <a:cubicBezTo>
                    <a:pt x="75334" y="5125"/>
                    <a:pt x="74437" y="4897"/>
                    <a:pt x="73548" y="4897"/>
                  </a:cubicBezTo>
                  <a:cubicBezTo>
                    <a:pt x="72121" y="4897"/>
                    <a:pt x="70711" y="5485"/>
                    <a:pt x="69672" y="6579"/>
                  </a:cubicBezTo>
                  <a:cubicBezTo>
                    <a:pt x="68341" y="3827"/>
                    <a:pt x="65678" y="1964"/>
                    <a:pt x="62661" y="1609"/>
                  </a:cubicBezTo>
                  <a:cubicBezTo>
                    <a:pt x="62419" y="1587"/>
                    <a:pt x="62178" y="1577"/>
                    <a:pt x="61938" y="1577"/>
                  </a:cubicBezTo>
                  <a:cubicBezTo>
                    <a:pt x="59182" y="1577"/>
                    <a:pt x="56579" y="2962"/>
                    <a:pt x="55028" y="5248"/>
                  </a:cubicBezTo>
                  <a:cubicBezTo>
                    <a:pt x="53409" y="2011"/>
                    <a:pt x="50075" y="0"/>
                    <a:pt x="46514" y="0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314"/>
            <p:cNvSpPr/>
            <p:nvPr/>
          </p:nvSpPr>
          <p:spPr>
            <a:xfrm>
              <a:off x="4299250" y="3463650"/>
              <a:ext cx="1369050" cy="1886750"/>
            </a:xfrm>
            <a:custGeom>
              <a:rect b="b" l="l" r="r" t="t"/>
              <a:pathLst>
                <a:path extrusionOk="0" h="75470" w="54762">
                  <a:moveTo>
                    <a:pt x="14586" y="1"/>
                  </a:moveTo>
                  <a:cubicBezTo>
                    <a:pt x="12947" y="1"/>
                    <a:pt x="11281" y="323"/>
                    <a:pt x="9675" y="1005"/>
                  </a:cubicBezTo>
                  <a:lnTo>
                    <a:pt x="9586" y="1005"/>
                  </a:lnTo>
                  <a:cubicBezTo>
                    <a:pt x="3107" y="3667"/>
                    <a:pt x="0" y="11123"/>
                    <a:pt x="2752" y="17602"/>
                  </a:cubicBezTo>
                  <a:lnTo>
                    <a:pt x="26982" y="75470"/>
                  </a:lnTo>
                  <a:lnTo>
                    <a:pt x="54762" y="75470"/>
                  </a:lnTo>
                  <a:lnTo>
                    <a:pt x="26360" y="7839"/>
                  </a:lnTo>
                  <a:cubicBezTo>
                    <a:pt x="24291" y="2966"/>
                    <a:pt x="19561" y="1"/>
                    <a:pt x="14586" y="1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314"/>
            <p:cNvSpPr/>
            <p:nvPr/>
          </p:nvSpPr>
          <p:spPr>
            <a:xfrm>
              <a:off x="1905100" y="3465550"/>
              <a:ext cx="1366850" cy="1887075"/>
            </a:xfrm>
            <a:custGeom>
              <a:rect b="b" l="l" r="r" t="t"/>
              <a:pathLst>
                <a:path extrusionOk="0" h="75483" w="54674">
                  <a:moveTo>
                    <a:pt x="40123" y="1"/>
                  </a:moveTo>
                  <a:cubicBezTo>
                    <a:pt x="35168" y="1"/>
                    <a:pt x="30464" y="2929"/>
                    <a:pt x="28402" y="7852"/>
                  </a:cubicBezTo>
                  <a:lnTo>
                    <a:pt x="0" y="75483"/>
                  </a:lnTo>
                  <a:lnTo>
                    <a:pt x="27692" y="75394"/>
                  </a:lnTo>
                  <a:lnTo>
                    <a:pt x="52010" y="17615"/>
                  </a:lnTo>
                  <a:cubicBezTo>
                    <a:pt x="54673" y="11136"/>
                    <a:pt x="51655" y="3680"/>
                    <a:pt x="45176" y="1017"/>
                  </a:cubicBezTo>
                  <a:lnTo>
                    <a:pt x="45088" y="1017"/>
                  </a:lnTo>
                  <a:cubicBezTo>
                    <a:pt x="43464" y="328"/>
                    <a:pt x="41780" y="1"/>
                    <a:pt x="40123" y="1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314"/>
            <p:cNvSpPr/>
            <p:nvPr/>
          </p:nvSpPr>
          <p:spPr>
            <a:xfrm>
              <a:off x="2879175" y="2476950"/>
              <a:ext cx="1737400" cy="2263475"/>
            </a:xfrm>
            <a:custGeom>
              <a:rect b="b" l="l" r="r" t="t"/>
              <a:pathLst>
                <a:path extrusionOk="0" h="90539" w="69496">
                  <a:moveTo>
                    <a:pt x="24497" y="1"/>
                  </a:moveTo>
                  <a:cubicBezTo>
                    <a:pt x="24319" y="2397"/>
                    <a:pt x="24319" y="11805"/>
                    <a:pt x="24053" y="13669"/>
                  </a:cubicBezTo>
                  <a:cubicBezTo>
                    <a:pt x="23343" y="19260"/>
                    <a:pt x="22722" y="25651"/>
                    <a:pt x="19349" y="30532"/>
                  </a:cubicBezTo>
                  <a:cubicBezTo>
                    <a:pt x="15355" y="36301"/>
                    <a:pt x="7722" y="38076"/>
                    <a:pt x="1421" y="40384"/>
                  </a:cubicBezTo>
                  <a:cubicBezTo>
                    <a:pt x="1" y="53697"/>
                    <a:pt x="1154" y="68164"/>
                    <a:pt x="8432" y="79525"/>
                  </a:cubicBezTo>
                  <a:cubicBezTo>
                    <a:pt x="13611" y="87601"/>
                    <a:pt x="21958" y="90538"/>
                    <a:pt x="30678" y="90538"/>
                  </a:cubicBezTo>
                  <a:cubicBezTo>
                    <a:pt x="34512" y="90538"/>
                    <a:pt x="38418" y="89970"/>
                    <a:pt x="42159" y="89022"/>
                  </a:cubicBezTo>
                  <a:cubicBezTo>
                    <a:pt x="48283" y="87513"/>
                    <a:pt x="54585" y="85028"/>
                    <a:pt x="59377" y="80767"/>
                  </a:cubicBezTo>
                  <a:cubicBezTo>
                    <a:pt x="64880" y="75797"/>
                    <a:pt x="66744" y="68342"/>
                    <a:pt x="68075" y="61330"/>
                  </a:cubicBezTo>
                  <a:cubicBezTo>
                    <a:pt x="69318" y="54318"/>
                    <a:pt x="68785" y="46686"/>
                    <a:pt x="69495" y="39408"/>
                  </a:cubicBezTo>
                  <a:cubicBezTo>
                    <a:pt x="68696" y="39053"/>
                    <a:pt x="67809" y="38609"/>
                    <a:pt x="66921" y="38343"/>
                  </a:cubicBezTo>
                  <a:cubicBezTo>
                    <a:pt x="63815" y="37189"/>
                    <a:pt x="60531" y="36301"/>
                    <a:pt x="57780" y="34437"/>
                  </a:cubicBezTo>
                  <a:cubicBezTo>
                    <a:pt x="51833" y="30355"/>
                    <a:pt x="51744" y="18817"/>
                    <a:pt x="52898" y="12515"/>
                  </a:cubicBezTo>
                  <a:cubicBezTo>
                    <a:pt x="53431" y="8344"/>
                    <a:pt x="53786" y="4172"/>
                    <a:pt x="53786" y="1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314"/>
            <p:cNvSpPr/>
            <p:nvPr/>
          </p:nvSpPr>
          <p:spPr>
            <a:xfrm>
              <a:off x="2652850" y="3302800"/>
              <a:ext cx="2285450" cy="2074250"/>
            </a:xfrm>
            <a:custGeom>
              <a:rect b="b" l="l" r="r" t="t"/>
              <a:pathLst>
                <a:path extrusionOk="0" h="82970" w="91418">
                  <a:moveTo>
                    <a:pt x="17963" y="0"/>
                  </a:moveTo>
                  <a:cubicBezTo>
                    <a:pt x="17344" y="0"/>
                    <a:pt x="15926" y="807"/>
                    <a:pt x="15621" y="960"/>
                  </a:cubicBezTo>
                  <a:cubicBezTo>
                    <a:pt x="13758" y="1758"/>
                    <a:pt x="12071" y="2912"/>
                    <a:pt x="10296" y="3711"/>
                  </a:cubicBezTo>
                  <a:cubicBezTo>
                    <a:pt x="9675" y="3977"/>
                    <a:pt x="5148" y="5486"/>
                    <a:pt x="5060" y="6196"/>
                  </a:cubicBezTo>
                  <a:cubicBezTo>
                    <a:pt x="3284" y="26432"/>
                    <a:pt x="1" y="49065"/>
                    <a:pt x="3462" y="70366"/>
                  </a:cubicBezTo>
                  <a:cubicBezTo>
                    <a:pt x="3995" y="74182"/>
                    <a:pt x="4438" y="79064"/>
                    <a:pt x="4882" y="82969"/>
                  </a:cubicBezTo>
                  <a:lnTo>
                    <a:pt x="85737" y="82969"/>
                  </a:lnTo>
                  <a:cubicBezTo>
                    <a:pt x="86270" y="79153"/>
                    <a:pt x="87157" y="74449"/>
                    <a:pt x="87779" y="70721"/>
                  </a:cubicBezTo>
                  <a:cubicBezTo>
                    <a:pt x="91418" y="49508"/>
                    <a:pt x="88222" y="26787"/>
                    <a:pt x="86625" y="6462"/>
                  </a:cubicBezTo>
                  <a:cubicBezTo>
                    <a:pt x="86536" y="5841"/>
                    <a:pt x="82010" y="4244"/>
                    <a:pt x="81477" y="3977"/>
                  </a:cubicBezTo>
                  <a:cubicBezTo>
                    <a:pt x="79613" y="3179"/>
                    <a:pt x="77927" y="2025"/>
                    <a:pt x="76152" y="1226"/>
                  </a:cubicBezTo>
                  <a:cubicBezTo>
                    <a:pt x="75836" y="1068"/>
                    <a:pt x="74325" y="207"/>
                    <a:pt x="73746" y="207"/>
                  </a:cubicBezTo>
                  <a:cubicBezTo>
                    <a:pt x="73674" y="207"/>
                    <a:pt x="73617" y="220"/>
                    <a:pt x="73578" y="250"/>
                  </a:cubicBezTo>
                  <a:cubicBezTo>
                    <a:pt x="73134" y="516"/>
                    <a:pt x="73400" y="2735"/>
                    <a:pt x="73400" y="3267"/>
                  </a:cubicBezTo>
                  <a:cubicBezTo>
                    <a:pt x="73223" y="8149"/>
                    <a:pt x="73045" y="13030"/>
                    <a:pt x="72868" y="17912"/>
                  </a:cubicBezTo>
                  <a:cubicBezTo>
                    <a:pt x="72779" y="22793"/>
                    <a:pt x="72779" y="27852"/>
                    <a:pt x="71004" y="32468"/>
                  </a:cubicBezTo>
                  <a:cubicBezTo>
                    <a:pt x="68697" y="38592"/>
                    <a:pt x="63105" y="41698"/>
                    <a:pt x="57158" y="43207"/>
                  </a:cubicBezTo>
                  <a:cubicBezTo>
                    <a:pt x="53253" y="44183"/>
                    <a:pt x="49259" y="44716"/>
                    <a:pt x="45354" y="44716"/>
                  </a:cubicBezTo>
                  <a:cubicBezTo>
                    <a:pt x="41538" y="44627"/>
                    <a:pt x="37810" y="44094"/>
                    <a:pt x="34260" y="43118"/>
                  </a:cubicBezTo>
                  <a:cubicBezTo>
                    <a:pt x="28224" y="41521"/>
                    <a:pt x="22722" y="38414"/>
                    <a:pt x="20414" y="32290"/>
                  </a:cubicBezTo>
                  <a:cubicBezTo>
                    <a:pt x="18728" y="27675"/>
                    <a:pt x="18817" y="22616"/>
                    <a:pt x="18728" y="17734"/>
                  </a:cubicBezTo>
                  <a:cubicBezTo>
                    <a:pt x="18639" y="12853"/>
                    <a:pt x="18461" y="7883"/>
                    <a:pt x="18373" y="3090"/>
                  </a:cubicBezTo>
                  <a:cubicBezTo>
                    <a:pt x="18373" y="2557"/>
                    <a:pt x="18639" y="338"/>
                    <a:pt x="18195" y="72"/>
                  </a:cubicBezTo>
                  <a:cubicBezTo>
                    <a:pt x="18145" y="22"/>
                    <a:pt x="18065" y="0"/>
                    <a:pt x="1796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314"/>
            <p:cNvSpPr/>
            <p:nvPr/>
          </p:nvSpPr>
          <p:spPr>
            <a:xfrm>
              <a:off x="3003425" y="1824875"/>
              <a:ext cx="299425" cy="536350"/>
            </a:xfrm>
            <a:custGeom>
              <a:rect b="b" l="l" r="r" t="t"/>
              <a:pathLst>
                <a:path extrusionOk="0" h="21454" w="11977">
                  <a:moveTo>
                    <a:pt x="4492" y="0"/>
                  </a:moveTo>
                  <a:cubicBezTo>
                    <a:pt x="4074" y="0"/>
                    <a:pt x="3641" y="80"/>
                    <a:pt x="3196" y="256"/>
                  </a:cubicBezTo>
                  <a:cubicBezTo>
                    <a:pt x="1598" y="877"/>
                    <a:pt x="622" y="3007"/>
                    <a:pt x="445" y="5049"/>
                  </a:cubicBezTo>
                  <a:cubicBezTo>
                    <a:pt x="1" y="10285"/>
                    <a:pt x="1687" y="15522"/>
                    <a:pt x="5060" y="19516"/>
                  </a:cubicBezTo>
                  <a:cubicBezTo>
                    <a:pt x="5592" y="20226"/>
                    <a:pt x="6214" y="20758"/>
                    <a:pt x="7012" y="21202"/>
                  </a:cubicBezTo>
                  <a:cubicBezTo>
                    <a:pt x="7387" y="21374"/>
                    <a:pt x="7725" y="21454"/>
                    <a:pt x="8030" y="21454"/>
                  </a:cubicBezTo>
                  <a:cubicBezTo>
                    <a:pt x="11977" y="21454"/>
                    <a:pt x="10258" y="7984"/>
                    <a:pt x="9764" y="5759"/>
                  </a:cubicBezTo>
                  <a:cubicBezTo>
                    <a:pt x="9302" y="3448"/>
                    <a:pt x="7235" y="0"/>
                    <a:pt x="4492" y="0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314"/>
            <p:cNvSpPr/>
            <p:nvPr/>
          </p:nvSpPr>
          <p:spPr>
            <a:xfrm>
              <a:off x="3083300" y="1935550"/>
              <a:ext cx="119850" cy="290700"/>
            </a:xfrm>
            <a:custGeom>
              <a:rect b="b" l="l" r="r" t="t"/>
              <a:pathLst>
                <a:path extrusionOk="0" fill="none" h="11628" w="4794">
                  <a:moveTo>
                    <a:pt x="1" y="1775"/>
                  </a:moveTo>
                  <a:cubicBezTo>
                    <a:pt x="90" y="1332"/>
                    <a:pt x="178" y="977"/>
                    <a:pt x="356" y="622"/>
                  </a:cubicBezTo>
                  <a:cubicBezTo>
                    <a:pt x="533" y="267"/>
                    <a:pt x="888" y="89"/>
                    <a:pt x="1332" y="0"/>
                  </a:cubicBezTo>
                  <a:cubicBezTo>
                    <a:pt x="1954" y="0"/>
                    <a:pt x="2397" y="799"/>
                    <a:pt x="2575" y="1509"/>
                  </a:cubicBezTo>
                  <a:cubicBezTo>
                    <a:pt x="3019" y="3284"/>
                    <a:pt x="3285" y="5059"/>
                    <a:pt x="3285" y="6923"/>
                  </a:cubicBezTo>
                  <a:cubicBezTo>
                    <a:pt x="3196" y="6746"/>
                    <a:pt x="2930" y="6746"/>
                    <a:pt x="2752" y="6835"/>
                  </a:cubicBezTo>
                  <a:cubicBezTo>
                    <a:pt x="2575" y="7012"/>
                    <a:pt x="2397" y="7190"/>
                    <a:pt x="2397" y="7456"/>
                  </a:cubicBezTo>
                  <a:cubicBezTo>
                    <a:pt x="1865" y="9231"/>
                    <a:pt x="2930" y="11095"/>
                    <a:pt x="4794" y="11627"/>
                  </a:cubicBezTo>
                </a:path>
              </a:pathLst>
            </a:custGeom>
            <a:noFill/>
            <a:ln cap="rnd" cmpd="sng" w="9525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314"/>
            <p:cNvSpPr/>
            <p:nvPr/>
          </p:nvSpPr>
          <p:spPr>
            <a:xfrm>
              <a:off x="4385925" y="1824875"/>
              <a:ext cx="301650" cy="536350"/>
            </a:xfrm>
            <a:custGeom>
              <a:rect b="b" l="l" r="r" t="t"/>
              <a:pathLst>
                <a:path extrusionOk="0" h="21454" w="12066">
                  <a:moveTo>
                    <a:pt x="7516" y="0"/>
                  </a:moveTo>
                  <a:cubicBezTo>
                    <a:pt x="4830" y="0"/>
                    <a:pt x="2753" y="3448"/>
                    <a:pt x="2214" y="5759"/>
                  </a:cubicBezTo>
                  <a:cubicBezTo>
                    <a:pt x="1719" y="7984"/>
                    <a:pt x="1" y="21454"/>
                    <a:pt x="4019" y="21454"/>
                  </a:cubicBezTo>
                  <a:cubicBezTo>
                    <a:pt x="4328" y="21454"/>
                    <a:pt x="4672" y="21374"/>
                    <a:pt x="5054" y="21202"/>
                  </a:cubicBezTo>
                  <a:cubicBezTo>
                    <a:pt x="5764" y="20758"/>
                    <a:pt x="6474" y="20226"/>
                    <a:pt x="7006" y="19516"/>
                  </a:cubicBezTo>
                  <a:cubicBezTo>
                    <a:pt x="10379" y="15522"/>
                    <a:pt x="12065" y="10285"/>
                    <a:pt x="11533" y="5049"/>
                  </a:cubicBezTo>
                  <a:cubicBezTo>
                    <a:pt x="11355" y="3007"/>
                    <a:pt x="10468" y="877"/>
                    <a:pt x="8781" y="256"/>
                  </a:cubicBezTo>
                  <a:cubicBezTo>
                    <a:pt x="8348" y="80"/>
                    <a:pt x="7925" y="0"/>
                    <a:pt x="7516" y="0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314"/>
            <p:cNvSpPr/>
            <p:nvPr/>
          </p:nvSpPr>
          <p:spPr>
            <a:xfrm>
              <a:off x="4487850" y="1935550"/>
              <a:ext cx="117625" cy="288475"/>
            </a:xfrm>
            <a:custGeom>
              <a:rect b="b" l="l" r="r" t="t"/>
              <a:pathLst>
                <a:path extrusionOk="0" fill="none" h="11539" w="4705">
                  <a:moveTo>
                    <a:pt x="4704" y="1775"/>
                  </a:moveTo>
                  <a:cubicBezTo>
                    <a:pt x="4704" y="1332"/>
                    <a:pt x="4527" y="977"/>
                    <a:pt x="4349" y="622"/>
                  </a:cubicBezTo>
                  <a:cubicBezTo>
                    <a:pt x="4172" y="267"/>
                    <a:pt x="3817" y="89"/>
                    <a:pt x="3462" y="0"/>
                  </a:cubicBezTo>
                  <a:cubicBezTo>
                    <a:pt x="2752" y="0"/>
                    <a:pt x="2397" y="799"/>
                    <a:pt x="2219" y="1509"/>
                  </a:cubicBezTo>
                  <a:cubicBezTo>
                    <a:pt x="1687" y="3284"/>
                    <a:pt x="1421" y="5059"/>
                    <a:pt x="1421" y="6923"/>
                  </a:cubicBezTo>
                  <a:cubicBezTo>
                    <a:pt x="1598" y="6746"/>
                    <a:pt x="1864" y="6746"/>
                    <a:pt x="2042" y="6835"/>
                  </a:cubicBezTo>
                  <a:cubicBezTo>
                    <a:pt x="2219" y="7012"/>
                    <a:pt x="2308" y="7190"/>
                    <a:pt x="2397" y="7456"/>
                  </a:cubicBezTo>
                  <a:cubicBezTo>
                    <a:pt x="2841" y="9231"/>
                    <a:pt x="1776" y="11095"/>
                    <a:pt x="0" y="11539"/>
                  </a:cubicBezTo>
                </a:path>
              </a:pathLst>
            </a:custGeom>
            <a:noFill/>
            <a:ln cap="rnd" cmpd="sng" w="9525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314"/>
            <p:cNvSpPr/>
            <p:nvPr/>
          </p:nvSpPr>
          <p:spPr>
            <a:xfrm>
              <a:off x="3176500" y="974575"/>
              <a:ext cx="1340225" cy="1930650"/>
            </a:xfrm>
            <a:custGeom>
              <a:rect b="b" l="l" r="r" t="t"/>
              <a:pathLst>
                <a:path extrusionOk="0" h="77226" w="53609">
                  <a:moveTo>
                    <a:pt x="28161" y="1"/>
                  </a:moveTo>
                  <a:cubicBezTo>
                    <a:pt x="23124" y="1"/>
                    <a:pt x="18106" y="1205"/>
                    <a:pt x="13580" y="3559"/>
                  </a:cubicBezTo>
                  <a:cubicBezTo>
                    <a:pt x="7722" y="6843"/>
                    <a:pt x="3817" y="12701"/>
                    <a:pt x="2219" y="19091"/>
                  </a:cubicBezTo>
                  <a:cubicBezTo>
                    <a:pt x="1066" y="23174"/>
                    <a:pt x="444" y="27434"/>
                    <a:pt x="178" y="31694"/>
                  </a:cubicBezTo>
                  <a:cubicBezTo>
                    <a:pt x="1" y="35333"/>
                    <a:pt x="89" y="39061"/>
                    <a:pt x="533" y="42700"/>
                  </a:cubicBezTo>
                  <a:cubicBezTo>
                    <a:pt x="1598" y="51575"/>
                    <a:pt x="4705" y="60539"/>
                    <a:pt x="10207" y="67551"/>
                  </a:cubicBezTo>
                  <a:cubicBezTo>
                    <a:pt x="13846" y="72255"/>
                    <a:pt x="18817" y="76249"/>
                    <a:pt x="24941" y="77048"/>
                  </a:cubicBezTo>
                  <a:cubicBezTo>
                    <a:pt x="25739" y="77136"/>
                    <a:pt x="26627" y="77225"/>
                    <a:pt x="27514" y="77225"/>
                  </a:cubicBezTo>
                  <a:cubicBezTo>
                    <a:pt x="33017" y="77048"/>
                    <a:pt x="37899" y="74030"/>
                    <a:pt x="41626" y="70036"/>
                  </a:cubicBezTo>
                  <a:cubicBezTo>
                    <a:pt x="46242" y="64888"/>
                    <a:pt x="49082" y="58409"/>
                    <a:pt x="50768" y="51841"/>
                  </a:cubicBezTo>
                  <a:cubicBezTo>
                    <a:pt x="52898" y="43765"/>
                    <a:pt x="53608" y="35333"/>
                    <a:pt x="52810" y="26990"/>
                  </a:cubicBezTo>
                  <a:cubicBezTo>
                    <a:pt x="52366" y="21398"/>
                    <a:pt x="52011" y="14121"/>
                    <a:pt x="48638" y="9417"/>
                  </a:cubicBezTo>
                  <a:cubicBezTo>
                    <a:pt x="45443" y="4979"/>
                    <a:pt x="40650" y="1872"/>
                    <a:pt x="35236" y="807"/>
                  </a:cubicBezTo>
                  <a:cubicBezTo>
                    <a:pt x="32907" y="268"/>
                    <a:pt x="30532" y="1"/>
                    <a:pt x="28161" y="1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314"/>
            <p:cNvSpPr/>
            <p:nvPr/>
          </p:nvSpPr>
          <p:spPr>
            <a:xfrm>
              <a:off x="3001225" y="683825"/>
              <a:ext cx="1704100" cy="1029650"/>
            </a:xfrm>
            <a:custGeom>
              <a:rect b="b" l="l" r="r" t="t"/>
              <a:pathLst>
                <a:path extrusionOk="0" h="41186" w="68164">
                  <a:moveTo>
                    <a:pt x="36869" y="0"/>
                  </a:moveTo>
                  <a:cubicBezTo>
                    <a:pt x="34587" y="0"/>
                    <a:pt x="32286" y="156"/>
                    <a:pt x="29999" y="367"/>
                  </a:cubicBezTo>
                  <a:cubicBezTo>
                    <a:pt x="26360" y="544"/>
                    <a:pt x="22810" y="1432"/>
                    <a:pt x="19437" y="2763"/>
                  </a:cubicBezTo>
                  <a:cubicBezTo>
                    <a:pt x="15443" y="4804"/>
                    <a:pt x="12071" y="7733"/>
                    <a:pt x="9585" y="11461"/>
                  </a:cubicBezTo>
                  <a:cubicBezTo>
                    <a:pt x="4970" y="17763"/>
                    <a:pt x="1065" y="26372"/>
                    <a:pt x="710" y="34360"/>
                  </a:cubicBezTo>
                  <a:cubicBezTo>
                    <a:pt x="710" y="35869"/>
                    <a:pt x="0" y="39863"/>
                    <a:pt x="1331" y="40839"/>
                  </a:cubicBezTo>
                  <a:cubicBezTo>
                    <a:pt x="1671" y="41084"/>
                    <a:pt x="2107" y="41185"/>
                    <a:pt x="2595" y="41185"/>
                  </a:cubicBezTo>
                  <a:cubicBezTo>
                    <a:pt x="4405" y="41185"/>
                    <a:pt x="6940" y="39800"/>
                    <a:pt x="7988" y="39241"/>
                  </a:cubicBezTo>
                  <a:cubicBezTo>
                    <a:pt x="12581" y="37070"/>
                    <a:pt x="16231" y="33485"/>
                    <a:pt x="19529" y="29742"/>
                  </a:cubicBezTo>
                  <a:lnTo>
                    <a:pt x="19529" y="29742"/>
                  </a:lnTo>
                  <a:cubicBezTo>
                    <a:pt x="19058" y="30892"/>
                    <a:pt x="19967" y="32673"/>
                    <a:pt x="21390" y="33028"/>
                  </a:cubicBezTo>
                  <a:cubicBezTo>
                    <a:pt x="21678" y="33104"/>
                    <a:pt x="21969" y="33139"/>
                    <a:pt x="22260" y="33139"/>
                  </a:cubicBezTo>
                  <a:cubicBezTo>
                    <a:pt x="23672" y="33139"/>
                    <a:pt x="25094" y="32329"/>
                    <a:pt x="26271" y="31520"/>
                  </a:cubicBezTo>
                  <a:cubicBezTo>
                    <a:pt x="31508" y="27881"/>
                    <a:pt x="35857" y="23177"/>
                    <a:pt x="39141" y="17674"/>
                  </a:cubicBezTo>
                  <a:lnTo>
                    <a:pt x="39141" y="17674"/>
                  </a:lnTo>
                  <a:cubicBezTo>
                    <a:pt x="38963" y="19449"/>
                    <a:pt x="39141" y="21224"/>
                    <a:pt x="39762" y="22910"/>
                  </a:cubicBezTo>
                  <a:cubicBezTo>
                    <a:pt x="40433" y="24328"/>
                    <a:pt x="41857" y="25432"/>
                    <a:pt x="43295" y="25432"/>
                  </a:cubicBezTo>
                  <a:cubicBezTo>
                    <a:pt x="43568" y="25432"/>
                    <a:pt x="43842" y="25392"/>
                    <a:pt x="44111" y="25307"/>
                  </a:cubicBezTo>
                  <a:lnTo>
                    <a:pt x="44111" y="25307"/>
                  </a:lnTo>
                  <a:cubicBezTo>
                    <a:pt x="43062" y="28291"/>
                    <a:pt x="45826" y="31716"/>
                    <a:pt x="48803" y="31716"/>
                  </a:cubicBezTo>
                  <a:cubicBezTo>
                    <a:pt x="49102" y="31716"/>
                    <a:pt x="49403" y="31681"/>
                    <a:pt x="49703" y="31608"/>
                  </a:cubicBezTo>
                  <a:cubicBezTo>
                    <a:pt x="50856" y="35159"/>
                    <a:pt x="53164" y="38620"/>
                    <a:pt x="56714" y="40040"/>
                  </a:cubicBezTo>
                  <a:cubicBezTo>
                    <a:pt x="57745" y="40463"/>
                    <a:pt x="58879" y="40674"/>
                    <a:pt x="60012" y="40674"/>
                  </a:cubicBezTo>
                  <a:cubicBezTo>
                    <a:pt x="62681" y="40674"/>
                    <a:pt x="65346" y="39505"/>
                    <a:pt x="66655" y="37200"/>
                  </a:cubicBezTo>
                  <a:cubicBezTo>
                    <a:pt x="68163" y="34804"/>
                    <a:pt x="67897" y="31697"/>
                    <a:pt x="67365" y="28946"/>
                  </a:cubicBezTo>
                  <a:cubicBezTo>
                    <a:pt x="66388" y="22999"/>
                    <a:pt x="64169" y="17319"/>
                    <a:pt x="60886" y="12349"/>
                  </a:cubicBezTo>
                  <a:cubicBezTo>
                    <a:pt x="57602" y="7290"/>
                    <a:pt x="52720" y="3562"/>
                    <a:pt x="47040" y="1432"/>
                  </a:cubicBezTo>
                  <a:cubicBezTo>
                    <a:pt x="43772" y="360"/>
                    <a:pt x="40343" y="0"/>
                    <a:pt x="36869" y="0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314"/>
            <p:cNvSpPr/>
            <p:nvPr/>
          </p:nvSpPr>
          <p:spPr>
            <a:xfrm>
              <a:off x="3098850" y="586900"/>
              <a:ext cx="1409000" cy="603525"/>
            </a:xfrm>
            <a:custGeom>
              <a:rect b="b" l="l" r="r" t="t"/>
              <a:pathLst>
                <a:path extrusionOk="0" h="24141" w="56360">
                  <a:moveTo>
                    <a:pt x="31723" y="0"/>
                  </a:moveTo>
                  <a:cubicBezTo>
                    <a:pt x="22716" y="0"/>
                    <a:pt x="13383" y="3930"/>
                    <a:pt x="7101" y="10368"/>
                  </a:cubicBezTo>
                  <a:cubicBezTo>
                    <a:pt x="3728" y="13829"/>
                    <a:pt x="89" y="19155"/>
                    <a:pt x="0" y="24125"/>
                  </a:cubicBezTo>
                  <a:cubicBezTo>
                    <a:pt x="64" y="24135"/>
                    <a:pt x="126" y="24140"/>
                    <a:pt x="188" y="24140"/>
                  </a:cubicBezTo>
                  <a:cubicBezTo>
                    <a:pt x="1682" y="24140"/>
                    <a:pt x="2688" y="21154"/>
                    <a:pt x="3284" y="20131"/>
                  </a:cubicBezTo>
                  <a:cubicBezTo>
                    <a:pt x="7722" y="12232"/>
                    <a:pt x="15710" y="7084"/>
                    <a:pt x="24674" y="6285"/>
                  </a:cubicBezTo>
                  <a:cubicBezTo>
                    <a:pt x="25631" y="6209"/>
                    <a:pt x="26596" y="6170"/>
                    <a:pt x="27562" y="6170"/>
                  </a:cubicBezTo>
                  <a:cubicBezTo>
                    <a:pt x="29998" y="6170"/>
                    <a:pt x="32440" y="6423"/>
                    <a:pt x="34792" y="6995"/>
                  </a:cubicBezTo>
                  <a:cubicBezTo>
                    <a:pt x="43934" y="8859"/>
                    <a:pt x="52809" y="14451"/>
                    <a:pt x="56359" y="23148"/>
                  </a:cubicBezTo>
                  <a:cubicBezTo>
                    <a:pt x="55738" y="16758"/>
                    <a:pt x="51833" y="11078"/>
                    <a:pt x="47129" y="6729"/>
                  </a:cubicBezTo>
                  <a:cubicBezTo>
                    <a:pt x="44022" y="3800"/>
                    <a:pt x="40028" y="782"/>
                    <a:pt x="35591" y="250"/>
                  </a:cubicBezTo>
                  <a:cubicBezTo>
                    <a:pt x="34315" y="82"/>
                    <a:pt x="33022" y="0"/>
                    <a:pt x="317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314"/>
            <p:cNvSpPr/>
            <p:nvPr/>
          </p:nvSpPr>
          <p:spPr>
            <a:xfrm>
              <a:off x="3755625" y="1831250"/>
              <a:ext cx="97650" cy="485975"/>
            </a:xfrm>
            <a:custGeom>
              <a:rect b="b" l="l" r="r" t="t"/>
              <a:pathLst>
                <a:path extrusionOk="0" fill="none" h="19439" w="3906">
                  <a:moveTo>
                    <a:pt x="3906" y="19438"/>
                  </a:moveTo>
                  <a:cubicBezTo>
                    <a:pt x="2663" y="19083"/>
                    <a:pt x="1509" y="18373"/>
                    <a:pt x="711" y="17397"/>
                  </a:cubicBezTo>
                  <a:cubicBezTo>
                    <a:pt x="178" y="16332"/>
                    <a:pt x="1" y="15000"/>
                    <a:pt x="267" y="13847"/>
                  </a:cubicBezTo>
                  <a:cubicBezTo>
                    <a:pt x="622" y="9231"/>
                    <a:pt x="1066" y="4616"/>
                    <a:pt x="1509" y="1"/>
                  </a:cubicBezTo>
                </a:path>
              </a:pathLst>
            </a:custGeom>
            <a:noFill/>
            <a:ln cap="rnd" cmpd="sng" w="19050">
              <a:solidFill>
                <a:srgbClr val="20124D"/>
              </a:solidFill>
              <a:prstDash val="solid"/>
              <a:miter lim="88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314"/>
            <p:cNvSpPr/>
            <p:nvPr/>
          </p:nvSpPr>
          <p:spPr>
            <a:xfrm>
              <a:off x="3418950" y="1877400"/>
              <a:ext cx="167525" cy="122975"/>
            </a:xfrm>
            <a:custGeom>
              <a:rect b="b" l="l" r="r" t="t"/>
              <a:pathLst>
                <a:path extrusionOk="0" h="4919" w="6701">
                  <a:moveTo>
                    <a:pt x="3290" y="0"/>
                  </a:moveTo>
                  <a:cubicBezTo>
                    <a:pt x="388" y="0"/>
                    <a:pt x="0" y="4558"/>
                    <a:pt x="3083" y="4900"/>
                  </a:cubicBezTo>
                  <a:cubicBezTo>
                    <a:pt x="3193" y="4913"/>
                    <a:pt x="3300" y="4918"/>
                    <a:pt x="3404" y="4918"/>
                  </a:cubicBezTo>
                  <a:cubicBezTo>
                    <a:pt x="6311" y="4918"/>
                    <a:pt x="6701" y="276"/>
                    <a:pt x="3616" y="19"/>
                  </a:cubicBezTo>
                  <a:cubicBezTo>
                    <a:pt x="3504" y="6"/>
                    <a:pt x="3395" y="0"/>
                    <a:pt x="3290" y="0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314"/>
            <p:cNvSpPr/>
            <p:nvPr/>
          </p:nvSpPr>
          <p:spPr>
            <a:xfrm>
              <a:off x="3338475" y="1687025"/>
              <a:ext cx="286250" cy="51075"/>
            </a:xfrm>
            <a:custGeom>
              <a:rect b="b" l="l" r="r" t="t"/>
              <a:pathLst>
                <a:path extrusionOk="0" fill="none" h="2043" w="11450">
                  <a:moveTo>
                    <a:pt x="1" y="2042"/>
                  </a:moveTo>
                  <a:cubicBezTo>
                    <a:pt x="3551" y="90"/>
                    <a:pt x="7811" y="1"/>
                    <a:pt x="11450" y="1865"/>
                  </a:cubicBezTo>
                </a:path>
              </a:pathLst>
            </a:custGeom>
            <a:noFill/>
            <a:ln cap="rnd" cmpd="sng" w="19050">
              <a:solidFill>
                <a:srgbClr val="39222F"/>
              </a:solidFill>
              <a:prstDash val="solid"/>
              <a:miter lim="88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314"/>
            <p:cNvSpPr/>
            <p:nvPr/>
          </p:nvSpPr>
          <p:spPr>
            <a:xfrm>
              <a:off x="4048525" y="1687025"/>
              <a:ext cx="284025" cy="51075"/>
            </a:xfrm>
            <a:custGeom>
              <a:rect b="b" l="l" r="r" t="t"/>
              <a:pathLst>
                <a:path extrusionOk="0" fill="none" h="2043" w="11361">
                  <a:moveTo>
                    <a:pt x="0" y="2042"/>
                  </a:moveTo>
                  <a:cubicBezTo>
                    <a:pt x="3550" y="90"/>
                    <a:pt x="7811" y="1"/>
                    <a:pt x="11361" y="1865"/>
                  </a:cubicBezTo>
                </a:path>
              </a:pathLst>
            </a:custGeom>
            <a:noFill/>
            <a:ln cap="rnd" cmpd="sng" w="19050">
              <a:solidFill>
                <a:srgbClr val="39222F"/>
              </a:solidFill>
              <a:prstDash val="solid"/>
              <a:miter lim="88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314"/>
            <p:cNvSpPr/>
            <p:nvPr/>
          </p:nvSpPr>
          <p:spPr>
            <a:xfrm>
              <a:off x="4071225" y="1877400"/>
              <a:ext cx="167550" cy="122975"/>
            </a:xfrm>
            <a:custGeom>
              <a:rect b="b" l="l" r="r" t="t"/>
              <a:pathLst>
                <a:path extrusionOk="0" h="4919" w="6702">
                  <a:moveTo>
                    <a:pt x="3412" y="0"/>
                  </a:moveTo>
                  <a:cubicBezTo>
                    <a:pt x="3307" y="0"/>
                    <a:pt x="3198" y="6"/>
                    <a:pt x="3086" y="19"/>
                  </a:cubicBezTo>
                  <a:cubicBezTo>
                    <a:pt x="1" y="276"/>
                    <a:pt x="391" y="4918"/>
                    <a:pt x="3298" y="4918"/>
                  </a:cubicBezTo>
                  <a:cubicBezTo>
                    <a:pt x="3402" y="4918"/>
                    <a:pt x="3509" y="4913"/>
                    <a:pt x="3619" y="4900"/>
                  </a:cubicBezTo>
                  <a:cubicBezTo>
                    <a:pt x="6702" y="4558"/>
                    <a:pt x="6314" y="0"/>
                    <a:pt x="3412" y="0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314"/>
            <p:cNvSpPr/>
            <p:nvPr/>
          </p:nvSpPr>
          <p:spPr>
            <a:xfrm>
              <a:off x="3682400" y="2479175"/>
              <a:ext cx="304000" cy="53275"/>
            </a:xfrm>
            <a:custGeom>
              <a:rect b="b" l="l" r="r" t="t"/>
              <a:pathLst>
                <a:path extrusionOk="0" fill="none" h="2131" w="12160">
                  <a:moveTo>
                    <a:pt x="1" y="267"/>
                  </a:moveTo>
                  <a:cubicBezTo>
                    <a:pt x="3817" y="2130"/>
                    <a:pt x="8344" y="2042"/>
                    <a:pt x="12160" y="0"/>
                  </a:cubicBezTo>
                </a:path>
              </a:pathLst>
            </a:custGeom>
            <a:noFill/>
            <a:ln cap="rnd" cmpd="sng" w="44375">
              <a:solidFill>
                <a:srgbClr val="39222F"/>
              </a:solidFill>
              <a:prstDash val="solid"/>
              <a:miter lim="88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6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7" name="Google Shape;3137;p315"/>
          <p:cNvGrpSpPr/>
          <p:nvPr/>
        </p:nvGrpSpPr>
        <p:grpSpPr>
          <a:xfrm>
            <a:off x="773812" y="1638888"/>
            <a:ext cx="1203827" cy="1641633"/>
            <a:chOff x="1911625" y="237786"/>
            <a:chExt cx="3769025" cy="5139739"/>
          </a:xfrm>
        </p:grpSpPr>
        <p:sp>
          <p:nvSpPr>
            <p:cNvPr id="3138" name="Google Shape;3138;p315"/>
            <p:cNvSpPr/>
            <p:nvPr/>
          </p:nvSpPr>
          <p:spPr>
            <a:xfrm>
              <a:off x="4922675" y="3785225"/>
              <a:ext cx="757975" cy="1583050"/>
            </a:xfrm>
            <a:custGeom>
              <a:rect b="b" l="l" r="r" t="t"/>
              <a:pathLst>
                <a:path extrusionOk="0" h="63322" w="30319">
                  <a:moveTo>
                    <a:pt x="12204" y="1"/>
                  </a:moveTo>
                  <a:cubicBezTo>
                    <a:pt x="12142" y="1"/>
                    <a:pt x="12079" y="2"/>
                    <a:pt x="12017" y="4"/>
                  </a:cubicBezTo>
                  <a:cubicBezTo>
                    <a:pt x="11953" y="2"/>
                    <a:pt x="11890" y="1"/>
                    <a:pt x="11827" y="1"/>
                  </a:cubicBezTo>
                  <a:cubicBezTo>
                    <a:pt x="8767" y="1"/>
                    <a:pt x="6182" y="2191"/>
                    <a:pt x="5639" y="5180"/>
                  </a:cubicBezTo>
                  <a:cubicBezTo>
                    <a:pt x="2866" y="19970"/>
                    <a:pt x="0" y="48440"/>
                    <a:pt x="647" y="63322"/>
                  </a:cubicBezTo>
                  <a:lnTo>
                    <a:pt x="30319" y="63322"/>
                  </a:lnTo>
                  <a:cubicBezTo>
                    <a:pt x="25697" y="42246"/>
                    <a:pt x="20890" y="15440"/>
                    <a:pt x="18210" y="4810"/>
                  </a:cubicBezTo>
                  <a:cubicBezTo>
                    <a:pt x="17486" y="2007"/>
                    <a:pt x="14994" y="1"/>
                    <a:pt x="12204" y="1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315"/>
            <p:cNvSpPr/>
            <p:nvPr/>
          </p:nvSpPr>
          <p:spPr>
            <a:xfrm>
              <a:off x="5024350" y="3475875"/>
              <a:ext cx="508400" cy="924150"/>
            </a:xfrm>
            <a:custGeom>
              <a:rect b="b" l="l" r="r" t="t"/>
              <a:pathLst>
                <a:path extrusionOk="0" h="36966" w="20336">
                  <a:moveTo>
                    <a:pt x="8088" y="1"/>
                  </a:moveTo>
                  <a:cubicBezTo>
                    <a:pt x="7843" y="1"/>
                    <a:pt x="7610" y="113"/>
                    <a:pt x="7395" y="361"/>
                  </a:cubicBezTo>
                  <a:cubicBezTo>
                    <a:pt x="6193" y="1655"/>
                    <a:pt x="2404" y="18478"/>
                    <a:pt x="0" y="36965"/>
                  </a:cubicBezTo>
                  <a:lnTo>
                    <a:pt x="20336" y="36965"/>
                  </a:lnTo>
                  <a:cubicBezTo>
                    <a:pt x="17563" y="25319"/>
                    <a:pt x="15344" y="16260"/>
                    <a:pt x="14143" y="12008"/>
                  </a:cubicBezTo>
                  <a:cubicBezTo>
                    <a:pt x="13496" y="9512"/>
                    <a:pt x="12664" y="7109"/>
                    <a:pt x="11647" y="4706"/>
                  </a:cubicBezTo>
                  <a:cubicBezTo>
                    <a:pt x="10585" y="2353"/>
                    <a:pt x="9211" y="1"/>
                    <a:pt x="8088" y="1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315"/>
            <p:cNvSpPr/>
            <p:nvPr/>
          </p:nvSpPr>
          <p:spPr>
            <a:xfrm>
              <a:off x="1911625" y="3785225"/>
              <a:ext cx="757975" cy="1583050"/>
            </a:xfrm>
            <a:custGeom>
              <a:rect b="b" l="l" r="r" t="t"/>
              <a:pathLst>
                <a:path extrusionOk="0" h="63322" w="30319">
                  <a:moveTo>
                    <a:pt x="18109" y="1"/>
                  </a:moveTo>
                  <a:cubicBezTo>
                    <a:pt x="15232" y="1"/>
                    <a:pt x="12742" y="2007"/>
                    <a:pt x="12109" y="4810"/>
                  </a:cubicBezTo>
                  <a:cubicBezTo>
                    <a:pt x="9428" y="15440"/>
                    <a:pt x="4622" y="42246"/>
                    <a:pt x="0" y="63322"/>
                  </a:cubicBezTo>
                  <a:lnTo>
                    <a:pt x="29672" y="63322"/>
                  </a:lnTo>
                  <a:cubicBezTo>
                    <a:pt x="30319" y="48440"/>
                    <a:pt x="27453" y="19970"/>
                    <a:pt x="24680" y="5180"/>
                  </a:cubicBezTo>
                  <a:cubicBezTo>
                    <a:pt x="24046" y="2191"/>
                    <a:pt x="21548" y="1"/>
                    <a:pt x="18491" y="1"/>
                  </a:cubicBezTo>
                  <a:cubicBezTo>
                    <a:pt x="18428" y="1"/>
                    <a:pt x="18365" y="2"/>
                    <a:pt x="18302" y="4"/>
                  </a:cubicBezTo>
                  <a:cubicBezTo>
                    <a:pt x="18237" y="2"/>
                    <a:pt x="18173" y="1"/>
                    <a:pt x="18109" y="1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315"/>
            <p:cNvSpPr/>
            <p:nvPr/>
          </p:nvSpPr>
          <p:spPr>
            <a:xfrm>
              <a:off x="2059500" y="3475875"/>
              <a:ext cx="508425" cy="924150"/>
            </a:xfrm>
            <a:custGeom>
              <a:rect b="b" l="l" r="r" t="t"/>
              <a:pathLst>
                <a:path extrusionOk="0" h="36966" w="20337">
                  <a:moveTo>
                    <a:pt x="12156" y="1"/>
                  </a:moveTo>
                  <a:cubicBezTo>
                    <a:pt x="11034" y="1"/>
                    <a:pt x="9660" y="2353"/>
                    <a:pt x="8597" y="4706"/>
                  </a:cubicBezTo>
                  <a:cubicBezTo>
                    <a:pt x="7581" y="7109"/>
                    <a:pt x="6749" y="9512"/>
                    <a:pt x="6102" y="12008"/>
                  </a:cubicBezTo>
                  <a:cubicBezTo>
                    <a:pt x="4992" y="16260"/>
                    <a:pt x="2774" y="25319"/>
                    <a:pt x="1" y="36965"/>
                  </a:cubicBezTo>
                  <a:lnTo>
                    <a:pt x="20337" y="36965"/>
                  </a:lnTo>
                  <a:cubicBezTo>
                    <a:pt x="17933" y="18478"/>
                    <a:pt x="14051" y="1655"/>
                    <a:pt x="12849" y="361"/>
                  </a:cubicBezTo>
                  <a:cubicBezTo>
                    <a:pt x="12634" y="113"/>
                    <a:pt x="12401" y="1"/>
                    <a:pt x="12156" y="1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315"/>
            <p:cNvSpPr/>
            <p:nvPr/>
          </p:nvSpPr>
          <p:spPr>
            <a:xfrm>
              <a:off x="2406150" y="2142275"/>
              <a:ext cx="2796150" cy="3135875"/>
            </a:xfrm>
            <a:custGeom>
              <a:rect b="b" l="l" r="r" t="t"/>
              <a:pathLst>
                <a:path extrusionOk="0" h="125435" w="111846">
                  <a:moveTo>
                    <a:pt x="42612" y="0"/>
                  </a:moveTo>
                  <a:lnTo>
                    <a:pt x="40764" y="27454"/>
                  </a:lnTo>
                  <a:cubicBezTo>
                    <a:pt x="40486" y="31798"/>
                    <a:pt x="37898" y="35588"/>
                    <a:pt x="34016" y="37344"/>
                  </a:cubicBezTo>
                  <a:lnTo>
                    <a:pt x="0" y="53243"/>
                  </a:lnTo>
                  <a:lnTo>
                    <a:pt x="9983" y="125435"/>
                  </a:lnTo>
                  <a:lnTo>
                    <a:pt x="104081" y="125435"/>
                  </a:lnTo>
                  <a:lnTo>
                    <a:pt x="111846" y="54907"/>
                  </a:lnTo>
                  <a:lnTo>
                    <a:pt x="78015" y="37437"/>
                  </a:lnTo>
                  <a:cubicBezTo>
                    <a:pt x="74410" y="35588"/>
                    <a:pt x="72007" y="31983"/>
                    <a:pt x="71637" y="27916"/>
                  </a:cubicBezTo>
                  <a:cubicBezTo>
                    <a:pt x="70805" y="17933"/>
                    <a:pt x="69326" y="0"/>
                    <a:pt x="69326" y="0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315"/>
            <p:cNvSpPr/>
            <p:nvPr/>
          </p:nvSpPr>
          <p:spPr>
            <a:xfrm>
              <a:off x="2362225" y="3031950"/>
              <a:ext cx="2879375" cy="2345575"/>
            </a:xfrm>
            <a:custGeom>
              <a:rect b="b" l="l" r="r" t="t"/>
              <a:pathLst>
                <a:path extrusionOk="0" h="93823" w="115175">
                  <a:moveTo>
                    <a:pt x="33739" y="1"/>
                  </a:moveTo>
                  <a:lnTo>
                    <a:pt x="1" y="17656"/>
                  </a:lnTo>
                  <a:lnTo>
                    <a:pt x="7211" y="93822"/>
                  </a:lnTo>
                  <a:lnTo>
                    <a:pt x="108242" y="93822"/>
                  </a:lnTo>
                  <a:lnTo>
                    <a:pt x="115174" y="17933"/>
                  </a:lnTo>
                  <a:lnTo>
                    <a:pt x="81713" y="648"/>
                  </a:lnTo>
                  <a:cubicBezTo>
                    <a:pt x="81713" y="648"/>
                    <a:pt x="76259" y="24589"/>
                    <a:pt x="57865" y="24589"/>
                  </a:cubicBezTo>
                  <a:cubicBezTo>
                    <a:pt x="39193" y="24589"/>
                    <a:pt x="33739" y="1"/>
                    <a:pt x="33739" y="1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315"/>
            <p:cNvSpPr/>
            <p:nvPr/>
          </p:nvSpPr>
          <p:spPr>
            <a:xfrm>
              <a:off x="4355225" y="1454225"/>
              <a:ext cx="334075" cy="598525"/>
            </a:xfrm>
            <a:custGeom>
              <a:rect b="b" l="l" r="r" t="t"/>
              <a:pathLst>
                <a:path extrusionOk="0" h="23941" w="13363">
                  <a:moveTo>
                    <a:pt x="8466" y="1"/>
                  </a:moveTo>
                  <a:cubicBezTo>
                    <a:pt x="5354" y="1"/>
                    <a:pt x="3021" y="3860"/>
                    <a:pt x="2455" y="6447"/>
                  </a:cubicBezTo>
                  <a:cubicBezTo>
                    <a:pt x="1941" y="8930"/>
                    <a:pt x="1" y="23940"/>
                    <a:pt x="4417" y="23940"/>
                  </a:cubicBezTo>
                  <a:cubicBezTo>
                    <a:pt x="4769" y="23940"/>
                    <a:pt x="5161" y="23845"/>
                    <a:pt x="5598" y="23640"/>
                  </a:cubicBezTo>
                  <a:cubicBezTo>
                    <a:pt x="6430" y="23178"/>
                    <a:pt x="7169" y="22623"/>
                    <a:pt x="7724" y="21884"/>
                  </a:cubicBezTo>
                  <a:cubicBezTo>
                    <a:pt x="11514" y="17355"/>
                    <a:pt x="13362" y="11531"/>
                    <a:pt x="12900" y="5708"/>
                  </a:cubicBezTo>
                  <a:cubicBezTo>
                    <a:pt x="12623" y="3397"/>
                    <a:pt x="11606" y="1086"/>
                    <a:pt x="9850" y="254"/>
                  </a:cubicBezTo>
                  <a:cubicBezTo>
                    <a:pt x="9374" y="80"/>
                    <a:pt x="8912" y="1"/>
                    <a:pt x="8466" y="1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315"/>
            <p:cNvSpPr/>
            <p:nvPr/>
          </p:nvSpPr>
          <p:spPr>
            <a:xfrm>
              <a:off x="4467425" y="1580725"/>
              <a:ext cx="131750" cy="321250"/>
            </a:xfrm>
            <a:custGeom>
              <a:rect b="b" l="l" r="r" t="t"/>
              <a:pathLst>
                <a:path extrusionOk="0" h="12850" w="5270">
                  <a:moveTo>
                    <a:pt x="3883" y="1"/>
                  </a:moveTo>
                  <a:cubicBezTo>
                    <a:pt x="3143" y="1"/>
                    <a:pt x="2681" y="925"/>
                    <a:pt x="2496" y="1665"/>
                  </a:cubicBezTo>
                  <a:cubicBezTo>
                    <a:pt x="1942" y="3606"/>
                    <a:pt x="1664" y="5639"/>
                    <a:pt x="1664" y="7765"/>
                  </a:cubicBezTo>
                  <a:cubicBezTo>
                    <a:pt x="1715" y="7613"/>
                    <a:pt x="1850" y="7544"/>
                    <a:pt x="1992" y="7544"/>
                  </a:cubicBezTo>
                  <a:cubicBezTo>
                    <a:pt x="2108" y="7544"/>
                    <a:pt x="2228" y="7590"/>
                    <a:pt x="2311" y="7673"/>
                  </a:cubicBezTo>
                  <a:cubicBezTo>
                    <a:pt x="2354" y="7694"/>
                    <a:pt x="2397" y="7725"/>
                    <a:pt x="2437" y="7763"/>
                  </a:cubicBezTo>
                  <a:lnTo>
                    <a:pt x="2437" y="7763"/>
                  </a:lnTo>
                  <a:lnTo>
                    <a:pt x="5269" y="1849"/>
                  </a:lnTo>
                  <a:cubicBezTo>
                    <a:pt x="5269" y="1480"/>
                    <a:pt x="5084" y="1017"/>
                    <a:pt x="4900" y="648"/>
                  </a:cubicBezTo>
                  <a:cubicBezTo>
                    <a:pt x="4715" y="278"/>
                    <a:pt x="4345" y="93"/>
                    <a:pt x="3883" y="1"/>
                  </a:cubicBezTo>
                  <a:close/>
                  <a:moveTo>
                    <a:pt x="2437" y="7763"/>
                  </a:moveTo>
                  <a:lnTo>
                    <a:pt x="1" y="12849"/>
                  </a:lnTo>
                  <a:cubicBezTo>
                    <a:pt x="2034" y="12295"/>
                    <a:pt x="3236" y="10261"/>
                    <a:pt x="2681" y="8227"/>
                  </a:cubicBezTo>
                  <a:cubicBezTo>
                    <a:pt x="2681" y="8085"/>
                    <a:pt x="2572" y="7888"/>
                    <a:pt x="2437" y="7763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315"/>
            <p:cNvSpPr/>
            <p:nvPr/>
          </p:nvSpPr>
          <p:spPr>
            <a:xfrm>
              <a:off x="4467425" y="1580725"/>
              <a:ext cx="131750" cy="321250"/>
            </a:xfrm>
            <a:custGeom>
              <a:rect b="b" l="l" r="r" t="t"/>
              <a:pathLst>
                <a:path extrusionOk="0" fill="none" h="12850" w="5270">
                  <a:moveTo>
                    <a:pt x="5269" y="1849"/>
                  </a:moveTo>
                  <a:cubicBezTo>
                    <a:pt x="5269" y="1480"/>
                    <a:pt x="5084" y="1017"/>
                    <a:pt x="4900" y="648"/>
                  </a:cubicBezTo>
                  <a:cubicBezTo>
                    <a:pt x="4715" y="278"/>
                    <a:pt x="4345" y="93"/>
                    <a:pt x="3883" y="1"/>
                  </a:cubicBezTo>
                  <a:cubicBezTo>
                    <a:pt x="3143" y="1"/>
                    <a:pt x="2681" y="925"/>
                    <a:pt x="2496" y="1665"/>
                  </a:cubicBezTo>
                  <a:cubicBezTo>
                    <a:pt x="1942" y="3606"/>
                    <a:pt x="1664" y="5639"/>
                    <a:pt x="1664" y="7765"/>
                  </a:cubicBezTo>
                  <a:cubicBezTo>
                    <a:pt x="1757" y="7488"/>
                    <a:pt x="2127" y="7488"/>
                    <a:pt x="2311" y="7673"/>
                  </a:cubicBezTo>
                  <a:cubicBezTo>
                    <a:pt x="2496" y="7765"/>
                    <a:pt x="2681" y="8043"/>
                    <a:pt x="2681" y="8227"/>
                  </a:cubicBezTo>
                  <a:cubicBezTo>
                    <a:pt x="3236" y="10261"/>
                    <a:pt x="2034" y="12295"/>
                    <a:pt x="1" y="12849"/>
                  </a:cubicBezTo>
                </a:path>
              </a:pathLst>
            </a:custGeom>
            <a:noFill/>
            <a:ln cap="rnd" cmpd="sng" w="25425">
              <a:solidFill>
                <a:srgbClr val="7F3D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315"/>
            <p:cNvSpPr/>
            <p:nvPr/>
          </p:nvSpPr>
          <p:spPr>
            <a:xfrm>
              <a:off x="2942250" y="1454225"/>
              <a:ext cx="334075" cy="598525"/>
            </a:xfrm>
            <a:custGeom>
              <a:rect b="b" l="l" r="r" t="t"/>
              <a:pathLst>
                <a:path extrusionOk="0" h="23941" w="13363">
                  <a:moveTo>
                    <a:pt x="4897" y="1"/>
                  </a:moveTo>
                  <a:cubicBezTo>
                    <a:pt x="4451" y="1"/>
                    <a:pt x="3989" y="80"/>
                    <a:pt x="3513" y="254"/>
                  </a:cubicBezTo>
                  <a:cubicBezTo>
                    <a:pt x="1757" y="1086"/>
                    <a:pt x="740" y="3397"/>
                    <a:pt x="463" y="5708"/>
                  </a:cubicBezTo>
                  <a:cubicBezTo>
                    <a:pt x="1" y="11531"/>
                    <a:pt x="1850" y="17355"/>
                    <a:pt x="5639" y="21884"/>
                  </a:cubicBezTo>
                  <a:cubicBezTo>
                    <a:pt x="6194" y="22623"/>
                    <a:pt x="6933" y="23178"/>
                    <a:pt x="7765" y="23640"/>
                  </a:cubicBezTo>
                  <a:cubicBezTo>
                    <a:pt x="8202" y="23845"/>
                    <a:pt x="8595" y="23940"/>
                    <a:pt x="8947" y="23940"/>
                  </a:cubicBezTo>
                  <a:cubicBezTo>
                    <a:pt x="13363" y="23940"/>
                    <a:pt x="11422" y="8930"/>
                    <a:pt x="10908" y="6447"/>
                  </a:cubicBezTo>
                  <a:cubicBezTo>
                    <a:pt x="10342" y="3860"/>
                    <a:pt x="8009" y="1"/>
                    <a:pt x="4897" y="1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315"/>
            <p:cNvSpPr/>
            <p:nvPr/>
          </p:nvSpPr>
          <p:spPr>
            <a:xfrm>
              <a:off x="3030075" y="1580725"/>
              <a:ext cx="134050" cy="321250"/>
            </a:xfrm>
            <a:custGeom>
              <a:rect b="b" l="l" r="r" t="t"/>
              <a:pathLst>
                <a:path extrusionOk="0" h="12850" w="5362">
                  <a:moveTo>
                    <a:pt x="1479" y="1"/>
                  </a:moveTo>
                  <a:cubicBezTo>
                    <a:pt x="1017" y="93"/>
                    <a:pt x="647" y="278"/>
                    <a:pt x="463" y="648"/>
                  </a:cubicBezTo>
                  <a:cubicBezTo>
                    <a:pt x="278" y="1017"/>
                    <a:pt x="93" y="1387"/>
                    <a:pt x="0" y="1849"/>
                  </a:cubicBezTo>
                  <a:lnTo>
                    <a:pt x="2896" y="7791"/>
                  </a:lnTo>
                  <a:lnTo>
                    <a:pt x="2896" y="7791"/>
                  </a:lnTo>
                  <a:cubicBezTo>
                    <a:pt x="2945" y="7741"/>
                    <a:pt x="2998" y="7699"/>
                    <a:pt x="3051" y="7673"/>
                  </a:cubicBezTo>
                  <a:cubicBezTo>
                    <a:pt x="3134" y="7590"/>
                    <a:pt x="3236" y="7544"/>
                    <a:pt x="3339" y="7544"/>
                  </a:cubicBezTo>
                  <a:cubicBezTo>
                    <a:pt x="3466" y="7544"/>
                    <a:pt x="3596" y="7613"/>
                    <a:pt x="3698" y="7765"/>
                  </a:cubicBezTo>
                  <a:cubicBezTo>
                    <a:pt x="3698" y="5639"/>
                    <a:pt x="3420" y="3606"/>
                    <a:pt x="2866" y="1665"/>
                  </a:cubicBezTo>
                  <a:cubicBezTo>
                    <a:pt x="2681" y="925"/>
                    <a:pt x="2219" y="1"/>
                    <a:pt x="1479" y="1"/>
                  </a:cubicBezTo>
                  <a:close/>
                  <a:moveTo>
                    <a:pt x="2896" y="7791"/>
                  </a:moveTo>
                  <a:cubicBezTo>
                    <a:pt x="2775" y="7916"/>
                    <a:pt x="2681" y="8095"/>
                    <a:pt x="2681" y="8227"/>
                  </a:cubicBezTo>
                  <a:cubicBezTo>
                    <a:pt x="2126" y="10261"/>
                    <a:pt x="3328" y="12295"/>
                    <a:pt x="5362" y="12849"/>
                  </a:cubicBezTo>
                  <a:lnTo>
                    <a:pt x="2896" y="7791"/>
                  </a:ln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315"/>
            <p:cNvSpPr/>
            <p:nvPr/>
          </p:nvSpPr>
          <p:spPr>
            <a:xfrm>
              <a:off x="3030075" y="1580725"/>
              <a:ext cx="134050" cy="321250"/>
            </a:xfrm>
            <a:custGeom>
              <a:rect b="b" l="l" r="r" t="t"/>
              <a:pathLst>
                <a:path extrusionOk="0" fill="none" h="12850" w="5362">
                  <a:moveTo>
                    <a:pt x="0" y="1849"/>
                  </a:moveTo>
                  <a:cubicBezTo>
                    <a:pt x="93" y="1387"/>
                    <a:pt x="278" y="1017"/>
                    <a:pt x="463" y="648"/>
                  </a:cubicBezTo>
                  <a:cubicBezTo>
                    <a:pt x="647" y="278"/>
                    <a:pt x="1017" y="93"/>
                    <a:pt x="1479" y="1"/>
                  </a:cubicBezTo>
                  <a:cubicBezTo>
                    <a:pt x="2219" y="1"/>
                    <a:pt x="2681" y="925"/>
                    <a:pt x="2866" y="1665"/>
                  </a:cubicBezTo>
                  <a:cubicBezTo>
                    <a:pt x="3420" y="3606"/>
                    <a:pt x="3698" y="5639"/>
                    <a:pt x="3698" y="7765"/>
                  </a:cubicBezTo>
                  <a:cubicBezTo>
                    <a:pt x="3513" y="7488"/>
                    <a:pt x="3236" y="7488"/>
                    <a:pt x="3051" y="7673"/>
                  </a:cubicBezTo>
                  <a:cubicBezTo>
                    <a:pt x="2866" y="7765"/>
                    <a:pt x="2681" y="8043"/>
                    <a:pt x="2681" y="8227"/>
                  </a:cubicBezTo>
                  <a:cubicBezTo>
                    <a:pt x="2126" y="10261"/>
                    <a:pt x="3328" y="12295"/>
                    <a:pt x="5362" y="12849"/>
                  </a:cubicBezTo>
                </a:path>
              </a:pathLst>
            </a:custGeom>
            <a:noFill/>
            <a:ln cap="rnd" cmpd="sng" w="25425">
              <a:solidFill>
                <a:srgbClr val="7F3D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315"/>
            <p:cNvSpPr/>
            <p:nvPr/>
          </p:nvSpPr>
          <p:spPr>
            <a:xfrm>
              <a:off x="3127125" y="581275"/>
              <a:ext cx="1395775" cy="2061125"/>
            </a:xfrm>
            <a:custGeom>
              <a:rect b="b" l="l" r="r" t="t"/>
              <a:pathLst>
                <a:path extrusionOk="0" h="82445" w="55831">
                  <a:moveTo>
                    <a:pt x="29449" y="1"/>
                  </a:moveTo>
                  <a:cubicBezTo>
                    <a:pt x="24194" y="1"/>
                    <a:pt x="18958" y="1318"/>
                    <a:pt x="14236" y="3837"/>
                  </a:cubicBezTo>
                  <a:cubicBezTo>
                    <a:pt x="8042" y="7257"/>
                    <a:pt x="4068" y="13542"/>
                    <a:pt x="2312" y="20382"/>
                  </a:cubicBezTo>
                  <a:cubicBezTo>
                    <a:pt x="1202" y="24819"/>
                    <a:pt x="463" y="29349"/>
                    <a:pt x="186" y="33878"/>
                  </a:cubicBezTo>
                  <a:cubicBezTo>
                    <a:pt x="1" y="37853"/>
                    <a:pt x="93" y="41735"/>
                    <a:pt x="555" y="45617"/>
                  </a:cubicBezTo>
                  <a:cubicBezTo>
                    <a:pt x="1572" y="55138"/>
                    <a:pt x="4900" y="64659"/>
                    <a:pt x="10446" y="72146"/>
                  </a:cubicBezTo>
                  <a:cubicBezTo>
                    <a:pt x="14236" y="77138"/>
                    <a:pt x="19504" y="81482"/>
                    <a:pt x="25790" y="82314"/>
                  </a:cubicBezTo>
                  <a:cubicBezTo>
                    <a:pt x="26443" y="82379"/>
                    <a:pt x="27097" y="82445"/>
                    <a:pt x="27751" y="82445"/>
                  </a:cubicBezTo>
                  <a:cubicBezTo>
                    <a:pt x="28021" y="82445"/>
                    <a:pt x="28292" y="82433"/>
                    <a:pt x="28563" y="82406"/>
                  </a:cubicBezTo>
                  <a:cubicBezTo>
                    <a:pt x="34294" y="82314"/>
                    <a:pt x="39378" y="78986"/>
                    <a:pt x="43168" y="74734"/>
                  </a:cubicBezTo>
                  <a:cubicBezTo>
                    <a:pt x="48067" y="69281"/>
                    <a:pt x="51024" y="62348"/>
                    <a:pt x="52873" y="55323"/>
                  </a:cubicBezTo>
                  <a:cubicBezTo>
                    <a:pt x="54999" y="46634"/>
                    <a:pt x="55831" y="37668"/>
                    <a:pt x="54999" y="28702"/>
                  </a:cubicBezTo>
                  <a:cubicBezTo>
                    <a:pt x="54537" y="22693"/>
                    <a:pt x="54260" y="15021"/>
                    <a:pt x="50747" y="9937"/>
                  </a:cubicBezTo>
                  <a:cubicBezTo>
                    <a:pt x="47419" y="5223"/>
                    <a:pt x="42428" y="1988"/>
                    <a:pt x="36790" y="879"/>
                  </a:cubicBezTo>
                  <a:cubicBezTo>
                    <a:pt x="34373" y="289"/>
                    <a:pt x="31909" y="1"/>
                    <a:pt x="29449" y="1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315"/>
            <p:cNvSpPr/>
            <p:nvPr/>
          </p:nvSpPr>
          <p:spPr>
            <a:xfrm>
              <a:off x="3016167" y="237786"/>
              <a:ext cx="1603775" cy="1517826"/>
            </a:xfrm>
            <a:custGeom>
              <a:rect b="b" l="l" r="r" t="t"/>
              <a:pathLst>
                <a:path extrusionOk="0" h="60005" w="64151">
                  <a:moveTo>
                    <a:pt x="31004" y="1"/>
                  </a:moveTo>
                  <a:cubicBezTo>
                    <a:pt x="25125" y="1"/>
                    <a:pt x="19446" y="1749"/>
                    <a:pt x="14605" y="5005"/>
                  </a:cubicBezTo>
                  <a:cubicBezTo>
                    <a:pt x="8320" y="9257"/>
                    <a:pt x="3698" y="15543"/>
                    <a:pt x="1572" y="22845"/>
                  </a:cubicBezTo>
                  <a:cubicBezTo>
                    <a:pt x="463" y="27005"/>
                    <a:pt x="1" y="37727"/>
                    <a:pt x="1" y="41979"/>
                  </a:cubicBezTo>
                  <a:cubicBezTo>
                    <a:pt x="1" y="44198"/>
                    <a:pt x="93" y="46416"/>
                    <a:pt x="186" y="48542"/>
                  </a:cubicBezTo>
                  <a:cubicBezTo>
                    <a:pt x="186" y="48542"/>
                    <a:pt x="278" y="48542"/>
                    <a:pt x="463" y="48635"/>
                  </a:cubicBezTo>
                  <a:cubicBezTo>
                    <a:pt x="833" y="48404"/>
                    <a:pt x="1249" y="48288"/>
                    <a:pt x="1665" y="48288"/>
                  </a:cubicBezTo>
                  <a:cubicBezTo>
                    <a:pt x="2081" y="48288"/>
                    <a:pt x="2497" y="48404"/>
                    <a:pt x="2866" y="48635"/>
                  </a:cubicBezTo>
                  <a:cubicBezTo>
                    <a:pt x="3975" y="49005"/>
                    <a:pt x="4345" y="50668"/>
                    <a:pt x="4438" y="52147"/>
                  </a:cubicBezTo>
                  <a:cubicBezTo>
                    <a:pt x="4530" y="53072"/>
                    <a:pt x="4623" y="54088"/>
                    <a:pt x="4623" y="55105"/>
                  </a:cubicBezTo>
                  <a:cubicBezTo>
                    <a:pt x="4715" y="56399"/>
                    <a:pt x="4807" y="57693"/>
                    <a:pt x="4992" y="58987"/>
                  </a:cubicBezTo>
                  <a:cubicBezTo>
                    <a:pt x="5732" y="54643"/>
                    <a:pt x="6471" y="50206"/>
                    <a:pt x="7303" y="45862"/>
                  </a:cubicBezTo>
                  <a:cubicBezTo>
                    <a:pt x="7950" y="41795"/>
                    <a:pt x="7765" y="37727"/>
                    <a:pt x="8597" y="33660"/>
                  </a:cubicBezTo>
                  <a:cubicBezTo>
                    <a:pt x="8874" y="31349"/>
                    <a:pt x="9614" y="29039"/>
                    <a:pt x="10631" y="26913"/>
                  </a:cubicBezTo>
                  <a:cubicBezTo>
                    <a:pt x="11648" y="24694"/>
                    <a:pt x="13589" y="23123"/>
                    <a:pt x="15900" y="22568"/>
                  </a:cubicBezTo>
                  <a:cubicBezTo>
                    <a:pt x="16342" y="22480"/>
                    <a:pt x="16779" y="22440"/>
                    <a:pt x="17211" y="22440"/>
                  </a:cubicBezTo>
                  <a:cubicBezTo>
                    <a:pt x="19943" y="22440"/>
                    <a:pt x="22497" y="24039"/>
                    <a:pt x="25051" y="25156"/>
                  </a:cubicBezTo>
                  <a:cubicBezTo>
                    <a:pt x="27223" y="26081"/>
                    <a:pt x="29534" y="26543"/>
                    <a:pt x="31844" y="26543"/>
                  </a:cubicBezTo>
                  <a:cubicBezTo>
                    <a:pt x="34155" y="26543"/>
                    <a:pt x="36466" y="26081"/>
                    <a:pt x="38638" y="25156"/>
                  </a:cubicBezTo>
                  <a:cubicBezTo>
                    <a:pt x="41192" y="24039"/>
                    <a:pt x="43746" y="22440"/>
                    <a:pt x="46537" y="22440"/>
                  </a:cubicBezTo>
                  <a:cubicBezTo>
                    <a:pt x="46979" y="22440"/>
                    <a:pt x="47427" y="22480"/>
                    <a:pt x="47882" y="22568"/>
                  </a:cubicBezTo>
                  <a:cubicBezTo>
                    <a:pt x="50193" y="23123"/>
                    <a:pt x="52134" y="24694"/>
                    <a:pt x="53151" y="26913"/>
                  </a:cubicBezTo>
                  <a:cubicBezTo>
                    <a:pt x="54167" y="29039"/>
                    <a:pt x="54814" y="31349"/>
                    <a:pt x="55184" y="33660"/>
                  </a:cubicBezTo>
                  <a:cubicBezTo>
                    <a:pt x="55831" y="37265"/>
                    <a:pt x="55924" y="40963"/>
                    <a:pt x="56293" y="44568"/>
                  </a:cubicBezTo>
                  <a:cubicBezTo>
                    <a:pt x="56756" y="49744"/>
                    <a:pt x="57865" y="54828"/>
                    <a:pt x="58604" y="60004"/>
                  </a:cubicBezTo>
                  <a:lnTo>
                    <a:pt x="59344" y="53349"/>
                  </a:lnTo>
                  <a:cubicBezTo>
                    <a:pt x="59436" y="52240"/>
                    <a:pt x="59713" y="51131"/>
                    <a:pt x="60268" y="50114"/>
                  </a:cubicBezTo>
                  <a:cubicBezTo>
                    <a:pt x="60730" y="49467"/>
                    <a:pt x="61562" y="49005"/>
                    <a:pt x="62394" y="49005"/>
                  </a:cubicBezTo>
                  <a:cubicBezTo>
                    <a:pt x="62834" y="49005"/>
                    <a:pt x="63065" y="49109"/>
                    <a:pt x="63215" y="49109"/>
                  </a:cubicBezTo>
                  <a:cubicBezTo>
                    <a:pt x="63381" y="49109"/>
                    <a:pt x="63450" y="48983"/>
                    <a:pt x="63596" y="48450"/>
                  </a:cubicBezTo>
                  <a:cubicBezTo>
                    <a:pt x="64150" y="46694"/>
                    <a:pt x="63781" y="43921"/>
                    <a:pt x="63781" y="41979"/>
                  </a:cubicBezTo>
                  <a:cubicBezTo>
                    <a:pt x="63781" y="37727"/>
                    <a:pt x="63411" y="27005"/>
                    <a:pt x="62209" y="22845"/>
                  </a:cubicBezTo>
                  <a:cubicBezTo>
                    <a:pt x="60083" y="15543"/>
                    <a:pt x="55461" y="9257"/>
                    <a:pt x="49268" y="5005"/>
                  </a:cubicBezTo>
                  <a:cubicBezTo>
                    <a:pt x="44427" y="1749"/>
                    <a:pt x="38664" y="1"/>
                    <a:pt x="32778" y="1"/>
                  </a:cubicBezTo>
                  <a:cubicBezTo>
                    <a:pt x="32482" y="1"/>
                    <a:pt x="32187" y="5"/>
                    <a:pt x="31891" y="14"/>
                  </a:cubicBezTo>
                  <a:cubicBezTo>
                    <a:pt x="31595" y="5"/>
                    <a:pt x="31299" y="1"/>
                    <a:pt x="31004" y="1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315"/>
            <p:cNvSpPr/>
            <p:nvPr/>
          </p:nvSpPr>
          <p:spPr>
            <a:xfrm>
              <a:off x="3727950" y="1522950"/>
              <a:ext cx="101700" cy="506125"/>
            </a:xfrm>
            <a:custGeom>
              <a:rect b="b" l="l" r="r" t="t"/>
              <a:pathLst>
                <a:path extrusionOk="0" fill="none" h="20245" w="4068">
                  <a:moveTo>
                    <a:pt x="4068" y="20244"/>
                  </a:moveTo>
                  <a:cubicBezTo>
                    <a:pt x="2774" y="19967"/>
                    <a:pt x="1572" y="19227"/>
                    <a:pt x="740" y="18118"/>
                  </a:cubicBezTo>
                  <a:cubicBezTo>
                    <a:pt x="185" y="17009"/>
                    <a:pt x="1" y="15715"/>
                    <a:pt x="278" y="14421"/>
                  </a:cubicBezTo>
                  <a:cubicBezTo>
                    <a:pt x="648" y="9614"/>
                    <a:pt x="1110" y="4807"/>
                    <a:pt x="1480" y="1"/>
                  </a:cubicBezTo>
                </a:path>
              </a:pathLst>
            </a:custGeom>
            <a:noFill/>
            <a:ln cap="rnd" cmpd="sng" w="19050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315"/>
            <p:cNvSpPr/>
            <p:nvPr/>
          </p:nvSpPr>
          <p:spPr>
            <a:xfrm>
              <a:off x="3377300" y="1571000"/>
              <a:ext cx="174450" cy="128100"/>
            </a:xfrm>
            <a:custGeom>
              <a:rect b="b" l="l" r="r" t="t"/>
              <a:pathLst>
                <a:path extrusionOk="0" h="5124" w="6978">
                  <a:moveTo>
                    <a:pt x="3427" y="1"/>
                  </a:moveTo>
                  <a:cubicBezTo>
                    <a:pt x="405" y="1"/>
                    <a:pt x="1" y="4747"/>
                    <a:pt x="3212" y="5104"/>
                  </a:cubicBezTo>
                  <a:cubicBezTo>
                    <a:pt x="3328" y="5117"/>
                    <a:pt x="3442" y="5123"/>
                    <a:pt x="3551" y="5123"/>
                  </a:cubicBezTo>
                  <a:cubicBezTo>
                    <a:pt x="6574" y="5123"/>
                    <a:pt x="6977" y="377"/>
                    <a:pt x="3766" y="20"/>
                  </a:cubicBezTo>
                  <a:cubicBezTo>
                    <a:pt x="3650" y="7"/>
                    <a:pt x="3537" y="1"/>
                    <a:pt x="3427" y="1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315"/>
            <p:cNvSpPr/>
            <p:nvPr/>
          </p:nvSpPr>
          <p:spPr>
            <a:xfrm>
              <a:off x="3180275" y="1320000"/>
              <a:ext cx="473750" cy="154575"/>
            </a:xfrm>
            <a:custGeom>
              <a:rect b="b" l="l" r="r" t="t"/>
              <a:pathLst>
                <a:path extrusionOk="0" h="6183" w="18950">
                  <a:moveTo>
                    <a:pt x="9973" y="0"/>
                  </a:moveTo>
                  <a:cubicBezTo>
                    <a:pt x="6203" y="0"/>
                    <a:pt x="2296" y="1389"/>
                    <a:pt x="463" y="3867"/>
                  </a:cubicBezTo>
                  <a:cubicBezTo>
                    <a:pt x="1" y="4699"/>
                    <a:pt x="648" y="5808"/>
                    <a:pt x="1664" y="5808"/>
                  </a:cubicBezTo>
                  <a:cubicBezTo>
                    <a:pt x="4160" y="5716"/>
                    <a:pt x="6471" y="4884"/>
                    <a:pt x="8967" y="4884"/>
                  </a:cubicBezTo>
                  <a:cubicBezTo>
                    <a:pt x="11382" y="4884"/>
                    <a:pt x="13797" y="6182"/>
                    <a:pt x="16129" y="6182"/>
                  </a:cubicBezTo>
                  <a:cubicBezTo>
                    <a:pt x="16206" y="6182"/>
                    <a:pt x="16284" y="6181"/>
                    <a:pt x="16362" y="6178"/>
                  </a:cubicBezTo>
                  <a:cubicBezTo>
                    <a:pt x="17748" y="6085"/>
                    <a:pt x="18950" y="4514"/>
                    <a:pt x="18025" y="3312"/>
                  </a:cubicBezTo>
                  <a:cubicBezTo>
                    <a:pt x="16396" y="1040"/>
                    <a:pt x="13235" y="0"/>
                    <a:pt x="9973" y="0"/>
                  </a:cubicBezTo>
                  <a:close/>
                </a:path>
              </a:pathLst>
            </a:custGeom>
            <a:solidFill>
              <a:srgbClr val="372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315"/>
            <p:cNvSpPr/>
            <p:nvPr/>
          </p:nvSpPr>
          <p:spPr>
            <a:xfrm>
              <a:off x="4056700" y="1571000"/>
              <a:ext cx="174450" cy="128100"/>
            </a:xfrm>
            <a:custGeom>
              <a:rect b="b" l="l" r="r" t="t"/>
              <a:pathLst>
                <a:path extrusionOk="0" h="5124" w="6978">
                  <a:moveTo>
                    <a:pt x="3551" y="1"/>
                  </a:moveTo>
                  <a:cubicBezTo>
                    <a:pt x="3441" y="1"/>
                    <a:pt x="3328" y="7"/>
                    <a:pt x="3211" y="20"/>
                  </a:cubicBezTo>
                  <a:cubicBezTo>
                    <a:pt x="0" y="377"/>
                    <a:pt x="404" y="5123"/>
                    <a:pt x="3427" y="5123"/>
                  </a:cubicBezTo>
                  <a:cubicBezTo>
                    <a:pt x="3536" y="5123"/>
                    <a:pt x="3649" y="5117"/>
                    <a:pt x="3766" y="5104"/>
                  </a:cubicBezTo>
                  <a:cubicBezTo>
                    <a:pt x="6977" y="4747"/>
                    <a:pt x="6573" y="1"/>
                    <a:pt x="3551" y="1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315"/>
            <p:cNvSpPr/>
            <p:nvPr/>
          </p:nvSpPr>
          <p:spPr>
            <a:xfrm>
              <a:off x="3954425" y="1320000"/>
              <a:ext cx="473750" cy="154575"/>
            </a:xfrm>
            <a:custGeom>
              <a:rect b="b" l="l" r="r" t="t"/>
              <a:pathLst>
                <a:path extrusionOk="0" h="6183" w="18950">
                  <a:moveTo>
                    <a:pt x="8977" y="0"/>
                  </a:moveTo>
                  <a:cubicBezTo>
                    <a:pt x="5715" y="0"/>
                    <a:pt x="2554" y="1040"/>
                    <a:pt x="924" y="3312"/>
                  </a:cubicBezTo>
                  <a:cubicBezTo>
                    <a:pt x="0" y="4514"/>
                    <a:pt x="1202" y="6085"/>
                    <a:pt x="2496" y="6178"/>
                  </a:cubicBezTo>
                  <a:cubicBezTo>
                    <a:pt x="2576" y="6181"/>
                    <a:pt x="2657" y="6182"/>
                    <a:pt x="2737" y="6182"/>
                  </a:cubicBezTo>
                  <a:cubicBezTo>
                    <a:pt x="5147" y="6182"/>
                    <a:pt x="7478" y="4884"/>
                    <a:pt x="9983" y="4884"/>
                  </a:cubicBezTo>
                  <a:cubicBezTo>
                    <a:pt x="12571" y="4884"/>
                    <a:pt x="14790" y="5716"/>
                    <a:pt x="17285" y="5808"/>
                  </a:cubicBezTo>
                  <a:cubicBezTo>
                    <a:pt x="18302" y="5808"/>
                    <a:pt x="18949" y="4699"/>
                    <a:pt x="18487" y="3867"/>
                  </a:cubicBezTo>
                  <a:cubicBezTo>
                    <a:pt x="16653" y="1389"/>
                    <a:pt x="12747" y="0"/>
                    <a:pt x="8977" y="0"/>
                  </a:cubicBezTo>
                  <a:close/>
                </a:path>
              </a:pathLst>
            </a:custGeom>
            <a:solidFill>
              <a:srgbClr val="372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315"/>
            <p:cNvSpPr/>
            <p:nvPr/>
          </p:nvSpPr>
          <p:spPr>
            <a:xfrm>
              <a:off x="3641375" y="2223775"/>
              <a:ext cx="342625" cy="89825"/>
            </a:xfrm>
            <a:custGeom>
              <a:rect b="b" l="l" r="r" t="t"/>
              <a:pathLst>
                <a:path extrusionOk="0" h="3593" w="13705">
                  <a:moveTo>
                    <a:pt x="12200" y="0"/>
                  </a:moveTo>
                  <a:cubicBezTo>
                    <a:pt x="12096" y="0"/>
                    <a:pt x="11987" y="22"/>
                    <a:pt x="11875" y="68"/>
                  </a:cubicBezTo>
                  <a:cubicBezTo>
                    <a:pt x="9907" y="897"/>
                    <a:pt x="7824" y="1319"/>
                    <a:pt x="5737" y="1319"/>
                  </a:cubicBezTo>
                  <a:cubicBezTo>
                    <a:pt x="4100" y="1319"/>
                    <a:pt x="2461" y="1059"/>
                    <a:pt x="875" y="530"/>
                  </a:cubicBezTo>
                  <a:cubicBezTo>
                    <a:pt x="818" y="514"/>
                    <a:pt x="763" y="506"/>
                    <a:pt x="711" y="506"/>
                  </a:cubicBezTo>
                  <a:cubicBezTo>
                    <a:pt x="185" y="506"/>
                    <a:pt x="1" y="1303"/>
                    <a:pt x="506" y="1639"/>
                  </a:cubicBezTo>
                  <a:cubicBezTo>
                    <a:pt x="2458" y="2941"/>
                    <a:pt x="4736" y="3592"/>
                    <a:pt x="7032" y="3592"/>
                  </a:cubicBezTo>
                  <a:cubicBezTo>
                    <a:pt x="8974" y="3592"/>
                    <a:pt x="10928" y="3126"/>
                    <a:pt x="12707" y="2194"/>
                  </a:cubicBezTo>
                  <a:cubicBezTo>
                    <a:pt x="13705" y="1695"/>
                    <a:pt x="13132" y="0"/>
                    <a:pt x="12200" y="0"/>
                  </a:cubicBezTo>
                  <a:close/>
                </a:path>
              </a:pathLst>
            </a:custGeom>
            <a:solidFill>
              <a:srgbClr val="7F3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8" name="Google Shape;3158;p315"/>
          <p:cNvSpPr txBox="1"/>
          <p:nvPr>
            <p:ph type="title"/>
          </p:nvPr>
        </p:nvSpPr>
        <p:spPr>
          <a:xfrm>
            <a:off x="116025" y="3459875"/>
            <a:ext cx="25194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STUDENT</a:t>
            </a:r>
            <a:endParaRPr/>
          </a:p>
        </p:txBody>
      </p:sp>
      <p:sp>
        <p:nvSpPr>
          <p:cNvPr id="3159" name="Google Shape;3159;p315"/>
          <p:cNvSpPr txBox="1"/>
          <p:nvPr>
            <p:ph idx="1" type="body"/>
          </p:nvPr>
        </p:nvSpPr>
        <p:spPr>
          <a:xfrm>
            <a:off x="2508575" y="699100"/>
            <a:ext cx="2844600" cy="18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Ages 21-35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Varied income levels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Need fast, reliable rides to make tight schedules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Willing to pay more for convenience and time-saving service.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315"/>
          <p:cNvSpPr txBox="1"/>
          <p:nvPr>
            <p:ph idx="1" type="body"/>
          </p:nvPr>
        </p:nvSpPr>
        <p:spPr>
          <a:xfrm>
            <a:off x="2635525" y="301900"/>
            <a:ext cx="10503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Profile</a:t>
            </a:r>
            <a:endParaRPr b="1"/>
          </a:p>
        </p:txBody>
      </p:sp>
      <p:sp>
        <p:nvSpPr>
          <p:cNvPr id="3161" name="Google Shape;3161;p315"/>
          <p:cNvSpPr txBox="1"/>
          <p:nvPr>
            <p:ph idx="1" type="body"/>
          </p:nvPr>
        </p:nvSpPr>
        <p:spPr>
          <a:xfrm>
            <a:off x="2635525" y="3046850"/>
            <a:ext cx="23556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Low Income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Urban dwellers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Socially active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Time constraints (Rushing to class / internships)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315"/>
          <p:cNvSpPr txBox="1"/>
          <p:nvPr>
            <p:ph idx="1" type="body"/>
          </p:nvPr>
        </p:nvSpPr>
        <p:spPr>
          <a:xfrm>
            <a:off x="2762475" y="2649650"/>
            <a:ext cx="10503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Behaviors</a:t>
            </a:r>
            <a:endParaRPr b="1"/>
          </a:p>
        </p:txBody>
      </p:sp>
      <p:sp>
        <p:nvSpPr>
          <p:cNvPr id="3163" name="Google Shape;3163;p315"/>
          <p:cNvSpPr txBox="1"/>
          <p:nvPr>
            <p:ph idx="1" type="body"/>
          </p:nvPr>
        </p:nvSpPr>
        <p:spPr>
          <a:xfrm>
            <a:off x="5536125" y="1178850"/>
            <a:ext cx="3563700" cy="13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Limited budgets and find ride-share prices too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 Students traveling late at night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Students who commute from off-campus struggle 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Students balancing classes, internships, and part-time jobs</a:t>
            </a:r>
            <a:endParaRPr/>
          </a:p>
        </p:txBody>
      </p:sp>
      <p:sp>
        <p:nvSpPr>
          <p:cNvPr id="3164" name="Google Shape;3164;p315"/>
          <p:cNvSpPr txBox="1"/>
          <p:nvPr>
            <p:ph idx="1" type="body"/>
          </p:nvPr>
        </p:nvSpPr>
        <p:spPr>
          <a:xfrm>
            <a:off x="5681321" y="728575"/>
            <a:ext cx="17775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Pain points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8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p316"/>
          <p:cNvSpPr txBox="1"/>
          <p:nvPr/>
        </p:nvSpPr>
        <p:spPr>
          <a:xfrm>
            <a:off x="145663" y="3306050"/>
            <a:ext cx="2177400" cy="12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500">
                <a:solidFill>
                  <a:srgbClr val="363636"/>
                </a:solidFill>
                <a:latin typeface="Oswald"/>
                <a:ea typeface="Oswald"/>
                <a:cs typeface="Oswald"/>
                <a:sym typeface="Oswald"/>
              </a:rPr>
              <a:t>TRAVELING WOMEN</a:t>
            </a:r>
            <a:endParaRPr b="1" sz="3500">
              <a:solidFill>
                <a:srgbClr val="36363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70" name="Google Shape;3170;p316"/>
          <p:cNvSpPr txBox="1"/>
          <p:nvPr/>
        </p:nvSpPr>
        <p:spPr>
          <a:xfrm>
            <a:off x="2703050" y="945050"/>
            <a:ext cx="3000600" cy="12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AutoNum type="arabicPeriod"/>
            </a:pP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Age: 25-40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AutoNum type="arabicPeriod"/>
            </a:pP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Urban professionals and students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AutoNum type="arabicPeriod"/>
            </a:pP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Value cleanliness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400"/>
              <a:buFont typeface="Lato"/>
              <a:buAutoNum type="arabicPeriod"/>
            </a:pP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Time sensitivity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1" name="Google Shape;3171;p316"/>
          <p:cNvSpPr txBox="1"/>
          <p:nvPr/>
        </p:nvSpPr>
        <p:spPr>
          <a:xfrm>
            <a:off x="2757350" y="2986550"/>
            <a:ext cx="2264400" cy="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Lato Black"/>
              <a:buAutoNum type="arabicPeriod"/>
            </a:pPr>
            <a:r>
              <a:rPr lang="en" sz="12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Solo travel preferences</a:t>
            </a:r>
            <a:endParaRPr sz="12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Lato Black"/>
              <a:buAutoNum type="arabicPeriod"/>
            </a:pPr>
            <a:r>
              <a:rPr lang="en" sz="12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Prioritize safety</a:t>
            </a:r>
            <a:endParaRPr sz="12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Lato Black"/>
              <a:buAutoNum type="arabicPeriod"/>
            </a:pPr>
            <a:r>
              <a:rPr lang="en" sz="12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Cleanliness matters</a:t>
            </a:r>
            <a:endParaRPr sz="12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Lato Black"/>
              <a:buAutoNum type="arabicPeriod"/>
            </a:pPr>
            <a:r>
              <a:rPr lang="en" sz="12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Late night availability and wait times</a:t>
            </a:r>
            <a:endParaRPr sz="12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172" name="Google Shape;3172;p316"/>
          <p:cNvGrpSpPr/>
          <p:nvPr/>
        </p:nvGrpSpPr>
        <p:grpSpPr>
          <a:xfrm>
            <a:off x="599510" y="1479698"/>
            <a:ext cx="1269704" cy="1733966"/>
            <a:chOff x="1905100" y="237850"/>
            <a:chExt cx="3763200" cy="5139200"/>
          </a:xfrm>
        </p:grpSpPr>
        <p:sp>
          <p:nvSpPr>
            <p:cNvPr id="3173" name="Google Shape;3173;p316"/>
            <p:cNvSpPr/>
            <p:nvPr/>
          </p:nvSpPr>
          <p:spPr>
            <a:xfrm>
              <a:off x="2513075" y="237850"/>
              <a:ext cx="2656000" cy="3420400"/>
            </a:xfrm>
            <a:custGeom>
              <a:rect b="b" l="l" r="r" t="t"/>
              <a:pathLst>
                <a:path extrusionOk="0" h="136816" w="106240">
                  <a:moveTo>
                    <a:pt x="46514" y="0"/>
                  </a:moveTo>
                  <a:cubicBezTo>
                    <a:pt x="46364" y="0"/>
                    <a:pt x="46214" y="4"/>
                    <a:pt x="46064" y="11"/>
                  </a:cubicBezTo>
                  <a:cubicBezTo>
                    <a:pt x="43401" y="277"/>
                    <a:pt x="40916" y="1697"/>
                    <a:pt x="39407" y="3827"/>
                  </a:cubicBezTo>
                  <a:cubicBezTo>
                    <a:pt x="38409" y="5194"/>
                    <a:pt x="38281" y="5969"/>
                    <a:pt x="37846" y="5969"/>
                  </a:cubicBezTo>
                  <a:cubicBezTo>
                    <a:pt x="37547" y="5969"/>
                    <a:pt x="37101" y="5600"/>
                    <a:pt x="36123" y="4804"/>
                  </a:cubicBezTo>
                  <a:cubicBezTo>
                    <a:pt x="34965" y="3782"/>
                    <a:pt x="33440" y="3230"/>
                    <a:pt x="31910" y="3230"/>
                  </a:cubicBezTo>
                  <a:cubicBezTo>
                    <a:pt x="31448" y="3230"/>
                    <a:pt x="30985" y="3281"/>
                    <a:pt x="30532" y="3384"/>
                  </a:cubicBezTo>
                  <a:cubicBezTo>
                    <a:pt x="27514" y="4094"/>
                    <a:pt x="25295" y="6845"/>
                    <a:pt x="25206" y="10040"/>
                  </a:cubicBezTo>
                  <a:cubicBezTo>
                    <a:pt x="24443" y="9543"/>
                    <a:pt x="23581" y="9305"/>
                    <a:pt x="22722" y="9305"/>
                  </a:cubicBezTo>
                  <a:cubicBezTo>
                    <a:pt x="21282" y="9305"/>
                    <a:pt x="19850" y="9971"/>
                    <a:pt x="18905" y="11194"/>
                  </a:cubicBezTo>
                  <a:cubicBezTo>
                    <a:pt x="18727" y="11372"/>
                    <a:pt x="18638" y="11638"/>
                    <a:pt x="18461" y="11904"/>
                  </a:cubicBezTo>
                  <a:cubicBezTo>
                    <a:pt x="17692" y="11469"/>
                    <a:pt x="16859" y="11261"/>
                    <a:pt x="16035" y="11261"/>
                  </a:cubicBezTo>
                  <a:cubicBezTo>
                    <a:pt x="14672" y="11261"/>
                    <a:pt x="13332" y="11830"/>
                    <a:pt x="12337" y="12880"/>
                  </a:cubicBezTo>
                  <a:cubicBezTo>
                    <a:pt x="10739" y="14656"/>
                    <a:pt x="10384" y="17229"/>
                    <a:pt x="11538" y="19360"/>
                  </a:cubicBezTo>
                  <a:cubicBezTo>
                    <a:pt x="11289" y="19307"/>
                    <a:pt x="11039" y="19282"/>
                    <a:pt x="10790" y="19282"/>
                  </a:cubicBezTo>
                  <a:cubicBezTo>
                    <a:pt x="9353" y="19282"/>
                    <a:pt x="7985" y="20128"/>
                    <a:pt x="7455" y="21490"/>
                  </a:cubicBezTo>
                  <a:cubicBezTo>
                    <a:pt x="6745" y="23176"/>
                    <a:pt x="7189" y="25040"/>
                    <a:pt x="8609" y="26194"/>
                  </a:cubicBezTo>
                  <a:cubicBezTo>
                    <a:pt x="8454" y="26078"/>
                    <a:pt x="8289" y="26024"/>
                    <a:pt x="8115" y="26024"/>
                  </a:cubicBezTo>
                  <a:cubicBezTo>
                    <a:pt x="6299" y="26024"/>
                    <a:pt x="3608" y="31870"/>
                    <a:pt x="3284" y="32762"/>
                  </a:cubicBezTo>
                  <a:cubicBezTo>
                    <a:pt x="2130" y="35957"/>
                    <a:pt x="2840" y="39507"/>
                    <a:pt x="5148" y="42081"/>
                  </a:cubicBezTo>
                  <a:cubicBezTo>
                    <a:pt x="2485" y="42613"/>
                    <a:pt x="444" y="44832"/>
                    <a:pt x="178" y="47584"/>
                  </a:cubicBezTo>
                  <a:cubicBezTo>
                    <a:pt x="0" y="50335"/>
                    <a:pt x="1598" y="52909"/>
                    <a:pt x="4171" y="53974"/>
                  </a:cubicBezTo>
                  <a:cubicBezTo>
                    <a:pt x="2840" y="54773"/>
                    <a:pt x="2041" y="56193"/>
                    <a:pt x="2130" y="57702"/>
                  </a:cubicBezTo>
                  <a:cubicBezTo>
                    <a:pt x="2130" y="59210"/>
                    <a:pt x="2929" y="60631"/>
                    <a:pt x="4349" y="61341"/>
                  </a:cubicBezTo>
                  <a:cubicBezTo>
                    <a:pt x="1775" y="62406"/>
                    <a:pt x="89" y="64891"/>
                    <a:pt x="89" y="67731"/>
                  </a:cubicBezTo>
                  <a:cubicBezTo>
                    <a:pt x="89" y="70660"/>
                    <a:pt x="1864" y="72701"/>
                    <a:pt x="4083" y="74121"/>
                  </a:cubicBezTo>
                  <a:cubicBezTo>
                    <a:pt x="1947" y="76172"/>
                    <a:pt x="2854" y="83652"/>
                    <a:pt x="6410" y="83652"/>
                  </a:cubicBezTo>
                  <a:cubicBezTo>
                    <a:pt x="6547" y="83652"/>
                    <a:pt x="6689" y="83641"/>
                    <a:pt x="6834" y="83618"/>
                  </a:cubicBezTo>
                  <a:lnTo>
                    <a:pt x="6834" y="83618"/>
                  </a:lnTo>
                  <a:cubicBezTo>
                    <a:pt x="4083" y="84151"/>
                    <a:pt x="2041" y="86458"/>
                    <a:pt x="1864" y="89298"/>
                  </a:cubicBezTo>
                  <a:cubicBezTo>
                    <a:pt x="1686" y="92050"/>
                    <a:pt x="3284" y="94712"/>
                    <a:pt x="5947" y="95777"/>
                  </a:cubicBezTo>
                  <a:cubicBezTo>
                    <a:pt x="4615" y="100126"/>
                    <a:pt x="5414" y="104919"/>
                    <a:pt x="8254" y="108558"/>
                  </a:cubicBezTo>
                  <a:cubicBezTo>
                    <a:pt x="10603" y="111513"/>
                    <a:pt x="14181" y="113239"/>
                    <a:pt x="17939" y="113239"/>
                  </a:cubicBezTo>
                  <a:cubicBezTo>
                    <a:pt x="18583" y="113239"/>
                    <a:pt x="19232" y="113188"/>
                    <a:pt x="19881" y="113085"/>
                  </a:cubicBezTo>
                  <a:lnTo>
                    <a:pt x="19881" y="113085"/>
                  </a:lnTo>
                  <a:cubicBezTo>
                    <a:pt x="19704" y="115037"/>
                    <a:pt x="19970" y="117079"/>
                    <a:pt x="20769" y="118854"/>
                  </a:cubicBezTo>
                  <a:cubicBezTo>
                    <a:pt x="21452" y="120371"/>
                    <a:pt x="22978" y="121630"/>
                    <a:pt x="24516" y="121630"/>
                  </a:cubicBezTo>
                  <a:cubicBezTo>
                    <a:pt x="24777" y="121630"/>
                    <a:pt x="25038" y="121593"/>
                    <a:pt x="25295" y="121516"/>
                  </a:cubicBezTo>
                  <a:cubicBezTo>
                    <a:pt x="26538" y="126220"/>
                    <a:pt x="28845" y="131546"/>
                    <a:pt x="33372" y="132344"/>
                  </a:cubicBezTo>
                  <a:cubicBezTo>
                    <a:pt x="33860" y="132433"/>
                    <a:pt x="34354" y="132461"/>
                    <a:pt x="34850" y="132461"/>
                  </a:cubicBezTo>
                  <a:cubicBezTo>
                    <a:pt x="35677" y="132461"/>
                    <a:pt x="36513" y="132384"/>
                    <a:pt x="37343" y="132384"/>
                  </a:cubicBezTo>
                  <a:cubicBezTo>
                    <a:pt x="38007" y="132384"/>
                    <a:pt x="38667" y="132433"/>
                    <a:pt x="39318" y="132611"/>
                  </a:cubicBezTo>
                  <a:cubicBezTo>
                    <a:pt x="40383" y="132966"/>
                    <a:pt x="41360" y="133409"/>
                    <a:pt x="42247" y="133942"/>
                  </a:cubicBezTo>
                  <a:cubicBezTo>
                    <a:pt x="47040" y="136338"/>
                    <a:pt x="51921" y="135983"/>
                    <a:pt x="56980" y="136427"/>
                  </a:cubicBezTo>
                  <a:cubicBezTo>
                    <a:pt x="57983" y="136514"/>
                    <a:pt x="60143" y="136816"/>
                    <a:pt x="62217" y="136816"/>
                  </a:cubicBezTo>
                  <a:cubicBezTo>
                    <a:pt x="64365" y="136816"/>
                    <a:pt x="66423" y="136492"/>
                    <a:pt x="67010" y="135273"/>
                  </a:cubicBezTo>
                  <a:cubicBezTo>
                    <a:pt x="67808" y="133764"/>
                    <a:pt x="66122" y="131457"/>
                    <a:pt x="67365" y="130392"/>
                  </a:cubicBezTo>
                  <a:cubicBezTo>
                    <a:pt x="67720" y="130125"/>
                    <a:pt x="68163" y="129948"/>
                    <a:pt x="68696" y="129948"/>
                  </a:cubicBezTo>
                  <a:cubicBezTo>
                    <a:pt x="71891" y="129770"/>
                    <a:pt x="74909" y="128617"/>
                    <a:pt x="77394" y="126664"/>
                  </a:cubicBezTo>
                  <a:cubicBezTo>
                    <a:pt x="80323" y="123913"/>
                    <a:pt x="80500" y="120185"/>
                    <a:pt x="79879" y="116369"/>
                  </a:cubicBezTo>
                  <a:cubicBezTo>
                    <a:pt x="82542" y="116280"/>
                    <a:pt x="85204" y="116191"/>
                    <a:pt x="87512" y="114948"/>
                  </a:cubicBezTo>
                  <a:cubicBezTo>
                    <a:pt x="89820" y="113795"/>
                    <a:pt x="91772" y="111221"/>
                    <a:pt x="91417" y="108558"/>
                  </a:cubicBezTo>
                  <a:cubicBezTo>
                    <a:pt x="94524" y="107671"/>
                    <a:pt x="96920" y="105008"/>
                    <a:pt x="97541" y="101813"/>
                  </a:cubicBezTo>
                  <a:cubicBezTo>
                    <a:pt x="98162" y="98529"/>
                    <a:pt x="96831" y="95156"/>
                    <a:pt x="94257" y="93115"/>
                  </a:cubicBezTo>
                  <a:cubicBezTo>
                    <a:pt x="98340" y="93115"/>
                    <a:pt x="101446" y="89742"/>
                    <a:pt x="102156" y="85748"/>
                  </a:cubicBezTo>
                  <a:cubicBezTo>
                    <a:pt x="102423" y="84328"/>
                    <a:pt x="103665" y="78914"/>
                    <a:pt x="101003" y="78914"/>
                  </a:cubicBezTo>
                  <a:cubicBezTo>
                    <a:pt x="103576" y="78736"/>
                    <a:pt x="105707" y="76784"/>
                    <a:pt x="105973" y="74299"/>
                  </a:cubicBezTo>
                  <a:cubicBezTo>
                    <a:pt x="106239" y="71725"/>
                    <a:pt x="104730" y="69240"/>
                    <a:pt x="102334" y="68441"/>
                  </a:cubicBezTo>
                  <a:cubicBezTo>
                    <a:pt x="104020" y="65335"/>
                    <a:pt x="103488" y="61429"/>
                    <a:pt x="100914" y="58944"/>
                  </a:cubicBezTo>
                  <a:cubicBezTo>
                    <a:pt x="102334" y="55660"/>
                    <a:pt x="100026" y="51223"/>
                    <a:pt x="96654" y="50512"/>
                  </a:cubicBezTo>
                  <a:cubicBezTo>
                    <a:pt x="99583" y="49004"/>
                    <a:pt x="101713" y="46341"/>
                    <a:pt x="102511" y="43146"/>
                  </a:cubicBezTo>
                  <a:cubicBezTo>
                    <a:pt x="103576" y="38797"/>
                    <a:pt x="101624" y="34004"/>
                    <a:pt x="99583" y="30276"/>
                  </a:cubicBezTo>
                  <a:cubicBezTo>
                    <a:pt x="98606" y="28501"/>
                    <a:pt x="97186" y="26992"/>
                    <a:pt x="95411" y="25927"/>
                  </a:cubicBezTo>
                  <a:cubicBezTo>
                    <a:pt x="95051" y="25639"/>
                    <a:pt x="92181" y="24359"/>
                    <a:pt x="90919" y="24359"/>
                  </a:cubicBezTo>
                  <a:cubicBezTo>
                    <a:pt x="90632" y="24359"/>
                    <a:pt x="90428" y="24425"/>
                    <a:pt x="90357" y="24585"/>
                  </a:cubicBezTo>
                  <a:lnTo>
                    <a:pt x="90357" y="24585"/>
                  </a:lnTo>
                  <a:cubicBezTo>
                    <a:pt x="91859" y="21037"/>
                    <a:pt x="91148" y="16871"/>
                    <a:pt x="88666" y="14034"/>
                  </a:cubicBezTo>
                  <a:cubicBezTo>
                    <a:pt x="86897" y="12206"/>
                    <a:pt x="84540" y="11240"/>
                    <a:pt x="82142" y="11240"/>
                  </a:cubicBezTo>
                  <a:cubicBezTo>
                    <a:pt x="80931" y="11240"/>
                    <a:pt x="79709" y="11487"/>
                    <a:pt x="78548" y="11993"/>
                  </a:cubicBezTo>
                  <a:cubicBezTo>
                    <a:pt x="79258" y="9597"/>
                    <a:pt x="78281" y="7023"/>
                    <a:pt x="76151" y="5603"/>
                  </a:cubicBezTo>
                  <a:cubicBezTo>
                    <a:pt x="75334" y="5125"/>
                    <a:pt x="74437" y="4897"/>
                    <a:pt x="73548" y="4897"/>
                  </a:cubicBezTo>
                  <a:cubicBezTo>
                    <a:pt x="72121" y="4897"/>
                    <a:pt x="70711" y="5485"/>
                    <a:pt x="69672" y="6579"/>
                  </a:cubicBezTo>
                  <a:cubicBezTo>
                    <a:pt x="68341" y="3827"/>
                    <a:pt x="65678" y="1964"/>
                    <a:pt x="62661" y="1609"/>
                  </a:cubicBezTo>
                  <a:cubicBezTo>
                    <a:pt x="62419" y="1587"/>
                    <a:pt x="62178" y="1577"/>
                    <a:pt x="61938" y="1577"/>
                  </a:cubicBezTo>
                  <a:cubicBezTo>
                    <a:pt x="59182" y="1577"/>
                    <a:pt x="56579" y="2962"/>
                    <a:pt x="55028" y="5248"/>
                  </a:cubicBezTo>
                  <a:cubicBezTo>
                    <a:pt x="53409" y="2011"/>
                    <a:pt x="50075" y="0"/>
                    <a:pt x="46514" y="0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316"/>
            <p:cNvSpPr/>
            <p:nvPr/>
          </p:nvSpPr>
          <p:spPr>
            <a:xfrm>
              <a:off x="4299250" y="3463650"/>
              <a:ext cx="1369050" cy="1886750"/>
            </a:xfrm>
            <a:custGeom>
              <a:rect b="b" l="l" r="r" t="t"/>
              <a:pathLst>
                <a:path extrusionOk="0" h="75470" w="54762">
                  <a:moveTo>
                    <a:pt x="14586" y="1"/>
                  </a:moveTo>
                  <a:cubicBezTo>
                    <a:pt x="12947" y="1"/>
                    <a:pt x="11281" y="323"/>
                    <a:pt x="9675" y="1005"/>
                  </a:cubicBezTo>
                  <a:lnTo>
                    <a:pt x="9586" y="1005"/>
                  </a:lnTo>
                  <a:cubicBezTo>
                    <a:pt x="3107" y="3667"/>
                    <a:pt x="0" y="11123"/>
                    <a:pt x="2752" y="17602"/>
                  </a:cubicBezTo>
                  <a:lnTo>
                    <a:pt x="26982" y="75470"/>
                  </a:lnTo>
                  <a:lnTo>
                    <a:pt x="54762" y="75470"/>
                  </a:lnTo>
                  <a:lnTo>
                    <a:pt x="26360" y="7839"/>
                  </a:lnTo>
                  <a:cubicBezTo>
                    <a:pt x="24291" y="2966"/>
                    <a:pt x="19561" y="1"/>
                    <a:pt x="14586" y="1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316"/>
            <p:cNvSpPr/>
            <p:nvPr/>
          </p:nvSpPr>
          <p:spPr>
            <a:xfrm>
              <a:off x="1905100" y="3465550"/>
              <a:ext cx="1366850" cy="1887075"/>
            </a:xfrm>
            <a:custGeom>
              <a:rect b="b" l="l" r="r" t="t"/>
              <a:pathLst>
                <a:path extrusionOk="0" h="75483" w="54674">
                  <a:moveTo>
                    <a:pt x="40123" y="1"/>
                  </a:moveTo>
                  <a:cubicBezTo>
                    <a:pt x="35168" y="1"/>
                    <a:pt x="30464" y="2929"/>
                    <a:pt x="28402" y="7852"/>
                  </a:cubicBezTo>
                  <a:lnTo>
                    <a:pt x="0" y="75483"/>
                  </a:lnTo>
                  <a:lnTo>
                    <a:pt x="27692" y="75394"/>
                  </a:lnTo>
                  <a:lnTo>
                    <a:pt x="52010" y="17615"/>
                  </a:lnTo>
                  <a:cubicBezTo>
                    <a:pt x="54673" y="11136"/>
                    <a:pt x="51655" y="3680"/>
                    <a:pt x="45176" y="1017"/>
                  </a:cubicBezTo>
                  <a:lnTo>
                    <a:pt x="45088" y="1017"/>
                  </a:lnTo>
                  <a:cubicBezTo>
                    <a:pt x="43464" y="328"/>
                    <a:pt x="41780" y="1"/>
                    <a:pt x="40123" y="1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316"/>
            <p:cNvSpPr/>
            <p:nvPr/>
          </p:nvSpPr>
          <p:spPr>
            <a:xfrm>
              <a:off x="2879175" y="2476950"/>
              <a:ext cx="1737400" cy="2263475"/>
            </a:xfrm>
            <a:custGeom>
              <a:rect b="b" l="l" r="r" t="t"/>
              <a:pathLst>
                <a:path extrusionOk="0" h="90539" w="69496">
                  <a:moveTo>
                    <a:pt x="24497" y="1"/>
                  </a:moveTo>
                  <a:cubicBezTo>
                    <a:pt x="24319" y="2397"/>
                    <a:pt x="24319" y="11805"/>
                    <a:pt x="24053" y="13669"/>
                  </a:cubicBezTo>
                  <a:cubicBezTo>
                    <a:pt x="23343" y="19260"/>
                    <a:pt x="22722" y="25651"/>
                    <a:pt x="19349" y="30532"/>
                  </a:cubicBezTo>
                  <a:cubicBezTo>
                    <a:pt x="15355" y="36301"/>
                    <a:pt x="7722" y="38076"/>
                    <a:pt x="1421" y="40384"/>
                  </a:cubicBezTo>
                  <a:cubicBezTo>
                    <a:pt x="1" y="53697"/>
                    <a:pt x="1154" y="68164"/>
                    <a:pt x="8432" y="79525"/>
                  </a:cubicBezTo>
                  <a:cubicBezTo>
                    <a:pt x="13611" y="87601"/>
                    <a:pt x="21958" y="90538"/>
                    <a:pt x="30678" y="90538"/>
                  </a:cubicBezTo>
                  <a:cubicBezTo>
                    <a:pt x="34512" y="90538"/>
                    <a:pt x="38418" y="89970"/>
                    <a:pt x="42159" y="89022"/>
                  </a:cubicBezTo>
                  <a:cubicBezTo>
                    <a:pt x="48283" y="87513"/>
                    <a:pt x="54585" y="85028"/>
                    <a:pt x="59377" y="80767"/>
                  </a:cubicBezTo>
                  <a:cubicBezTo>
                    <a:pt x="64880" y="75797"/>
                    <a:pt x="66744" y="68342"/>
                    <a:pt x="68075" y="61330"/>
                  </a:cubicBezTo>
                  <a:cubicBezTo>
                    <a:pt x="69318" y="54318"/>
                    <a:pt x="68785" y="46686"/>
                    <a:pt x="69495" y="39408"/>
                  </a:cubicBezTo>
                  <a:cubicBezTo>
                    <a:pt x="68696" y="39053"/>
                    <a:pt x="67809" y="38609"/>
                    <a:pt x="66921" y="38343"/>
                  </a:cubicBezTo>
                  <a:cubicBezTo>
                    <a:pt x="63815" y="37189"/>
                    <a:pt x="60531" y="36301"/>
                    <a:pt x="57780" y="34437"/>
                  </a:cubicBezTo>
                  <a:cubicBezTo>
                    <a:pt x="51833" y="30355"/>
                    <a:pt x="51744" y="18817"/>
                    <a:pt x="52898" y="12515"/>
                  </a:cubicBezTo>
                  <a:cubicBezTo>
                    <a:pt x="53431" y="8344"/>
                    <a:pt x="53786" y="4172"/>
                    <a:pt x="53786" y="1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316"/>
            <p:cNvSpPr/>
            <p:nvPr/>
          </p:nvSpPr>
          <p:spPr>
            <a:xfrm>
              <a:off x="2652850" y="3302800"/>
              <a:ext cx="2285450" cy="2074250"/>
            </a:xfrm>
            <a:custGeom>
              <a:rect b="b" l="l" r="r" t="t"/>
              <a:pathLst>
                <a:path extrusionOk="0" h="82970" w="91418">
                  <a:moveTo>
                    <a:pt x="17963" y="0"/>
                  </a:moveTo>
                  <a:cubicBezTo>
                    <a:pt x="17344" y="0"/>
                    <a:pt x="15926" y="807"/>
                    <a:pt x="15621" y="960"/>
                  </a:cubicBezTo>
                  <a:cubicBezTo>
                    <a:pt x="13758" y="1758"/>
                    <a:pt x="12071" y="2912"/>
                    <a:pt x="10296" y="3711"/>
                  </a:cubicBezTo>
                  <a:cubicBezTo>
                    <a:pt x="9675" y="3977"/>
                    <a:pt x="5148" y="5486"/>
                    <a:pt x="5060" y="6196"/>
                  </a:cubicBezTo>
                  <a:cubicBezTo>
                    <a:pt x="3284" y="26432"/>
                    <a:pt x="1" y="49065"/>
                    <a:pt x="3462" y="70366"/>
                  </a:cubicBezTo>
                  <a:cubicBezTo>
                    <a:pt x="3995" y="74182"/>
                    <a:pt x="4438" y="79064"/>
                    <a:pt x="4882" y="82969"/>
                  </a:cubicBezTo>
                  <a:lnTo>
                    <a:pt x="85737" y="82969"/>
                  </a:lnTo>
                  <a:cubicBezTo>
                    <a:pt x="86270" y="79153"/>
                    <a:pt x="87157" y="74449"/>
                    <a:pt x="87779" y="70721"/>
                  </a:cubicBezTo>
                  <a:cubicBezTo>
                    <a:pt x="91418" y="49508"/>
                    <a:pt x="88222" y="26787"/>
                    <a:pt x="86625" y="6462"/>
                  </a:cubicBezTo>
                  <a:cubicBezTo>
                    <a:pt x="86536" y="5841"/>
                    <a:pt x="82010" y="4244"/>
                    <a:pt x="81477" y="3977"/>
                  </a:cubicBezTo>
                  <a:cubicBezTo>
                    <a:pt x="79613" y="3179"/>
                    <a:pt x="77927" y="2025"/>
                    <a:pt x="76152" y="1226"/>
                  </a:cubicBezTo>
                  <a:cubicBezTo>
                    <a:pt x="75836" y="1068"/>
                    <a:pt x="74325" y="207"/>
                    <a:pt x="73746" y="207"/>
                  </a:cubicBezTo>
                  <a:cubicBezTo>
                    <a:pt x="73674" y="207"/>
                    <a:pt x="73617" y="220"/>
                    <a:pt x="73578" y="250"/>
                  </a:cubicBezTo>
                  <a:cubicBezTo>
                    <a:pt x="73134" y="516"/>
                    <a:pt x="73400" y="2735"/>
                    <a:pt x="73400" y="3267"/>
                  </a:cubicBezTo>
                  <a:cubicBezTo>
                    <a:pt x="73223" y="8149"/>
                    <a:pt x="73045" y="13030"/>
                    <a:pt x="72868" y="17912"/>
                  </a:cubicBezTo>
                  <a:cubicBezTo>
                    <a:pt x="72779" y="22793"/>
                    <a:pt x="72779" y="27852"/>
                    <a:pt x="71004" y="32468"/>
                  </a:cubicBezTo>
                  <a:cubicBezTo>
                    <a:pt x="68697" y="38592"/>
                    <a:pt x="63105" y="41698"/>
                    <a:pt x="57158" y="43207"/>
                  </a:cubicBezTo>
                  <a:cubicBezTo>
                    <a:pt x="53253" y="44183"/>
                    <a:pt x="49259" y="44716"/>
                    <a:pt x="45354" y="44716"/>
                  </a:cubicBezTo>
                  <a:cubicBezTo>
                    <a:pt x="41538" y="44627"/>
                    <a:pt x="37810" y="44094"/>
                    <a:pt x="34260" y="43118"/>
                  </a:cubicBezTo>
                  <a:cubicBezTo>
                    <a:pt x="28224" y="41521"/>
                    <a:pt x="22722" y="38414"/>
                    <a:pt x="20414" y="32290"/>
                  </a:cubicBezTo>
                  <a:cubicBezTo>
                    <a:pt x="18728" y="27675"/>
                    <a:pt x="18817" y="22616"/>
                    <a:pt x="18728" y="17734"/>
                  </a:cubicBezTo>
                  <a:cubicBezTo>
                    <a:pt x="18639" y="12853"/>
                    <a:pt x="18461" y="7883"/>
                    <a:pt x="18373" y="3090"/>
                  </a:cubicBezTo>
                  <a:cubicBezTo>
                    <a:pt x="18373" y="2557"/>
                    <a:pt x="18639" y="338"/>
                    <a:pt x="18195" y="72"/>
                  </a:cubicBezTo>
                  <a:cubicBezTo>
                    <a:pt x="18145" y="22"/>
                    <a:pt x="18065" y="0"/>
                    <a:pt x="17963" y="0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316"/>
            <p:cNvSpPr/>
            <p:nvPr/>
          </p:nvSpPr>
          <p:spPr>
            <a:xfrm>
              <a:off x="3003425" y="1824875"/>
              <a:ext cx="299425" cy="536350"/>
            </a:xfrm>
            <a:custGeom>
              <a:rect b="b" l="l" r="r" t="t"/>
              <a:pathLst>
                <a:path extrusionOk="0" h="21454" w="11977">
                  <a:moveTo>
                    <a:pt x="4492" y="0"/>
                  </a:moveTo>
                  <a:cubicBezTo>
                    <a:pt x="4074" y="0"/>
                    <a:pt x="3641" y="80"/>
                    <a:pt x="3196" y="256"/>
                  </a:cubicBezTo>
                  <a:cubicBezTo>
                    <a:pt x="1598" y="877"/>
                    <a:pt x="622" y="3007"/>
                    <a:pt x="445" y="5049"/>
                  </a:cubicBezTo>
                  <a:cubicBezTo>
                    <a:pt x="1" y="10285"/>
                    <a:pt x="1687" y="15522"/>
                    <a:pt x="5060" y="19516"/>
                  </a:cubicBezTo>
                  <a:cubicBezTo>
                    <a:pt x="5592" y="20226"/>
                    <a:pt x="6214" y="20758"/>
                    <a:pt x="7012" y="21202"/>
                  </a:cubicBezTo>
                  <a:cubicBezTo>
                    <a:pt x="7387" y="21374"/>
                    <a:pt x="7725" y="21454"/>
                    <a:pt x="8030" y="21454"/>
                  </a:cubicBezTo>
                  <a:cubicBezTo>
                    <a:pt x="11977" y="21454"/>
                    <a:pt x="10258" y="7984"/>
                    <a:pt x="9764" y="5759"/>
                  </a:cubicBezTo>
                  <a:cubicBezTo>
                    <a:pt x="9302" y="3448"/>
                    <a:pt x="7235" y="0"/>
                    <a:pt x="4492" y="0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316"/>
            <p:cNvSpPr/>
            <p:nvPr/>
          </p:nvSpPr>
          <p:spPr>
            <a:xfrm>
              <a:off x="3083300" y="1935550"/>
              <a:ext cx="119850" cy="290700"/>
            </a:xfrm>
            <a:custGeom>
              <a:rect b="b" l="l" r="r" t="t"/>
              <a:pathLst>
                <a:path extrusionOk="0" fill="none" h="11628" w="4794">
                  <a:moveTo>
                    <a:pt x="1" y="1775"/>
                  </a:moveTo>
                  <a:cubicBezTo>
                    <a:pt x="90" y="1332"/>
                    <a:pt x="178" y="977"/>
                    <a:pt x="356" y="622"/>
                  </a:cubicBezTo>
                  <a:cubicBezTo>
                    <a:pt x="533" y="267"/>
                    <a:pt x="888" y="89"/>
                    <a:pt x="1332" y="0"/>
                  </a:cubicBezTo>
                  <a:cubicBezTo>
                    <a:pt x="1954" y="0"/>
                    <a:pt x="2397" y="799"/>
                    <a:pt x="2575" y="1509"/>
                  </a:cubicBezTo>
                  <a:cubicBezTo>
                    <a:pt x="3019" y="3284"/>
                    <a:pt x="3285" y="5059"/>
                    <a:pt x="3285" y="6923"/>
                  </a:cubicBezTo>
                  <a:cubicBezTo>
                    <a:pt x="3196" y="6746"/>
                    <a:pt x="2930" y="6746"/>
                    <a:pt x="2752" y="6835"/>
                  </a:cubicBezTo>
                  <a:cubicBezTo>
                    <a:pt x="2575" y="7012"/>
                    <a:pt x="2397" y="7190"/>
                    <a:pt x="2397" y="7456"/>
                  </a:cubicBezTo>
                  <a:cubicBezTo>
                    <a:pt x="1865" y="9231"/>
                    <a:pt x="2930" y="11095"/>
                    <a:pt x="4794" y="11627"/>
                  </a:cubicBezTo>
                </a:path>
              </a:pathLst>
            </a:custGeom>
            <a:noFill/>
            <a:ln cap="rnd" cmpd="sng" w="9525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316"/>
            <p:cNvSpPr/>
            <p:nvPr/>
          </p:nvSpPr>
          <p:spPr>
            <a:xfrm>
              <a:off x="4385925" y="1824875"/>
              <a:ext cx="301650" cy="536350"/>
            </a:xfrm>
            <a:custGeom>
              <a:rect b="b" l="l" r="r" t="t"/>
              <a:pathLst>
                <a:path extrusionOk="0" h="21454" w="12066">
                  <a:moveTo>
                    <a:pt x="7516" y="0"/>
                  </a:moveTo>
                  <a:cubicBezTo>
                    <a:pt x="4830" y="0"/>
                    <a:pt x="2753" y="3448"/>
                    <a:pt x="2214" y="5759"/>
                  </a:cubicBezTo>
                  <a:cubicBezTo>
                    <a:pt x="1719" y="7984"/>
                    <a:pt x="1" y="21454"/>
                    <a:pt x="4019" y="21454"/>
                  </a:cubicBezTo>
                  <a:cubicBezTo>
                    <a:pt x="4328" y="21454"/>
                    <a:pt x="4672" y="21374"/>
                    <a:pt x="5054" y="21202"/>
                  </a:cubicBezTo>
                  <a:cubicBezTo>
                    <a:pt x="5764" y="20758"/>
                    <a:pt x="6474" y="20226"/>
                    <a:pt x="7006" y="19516"/>
                  </a:cubicBezTo>
                  <a:cubicBezTo>
                    <a:pt x="10379" y="15522"/>
                    <a:pt x="12065" y="10285"/>
                    <a:pt x="11533" y="5049"/>
                  </a:cubicBezTo>
                  <a:cubicBezTo>
                    <a:pt x="11355" y="3007"/>
                    <a:pt x="10468" y="877"/>
                    <a:pt x="8781" y="256"/>
                  </a:cubicBezTo>
                  <a:cubicBezTo>
                    <a:pt x="8348" y="80"/>
                    <a:pt x="7925" y="0"/>
                    <a:pt x="7516" y="0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316"/>
            <p:cNvSpPr/>
            <p:nvPr/>
          </p:nvSpPr>
          <p:spPr>
            <a:xfrm>
              <a:off x="4487850" y="1935550"/>
              <a:ext cx="117625" cy="288475"/>
            </a:xfrm>
            <a:custGeom>
              <a:rect b="b" l="l" r="r" t="t"/>
              <a:pathLst>
                <a:path extrusionOk="0" fill="none" h="11539" w="4705">
                  <a:moveTo>
                    <a:pt x="4704" y="1775"/>
                  </a:moveTo>
                  <a:cubicBezTo>
                    <a:pt x="4704" y="1332"/>
                    <a:pt x="4527" y="977"/>
                    <a:pt x="4349" y="622"/>
                  </a:cubicBezTo>
                  <a:cubicBezTo>
                    <a:pt x="4172" y="267"/>
                    <a:pt x="3817" y="89"/>
                    <a:pt x="3462" y="0"/>
                  </a:cubicBezTo>
                  <a:cubicBezTo>
                    <a:pt x="2752" y="0"/>
                    <a:pt x="2397" y="799"/>
                    <a:pt x="2219" y="1509"/>
                  </a:cubicBezTo>
                  <a:cubicBezTo>
                    <a:pt x="1687" y="3284"/>
                    <a:pt x="1421" y="5059"/>
                    <a:pt x="1421" y="6923"/>
                  </a:cubicBezTo>
                  <a:cubicBezTo>
                    <a:pt x="1598" y="6746"/>
                    <a:pt x="1864" y="6746"/>
                    <a:pt x="2042" y="6835"/>
                  </a:cubicBezTo>
                  <a:cubicBezTo>
                    <a:pt x="2219" y="7012"/>
                    <a:pt x="2308" y="7190"/>
                    <a:pt x="2397" y="7456"/>
                  </a:cubicBezTo>
                  <a:cubicBezTo>
                    <a:pt x="2841" y="9231"/>
                    <a:pt x="1776" y="11095"/>
                    <a:pt x="0" y="11539"/>
                  </a:cubicBezTo>
                </a:path>
              </a:pathLst>
            </a:custGeom>
            <a:noFill/>
            <a:ln cap="rnd" cmpd="sng" w="9525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316"/>
            <p:cNvSpPr/>
            <p:nvPr/>
          </p:nvSpPr>
          <p:spPr>
            <a:xfrm>
              <a:off x="3176500" y="974575"/>
              <a:ext cx="1340225" cy="1930650"/>
            </a:xfrm>
            <a:custGeom>
              <a:rect b="b" l="l" r="r" t="t"/>
              <a:pathLst>
                <a:path extrusionOk="0" h="77226" w="53609">
                  <a:moveTo>
                    <a:pt x="28161" y="1"/>
                  </a:moveTo>
                  <a:cubicBezTo>
                    <a:pt x="23124" y="1"/>
                    <a:pt x="18106" y="1205"/>
                    <a:pt x="13580" y="3559"/>
                  </a:cubicBezTo>
                  <a:cubicBezTo>
                    <a:pt x="7722" y="6843"/>
                    <a:pt x="3817" y="12701"/>
                    <a:pt x="2219" y="19091"/>
                  </a:cubicBezTo>
                  <a:cubicBezTo>
                    <a:pt x="1066" y="23174"/>
                    <a:pt x="444" y="27434"/>
                    <a:pt x="178" y="31694"/>
                  </a:cubicBezTo>
                  <a:cubicBezTo>
                    <a:pt x="1" y="35333"/>
                    <a:pt x="89" y="39061"/>
                    <a:pt x="533" y="42700"/>
                  </a:cubicBezTo>
                  <a:cubicBezTo>
                    <a:pt x="1598" y="51575"/>
                    <a:pt x="4705" y="60539"/>
                    <a:pt x="10207" y="67551"/>
                  </a:cubicBezTo>
                  <a:cubicBezTo>
                    <a:pt x="13846" y="72255"/>
                    <a:pt x="18817" y="76249"/>
                    <a:pt x="24941" y="77048"/>
                  </a:cubicBezTo>
                  <a:cubicBezTo>
                    <a:pt x="25739" y="77136"/>
                    <a:pt x="26627" y="77225"/>
                    <a:pt x="27514" y="77225"/>
                  </a:cubicBezTo>
                  <a:cubicBezTo>
                    <a:pt x="33017" y="77048"/>
                    <a:pt x="37899" y="74030"/>
                    <a:pt x="41626" y="70036"/>
                  </a:cubicBezTo>
                  <a:cubicBezTo>
                    <a:pt x="46242" y="64888"/>
                    <a:pt x="49082" y="58409"/>
                    <a:pt x="50768" y="51841"/>
                  </a:cubicBezTo>
                  <a:cubicBezTo>
                    <a:pt x="52898" y="43765"/>
                    <a:pt x="53608" y="35333"/>
                    <a:pt x="52810" y="26990"/>
                  </a:cubicBezTo>
                  <a:cubicBezTo>
                    <a:pt x="52366" y="21398"/>
                    <a:pt x="52011" y="14121"/>
                    <a:pt x="48638" y="9417"/>
                  </a:cubicBezTo>
                  <a:cubicBezTo>
                    <a:pt x="45443" y="4979"/>
                    <a:pt x="40650" y="1872"/>
                    <a:pt x="35236" y="807"/>
                  </a:cubicBezTo>
                  <a:cubicBezTo>
                    <a:pt x="32907" y="268"/>
                    <a:pt x="30532" y="1"/>
                    <a:pt x="28161" y="1"/>
                  </a:cubicBezTo>
                  <a:close/>
                </a:path>
              </a:pathLst>
            </a:custGeom>
            <a:solidFill>
              <a:srgbClr val="E5A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316"/>
            <p:cNvSpPr/>
            <p:nvPr/>
          </p:nvSpPr>
          <p:spPr>
            <a:xfrm>
              <a:off x="3001225" y="683825"/>
              <a:ext cx="1704100" cy="1029650"/>
            </a:xfrm>
            <a:custGeom>
              <a:rect b="b" l="l" r="r" t="t"/>
              <a:pathLst>
                <a:path extrusionOk="0" h="41186" w="68164">
                  <a:moveTo>
                    <a:pt x="36869" y="0"/>
                  </a:moveTo>
                  <a:cubicBezTo>
                    <a:pt x="34587" y="0"/>
                    <a:pt x="32286" y="156"/>
                    <a:pt x="29999" y="367"/>
                  </a:cubicBezTo>
                  <a:cubicBezTo>
                    <a:pt x="26360" y="544"/>
                    <a:pt x="22810" y="1432"/>
                    <a:pt x="19437" y="2763"/>
                  </a:cubicBezTo>
                  <a:cubicBezTo>
                    <a:pt x="15443" y="4804"/>
                    <a:pt x="12071" y="7733"/>
                    <a:pt x="9585" y="11461"/>
                  </a:cubicBezTo>
                  <a:cubicBezTo>
                    <a:pt x="4970" y="17763"/>
                    <a:pt x="1065" y="26372"/>
                    <a:pt x="710" y="34360"/>
                  </a:cubicBezTo>
                  <a:cubicBezTo>
                    <a:pt x="710" y="35869"/>
                    <a:pt x="0" y="39863"/>
                    <a:pt x="1331" y="40839"/>
                  </a:cubicBezTo>
                  <a:cubicBezTo>
                    <a:pt x="1671" y="41084"/>
                    <a:pt x="2107" y="41185"/>
                    <a:pt x="2595" y="41185"/>
                  </a:cubicBezTo>
                  <a:cubicBezTo>
                    <a:pt x="4405" y="41185"/>
                    <a:pt x="6940" y="39800"/>
                    <a:pt x="7988" y="39241"/>
                  </a:cubicBezTo>
                  <a:cubicBezTo>
                    <a:pt x="12581" y="37070"/>
                    <a:pt x="16231" y="33485"/>
                    <a:pt x="19529" y="29742"/>
                  </a:cubicBezTo>
                  <a:lnTo>
                    <a:pt x="19529" y="29742"/>
                  </a:lnTo>
                  <a:cubicBezTo>
                    <a:pt x="19058" y="30892"/>
                    <a:pt x="19967" y="32673"/>
                    <a:pt x="21390" y="33028"/>
                  </a:cubicBezTo>
                  <a:cubicBezTo>
                    <a:pt x="21678" y="33104"/>
                    <a:pt x="21969" y="33139"/>
                    <a:pt x="22260" y="33139"/>
                  </a:cubicBezTo>
                  <a:cubicBezTo>
                    <a:pt x="23672" y="33139"/>
                    <a:pt x="25094" y="32329"/>
                    <a:pt x="26271" y="31520"/>
                  </a:cubicBezTo>
                  <a:cubicBezTo>
                    <a:pt x="31508" y="27881"/>
                    <a:pt x="35857" y="23177"/>
                    <a:pt x="39141" y="17674"/>
                  </a:cubicBezTo>
                  <a:lnTo>
                    <a:pt x="39141" y="17674"/>
                  </a:lnTo>
                  <a:cubicBezTo>
                    <a:pt x="38963" y="19449"/>
                    <a:pt x="39141" y="21224"/>
                    <a:pt x="39762" y="22910"/>
                  </a:cubicBezTo>
                  <a:cubicBezTo>
                    <a:pt x="40433" y="24328"/>
                    <a:pt x="41857" y="25432"/>
                    <a:pt x="43295" y="25432"/>
                  </a:cubicBezTo>
                  <a:cubicBezTo>
                    <a:pt x="43568" y="25432"/>
                    <a:pt x="43842" y="25392"/>
                    <a:pt x="44111" y="25307"/>
                  </a:cubicBezTo>
                  <a:lnTo>
                    <a:pt x="44111" y="25307"/>
                  </a:lnTo>
                  <a:cubicBezTo>
                    <a:pt x="43062" y="28291"/>
                    <a:pt x="45826" y="31716"/>
                    <a:pt x="48803" y="31716"/>
                  </a:cubicBezTo>
                  <a:cubicBezTo>
                    <a:pt x="49102" y="31716"/>
                    <a:pt x="49403" y="31681"/>
                    <a:pt x="49703" y="31608"/>
                  </a:cubicBezTo>
                  <a:cubicBezTo>
                    <a:pt x="50856" y="35159"/>
                    <a:pt x="53164" y="38620"/>
                    <a:pt x="56714" y="40040"/>
                  </a:cubicBezTo>
                  <a:cubicBezTo>
                    <a:pt x="57745" y="40463"/>
                    <a:pt x="58879" y="40674"/>
                    <a:pt x="60012" y="40674"/>
                  </a:cubicBezTo>
                  <a:cubicBezTo>
                    <a:pt x="62681" y="40674"/>
                    <a:pt x="65346" y="39505"/>
                    <a:pt x="66655" y="37200"/>
                  </a:cubicBezTo>
                  <a:cubicBezTo>
                    <a:pt x="68163" y="34804"/>
                    <a:pt x="67897" y="31697"/>
                    <a:pt x="67365" y="28946"/>
                  </a:cubicBezTo>
                  <a:cubicBezTo>
                    <a:pt x="66388" y="22999"/>
                    <a:pt x="64169" y="17319"/>
                    <a:pt x="60886" y="12349"/>
                  </a:cubicBezTo>
                  <a:cubicBezTo>
                    <a:pt x="57602" y="7290"/>
                    <a:pt x="52720" y="3562"/>
                    <a:pt x="47040" y="1432"/>
                  </a:cubicBezTo>
                  <a:cubicBezTo>
                    <a:pt x="43772" y="360"/>
                    <a:pt x="40343" y="0"/>
                    <a:pt x="36869" y="0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316"/>
            <p:cNvSpPr/>
            <p:nvPr/>
          </p:nvSpPr>
          <p:spPr>
            <a:xfrm>
              <a:off x="3098850" y="586900"/>
              <a:ext cx="1409000" cy="603525"/>
            </a:xfrm>
            <a:custGeom>
              <a:rect b="b" l="l" r="r" t="t"/>
              <a:pathLst>
                <a:path extrusionOk="0" h="24141" w="56360">
                  <a:moveTo>
                    <a:pt x="31723" y="0"/>
                  </a:moveTo>
                  <a:cubicBezTo>
                    <a:pt x="22716" y="0"/>
                    <a:pt x="13383" y="3930"/>
                    <a:pt x="7101" y="10368"/>
                  </a:cubicBezTo>
                  <a:cubicBezTo>
                    <a:pt x="3728" y="13829"/>
                    <a:pt x="89" y="19155"/>
                    <a:pt x="0" y="24125"/>
                  </a:cubicBezTo>
                  <a:cubicBezTo>
                    <a:pt x="64" y="24135"/>
                    <a:pt x="126" y="24140"/>
                    <a:pt x="188" y="24140"/>
                  </a:cubicBezTo>
                  <a:cubicBezTo>
                    <a:pt x="1682" y="24140"/>
                    <a:pt x="2688" y="21154"/>
                    <a:pt x="3284" y="20131"/>
                  </a:cubicBezTo>
                  <a:cubicBezTo>
                    <a:pt x="7722" y="12232"/>
                    <a:pt x="15710" y="7084"/>
                    <a:pt x="24674" y="6285"/>
                  </a:cubicBezTo>
                  <a:cubicBezTo>
                    <a:pt x="25631" y="6209"/>
                    <a:pt x="26596" y="6170"/>
                    <a:pt x="27562" y="6170"/>
                  </a:cubicBezTo>
                  <a:cubicBezTo>
                    <a:pt x="29998" y="6170"/>
                    <a:pt x="32440" y="6423"/>
                    <a:pt x="34792" y="6995"/>
                  </a:cubicBezTo>
                  <a:cubicBezTo>
                    <a:pt x="43934" y="8859"/>
                    <a:pt x="52809" y="14451"/>
                    <a:pt x="56359" y="23148"/>
                  </a:cubicBezTo>
                  <a:cubicBezTo>
                    <a:pt x="55738" y="16758"/>
                    <a:pt x="51833" y="11078"/>
                    <a:pt x="47129" y="6729"/>
                  </a:cubicBezTo>
                  <a:cubicBezTo>
                    <a:pt x="44022" y="3800"/>
                    <a:pt x="40028" y="782"/>
                    <a:pt x="35591" y="250"/>
                  </a:cubicBezTo>
                  <a:cubicBezTo>
                    <a:pt x="34315" y="82"/>
                    <a:pt x="33022" y="0"/>
                    <a:pt x="317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316"/>
            <p:cNvSpPr/>
            <p:nvPr/>
          </p:nvSpPr>
          <p:spPr>
            <a:xfrm>
              <a:off x="3755625" y="1831250"/>
              <a:ext cx="97650" cy="485975"/>
            </a:xfrm>
            <a:custGeom>
              <a:rect b="b" l="l" r="r" t="t"/>
              <a:pathLst>
                <a:path extrusionOk="0" fill="none" h="19439" w="3906">
                  <a:moveTo>
                    <a:pt x="3906" y="19438"/>
                  </a:moveTo>
                  <a:cubicBezTo>
                    <a:pt x="2663" y="19083"/>
                    <a:pt x="1509" y="18373"/>
                    <a:pt x="711" y="17397"/>
                  </a:cubicBezTo>
                  <a:cubicBezTo>
                    <a:pt x="178" y="16332"/>
                    <a:pt x="1" y="15000"/>
                    <a:pt x="267" y="13847"/>
                  </a:cubicBezTo>
                  <a:cubicBezTo>
                    <a:pt x="622" y="9231"/>
                    <a:pt x="1066" y="4616"/>
                    <a:pt x="1509" y="1"/>
                  </a:cubicBezTo>
                </a:path>
              </a:pathLst>
            </a:custGeom>
            <a:noFill/>
            <a:ln cap="rnd" cmpd="sng" w="19050">
              <a:solidFill>
                <a:srgbClr val="20124D"/>
              </a:solidFill>
              <a:prstDash val="solid"/>
              <a:miter lim="88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316"/>
            <p:cNvSpPr/>
            <p:nvPr/>
          </p:nvSpPr>
          <p:spPr>
            <a:xfrm>
              <a:off x="3418950" y="1877400"/>
              <a:ext cx="167525" cy="122975"/>
            </a:xfrm>
            <a:custGeom>
              <a:rect b="b" l="l" r="r" t="t"/>
              <a:pathLst>
                <a:path extrusionOk="0" h="4919" w="6701">
                  <a:moveTo>
                    <a:pt x="3290" y="0"/>
                  </a:moveTo>
                  <a:cubicBezTo>
                    <a:pt x="388" y="0"/>
                    <a:pt x="0" y="4558"/>
                    <a:pt x="3083" y="4900"/>
                  </a:cubicBezTo>
                  <a:cubicBezTo>
                    <a:pt x="3193" y="4913"/>
                    <a:pt x="3300" y="4918"/>
                    <a:pt x="3404" y="4918"/>
                  </a:cubicBezTo>
                  <a:cubicBezTo>
                    <a:pt x="6311" y="4918"/>
                    <a:pt x="6701" y="276"/>
                    <a:pt x="3616" y="19"/>
                  </a:cubicBezTo>
                  <a:cubicBezTo>
                    <a:pt x="3504" y="6"/>
                    <a:pt x="3395" y="0"/>
                    <a:pt x="3290" y="0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316"/>
            <p:cNvSpPr/>
            <p:nvPr/>
          </p:nvSpPr>
          <p:spPr>
            <a:xfrm>
              <a:off x="3338475" y="1687025"/>
              <a:ext cx="286250" cy="51075"/>
            </a:xfrm>
            <a:custGeom>
              <a:rect b="b" l="l" r="r" t="t"/>
              <a:pathLst>
                <a:path extrusionOk="0" fill="none" h="2043" w="11450">
                  <a:moveTo>
                    <a:pt x="1" y="2042"/>
                  </a:moveTo>
                  <a:cubicBezTo>
                    <a:pt x="3551" y="90"/>
                    <a:pt x="7811" y="1"/>
                    <a:pt x="11450" y="1865"/>
                  </a:cubicBezTo>
                </a:path>
              </a:pathLst>
            </a:custGeom>
            <a:noFill/>
            <a:ln cap="rnd" cmpd="sng" w="19050">
              <a:solidFill>
                <a:srgbClr val="39222F"/>
              </a:solidFill>
              <a:prstDash val="solid"/>
              <a:miter lim="88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316"/>
            <p:cNvSpPr/>
            <p:nvPr/>
          </p:nvSpPr>
          <p:spPr>
            <a:xfrm>
              <a:off x="4048525" y="1687025"/>
              <a:ext cx="284025" cy="51075"/>
            </a:xfrm>
            <a:custGeom>
              <a:rect b="b" l="l" r="r" t="t"/>
              <a:pathLst>
                <a:path extrusionOk="0" fill="none" h="2043" w="11361">
                  <a:moveTo>
                    <a:pt x="0" y="2042"/>
                  </a:moveTo>
                  <a:cubicBezTo>
                    <a:pt x="3550" y="90"/>
                    <a:pt x="7811" y="1"/>
                    <a:pt x="11361" y="1865"/>
                  </a:cubicBezTo>
                </a:path>
              </a:pathLst>
            </a:custGeom>
            <a:noFill/>
            <a:ln cap="rnd" cmpd="sng" w="19050">
              <a:solidFill>
                <a:srgbClr val="39222F"/>
              </a:solidFill>
              <a:prstDash val="solid"/>
              <a:miter lim="88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316"/>
            <p:cNvSpPr/>
            <p:nvPr/>
          </p:nvSpPr>
          <p:spPr>
            <a:xfrm>
              <a:off x="4071225" y="1877400"/>
              <a:ext cx="167550" cy="122975"/>
            </a:xfrm>
            <a:custGeom>
              <a:rect b="b" l="l" r="r" t="t"/>
              <a:pathLst>
                <a:path extrusionOk="0" h="4919" w="6702">
                  <a:moveTo>
                    <a:pt x="3412" y="0"/>
                  </a:moveTo>
                  <a:cubicBezTo>
                    <a:pt x="3307" y="0"/>
                    <a:pt x="3198" y="6"/>
                    <a:pt x="3086" y="19"/>
                  </a:cubicBezTo>
                  <a:cubicBezTo>
                    <a:pt x="1" y="276"/>
                    <a:pt x="391" y="4918"/>
                    <a:pt x="3298" y="4918"/>
                  </a:cubicBezTo>
                  <a:cubicBezTo>
                    <a:pt x="3402" y="4918"/>
                    <a:pt x="3509" y="4913"/>
                    <a:pt x="3619" y="4900"/>
                  </a:cubicBezTo>
                  <a:cubicBezTo>
                    <a:pt x="6702" y="4558"/>
                    <a:pt x="6314" y="0"/>
                    <a:pt x="3412" y="0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316"/>
            <p:cNvSpPr/>
            <p:nvPr/>
          </p:nvSpPr>
          <p:spPr>
            <a:xfrm>
              <a:off x="3682400" y="2479175"/>
              <a:ext cx="304000" cy="53275"/>
            </a:xfrm>
            <a:custGeom>
              <a:rect b="b" l="l" r="r" t="t"/>
              <a:pathLst>
                <a:path extrusionOk="0" fill="none" h="2131" w="12160">
                  <a:moveTo>
                    <a:pt x="1" y="267"/>
                  </a:moveTo>
                  <a:cubicBezTo>
                    <a:pt x="3817" y="2130"/>
                    <a:pt x="8344" y="2042"/>
                    <a:pt x="12160" y="0"/>
                  </a:cubicBezTo>
                </a:path>
              </a:pathLst>
            </a:custGeom>
            <a:noFill/>
            <a:ln cap="rnd" cmpd="sng" w="44375">
              <a:solidFill>
                <a:srgbClr val="39222F"/>
              </a:solidFill>
              <a:prstDash val="solid"/>
              <a:miter lim="88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1" name="Google Shape;3191;p316"/>
          <p:cNvSpPr txBox="1"/>
          <p:nvPr/>
        </p:nvSpPr>
        <p:spPr>
          <a:xfrm>
            <a:off x="2802350" y="2630425"/>
            <a:ext cx="1050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Behaviors</a:t>
            </a:r>
            <a:endParaRPr b="1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2" name="Google Shape;3192;p316"/>
          <p:cNvSpPr txBox="1"/>
          <p:nvPr/>
        </p:nvSpPr>
        <p:spPr>
          <a:xfrm>
            <a:off x="2703050" y="667475"/>
            <a:ext cx="1050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Profile</a:t>
            </a:r>
            <a:endParaRPr b="1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3" name="Google Shape;3193;p316"/>
          <p:cNvSpPr txBox="1"/>
          <p:nvPr/>
        </p:nvSpPr>
        <p:spPr>
          <a:xfrm>
            <a:off x="5333475" y="1064675"/>
            <a:ext cx="3252300" cy="1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Lato"/>
              <a:buAutoNum type="arabicPeriod"/>
            </a:pP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Women who typically ride alone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Lato"/>
              <a:buAutoNum type="arabicPeriod"/>
            </a:pP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Women who travel in groups of women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400"/>
              <a:buFont typeface="Lato"/>
              <a:buAutoNum type="arabicPeriod"/>
            </a:pPr>
            <a:r>
              <a:rPr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Women traveling late at night, either by themselves or in groups</a:t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4" name="Google Shape;3194;p316"/>
          <p:cNvSpPr txBox="1"/>
          <p:nvPr/>
        </p:nvSpPr>
        <p:spPr>
          <a:xfrm>
            <a:off x="5424046" y="667463"/>
            <a:ext cx="1777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Pain points</a:t>
            </a:r>
            <a:endParaRPr b="1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8" name="Shape 3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9" name="Google Shape;3199;p317"/>
          <p:cNvGrpSpPr/>
          <p:nvPr/>
        </p:nvGrpSpPr>
        <p:grpSpPr>
          <a:xfrm>
            <a:off x="689341" y="1662910"/>
            <a:ext cx="1235378" cy="1714450"/>
            <a:chOff x="1874400" y="173538"/>
            <a:chExt cx="3798825" cy="5271987"/>
          </a:xfrm>
        </p:grpSpPr>
        <p:sp>
          <p:nvSpPr>
            <p:cNvPr id="3200" name="Google Shape;3200;p317"/>
            <p:cNvSpPr/>
            <p:nvPr/>
          </p:nvSpPr>
          <p:spPr>
            <a:xfrm>
              <a:off x="2733050" y="238125"/>
              <a:ext cx="1989875" cy="3475625"/>
            </a:xfrm>
            <a:custGeom>
              <a:rect b="b" l="l" r="r" t="t"/>
              <a:pathLst>
                <a:path extrusionOk="0" h="139025" w="79595">
                  <a:moveTo>
                    <a:pt x="38012" y="0"/>
                  </a:moveTo>
                  <a:cubicBezTo>
                    <a:pt x="16980" y="0"/>
                    <a:pt x="0" y="17077"/>
                    <a:pt x="0" y="38012"/>
                  </a:cubicBezTo>
                  <a:lnTo>
                    <a:pt x="0" y="139025"/>
                  </a:lnTo>
                  <a:lnTo>
                    <a:pt x="79594" y="139025"/>
                  </a:lnTo>
                  <a:lnTo>
                    <a:pt x="79594" y="38012"/>
                  </a:lnTo>
                  <a:cubicBezTo>
                    <a:pt x="79594" y="16980"/>
                    <a:pt x="62518" y="0"/>
                    <a:pt x="4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317"/>
            <p:cNvSpPr/>
            <p:nvPr/>
          </p:nvSpPr>
          <p:spPr>
            <a:xfrm>
              <a:off x="4279100" y="3296450"/>
              <a:ext cx="1394125" cy="2146675"/>
            </a:xfrm>
            <a:custGeom>
              <a:rect b="b" l="l" r="r" t="t"/>
              <a:pathLst>
                <a:path extrusionOk="0" h="85867" w="55765">
                  <a:moveTo>
                    <a:pt x="18910" y="77473"/>
                  </a:moveTo>
                  <a:cubicBezTo>
                    <a:pt x="19971" y="80271"/>
                    <a:pt x="21033" y="83068"/>
                    <a:pt x="22094" y="85866"/>
                  </a:cubicBezTo>
                  <a:lnTo>
                    <a:pt x="55765" y="85866"/>
                  </a:lnTo>
                  <a:cubicBezTo>
                    <a:pt x="53256" y="78148"/>
                    <a:pt x="50458" y="70430"/>
                    <a:pt x="47468" y="62905"/>
                  </a:cubicBezTo>
                  <a:cubicBezTo>
                    <a:pt x="44959" y="56537"/>
                    <a:pt x="41582" y="44863"/>
                    <a:pt x="38978" y="37724"/>
                  </a:cubicBezTo>
                  <a:cubicBezTo>
                    <a:pt x="34347" y="25278"/>
                    <a:pt x="35311" y="11385"/>
                    <a:pt x="23638" y="4632"/>
                  </a:cubicBezTo>
                  <a:cubicBezTo>
                    <a:pt x="19778" y="2413"/>
                    <a:pt x="15533" y="1545"/>
                    <a:pt x="11578" y="1"/>
                  </a:cubicBezTo>
                  <a:lnTo>
                    <a:pt x="0" y="43995"/>
                  </a:lnTo>
                  <a:cubicBezTo>
                    <a:pt x="10999" y="50459"/>
                    <a:pt x="14955" y="66474"/>
                    <a:pt x="18910" y="77473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317"/>
            <p:cNvSpPr/>
            <p:nvPr/>
          </p:nvSpPr>
          <p:spPr>
            <a:xfrm>
              <a:off x="1874400" y="3294050"/>
              <a:ext cx="1394125" cy="2149075"/>
            </a:xfrm>
            <a:custGeom>
              <a:rect b="b" l="l" r="r" t="t"/>
              <a:pathLst>
                <a:path extrusionOk="0" h="85963" w="55765">
                  <a:moveTo>
                    <a:pt x="33671" y="85962"/>
                  </a:moveTo>
                  <a:cubicBezTo>
                    <a:pt x="34732" y="83164"/>
                    <a:pt x="35890" y="80367"/>
                    <a:pt x="36855" y="77569"/>
                  </a:cubicBezTo>
                  <a:cubicBezTo>
                    <a:pt x="40810" y="66570"/>
                    <a:pt x="44766" y="50555"/>
                    <a:pt x="55764" y="44091"/>
                  </a:cubicBezTo>
                  <a:lnTo>
                    <a:pt x="44090" y="1"/>
                  </a:lnTo>
                  <a:cubicBezTo>
                    <a:pt x="40328" y="1641"/>
                    <a:pt x="35986" y="2412"/>
                    <a:pt x="32031" y="4631"/>
                  </a:cubicBezTo>
                  <a:cubicBezTo>
                    <a:pt x="20357" y="11385"/>
                    <a:pt x="21322" y="25374"/>
                    <a:pt x="16787" y="37820"/>
                  </a:cubicBezTo>
                  <a:cubicBezTo>
                    <a:pt x="14182" y="44959"/>
                    <a:pt x="10709" y="56633"/>
                    <a:pt x="8297" y="63001"/>
                  </a:cubicBezTo>
                  <a:cubicBezTo>
                    <a:pt x="5306" y="70526"/>
                    <a:pt x="2412" y="78244"/>
                    <a:pt x="0" y="85866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317"/>
            <p:cNvSpPr/>
            <p:nvPr/>
          </p:nvSpPr>
          <p:spPr>
            <a:xfrm>
              <a:off x="2979050" y="2821300"/>
              <a:ext cx="1606400" cy="1131225"/>
            </a:xfrm>
            <a:custGeom>
              <a:rect b="b" l="l" r="r" t="t"/>
              <a:pathLst>
                <a:path extrusionOk="0" h="45249" w="64256">
                  <a:moveTo>
                    <a:pt x="49301" y="5211"/>
                  </a:moveTo>
                  <a:cubicBezTo>
                    <a:pt x="64255" y="12543"/>
                    <a:pt x="63097" y="27401"/>
                    <a:pt x="57405" y="45249"/>
                  </a:cubicBezTo>
                  <a:lnTo>
                    <a:pt x="6368" y="45249"/>
                  </a:lnTo>
                  <a:cubicBezTo>
                    <a:pt x="773" y="27401"/>
                    <a:pt x="1" y="12350"/>
                    <a:pt x="15051" y="5018"/>
                  </a:cubicBezTo>
                  <a:cubicBezTo>
                    <a:pt x="30295" y="1"/>
                    <a:pt x="37241" y="2316"/>
                    <a:pt x="49301" y="5211"/>
                  </a:cubicBezTo>
                  <a:close/>
                </a:path>
              </a:pathLst>
            </a:custGeom>
            <a:solidFill>
              <a:srgbClr val="352C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317"/>
            <p:cNvSpPr/>
            <p:nvPr/>
          </p:nvSpPr>
          <p:spPr>
            <a:xfrm>
              <a:off x="3044175" y="2085675"/>
              <a:ext cx="1524375" cy="2689325"/>
            </a:xfrm>
            <a:custGeom>
              <a:rect b="b" l="l" r="r" t="t"/>
              <a:pathLst>
                <a:path extrusionOk="0" h="107573" w="60975">
                  <a:moveTo>
                    <a:pt x="60975" y="107573"/>
                  </a:moveTo>
                  <a:lnTo>
                    <a:pt x="60975" y="48143"/>
                  </a:lnTo>
                  <a:cubicBezTo>
                    <a:pt x="57984" y="47274"/>
                    <a:pt x="55186" y="46117"/>
                    <a:pt x="52292" y="44862"/>
                  </a:cubicBezTo>
                  <a:cubicBezTo>
                    <a:pt x="41486" y="39845"/>
                    <a:pt x="43030" y="8876"/>
                    <a:pt x="42644" y="0"/>
                  </a:cubicBezTo>
                  <a:lnTo>
                    <a:pt x="13122" y="0"/>
                  </a:lnTo>
                  <a:cubicBezTo>
                    <a:pt x="16306" y="12735"/>
                    <a:pt x="14665" y="28847"/>
                    <a:pt x="12736" y="33864"/>
                  </a:cubicBezTo>
                  <a:cubicBezTo>
                    <a:pt x="10999" y="38398"/>
                    <a:pt x="7526" y="42064"/>
                    <a:pt x="3088" y="43994"/>
                  </a:cubicBezTo>
                  <a:cubicBezTo>
                    <a:pt x="2027" y="44476"/>
                    <a:pt x="966" y="44959"/>
                    <a:pt x="1" y="45634"/>
                  </a:cubicBezTo>
                  <a:lnTo>
                    <a:pt x="1" y="107573"/>
                  </a:lnTo>
                  <a:close/>
                </a:path>
              </a:pathLst>
            </a:custGeom>
            <a:solidFill>
              <a:srgbClr val="F8B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317"/>
            <p:cNvSpPr/>
            <p:nvPr/>
          </p:nvSpPr>
          <p:spPr>
            <a:xfrm>
              <a:off x="3823250" y="3331900"/>
              <a:ext cx="562400" cy="164175"/>
            </a:xfrm>
            <a:custGeom>
              <a:rect b="b" l="l" r="r" t="t"/>
              <a:pathLst>
                <a:path extrusionOk="0" h="6567" w="22496">
                  <a:moveTo>
                    <a:pt x="21089" y="1"/>
                  </a:moveTo>
                  <a:cubicBezTo>
                    <a:pt x="21010" y="1"/>
                    <a:pt x="20927" y="10"/>
                    <a:pt x="20839" y="30"/>
                  </a:cubicBezTo>
                  <a:cubicBezTo>
                    <a:pt x="18240" y="637"/>
                    <a:pt x="15564" y="1010"/>
                    <a:pt x="12949" y="1010"/>
                  </a:cubicBezTo>
                  <a:cubicBezTo>
                    <a:pt x="12652" y="1010"/>
                    <a:pt x="12355" y="1005"/>
                    <a:pt x="12060" y="995"/>
                  </a:cubicBezTo>
                  <a:cubicBezTo>
                    <a:pt x="10353" y="995"/>
                    <a:pt x="8589" y="709"/>
                    <a:pt x="6856" y="709"/>
                  </a:cubicBezTo>
                  <a:cubicBezTo>
                    <a:pt x="6336" y="709"/>
                    <a:pt x="5818" y="735"/>
                    <a:pt x="5306" y="802"/>
                  </a:cubicBezTo>
                  <a:cubicBezTo>
                    <a:pt x="2509" y="1188"/>
                    <a:pt x="386" y="2828"/>
                    <a:pt x="97" y="5626"/>
                  </a:cubicBezTo>
                  <a:cubicBezTo>
                    <a:pt x="0" y="6253"/>
                    <a:pt x="434" y="6567"/>
                    <a:pt x="917" y="6567"/>
                  </a:cubicBezTo>
                  <a:cubicBezTo>
                    <a:pt x="1399" y="6567"/>
                    <a:pt x="1930" y="6253"/>
                    <a:pt x="2026" y="5626"/>
                  </a:cubicBezTo>
                  <a:cubicBezTo>
                    <a:pt x="2316" y="4372"/>
                    <a:pt x="3377" y="3310"/>
                    <a:pt x="4631" y="2924"/>
                  </a:cubicBezTo>
                  <a:cubicBezTo>
                    <a:pt x="5243" y="2741"/>
                    <a:pt x="5854" y="2674"/>
                    <a:pt x="6466" y="2674"/>
                  </a:cubicBezTo>
                  <a:cubicBezTo>
                    <a:pt x="6819" y="2674"/>
                    <a:pt x="7172" y="2696"/>
                    <a:pt x="7525" y="2732"/>
                  </a:cubicBezTo>
                  <a:cubicBezTo>
                    <a:pt x="9262" y="2732"/>
                    <a:pt x="10902" y="2924"/>
                    <a:pt x="12639" y="2924"/>
                  </a:cubicBezTo>
                  <a:cubicBezTo>
                    <a:pt x="15533" y="2924"/>
                    <a:pt x="18524" y="2539"/>
                    <a:pt x="21418" y="1863"/>
                  </a:cubicBezTo>
                  <a:cubicBezTo>
                    <a:pt x="22495" y="1684"/>
                    <a:pt x="22153" y="1"/>
                    <a:pt x="21089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317"/>
            <p:cNvSpPr/>
            <p:nvPr/>
          </p:nvSpPr>
          <p:spPr>
            <a:xfrm>
              <a:off x="3154900" y="3331900"/>
              <a:ext cx="563450" cy="164775"/>
            </a:xfrm>
            <a:custGeom>
              <a:rect b="b" l="l" r="r" t="t"/>
              <a:pathLst>
                <a:path extrusionOk="0" h="6591" w="22538">
                  <a:moveTo>
                    <a:pt x="1417" y="1"/>
                  </a:moveTo>
                  <a:cubicBezTo>
                    <a:pt x="421" y="1"/>
                    <a:pt x="0" y="1684"/>
                    <a:pt x="1167" y="1863"/>
                  </a:cubicBezTo>
                  <a:cubicBezTo>
                    <a:pt x="4062" y="2539"/>
                    <a:pt x="6956" y="2924"/>
                    <a:pt x="9947" y="2924"/>
                  </a:cubicBezTo>
                  <a:cubicBezTo>
                    <a:pt x="11202" y="2924"/>
                    <a:pt x="13274" y="2598"/>
                    <a:pt x="15258" y="2598"/>
                  </a:cubicBezTo>
                  <a:cubicBezTo>
                    <a:pt x="17848" y="2598"/>
                    <a:pt x="20286" y="3155"/>
                    <a:pt x="20560" y="5722"/>
                  </a:cubicBezTo>
                  <a:cubicBezTo>
                    <a:pt x="20608" y="6301"/>
                    <a:pt x="21114" y="6591"/>
                    <a:pt x="21597" y="6591"/>
                  </a:cubicBezTo>
                  <a:cubicBezTo>
                    <a:pt x="22079" y="6591"/>
                    <a:pt x="22537" y="6301"/>
                    <a:pt x="22489" y="5722"/>
                  </a:cubicBezTo>
                  <a:lnTo>
                    <a:pt x="22489" y="5626"/>
                  </a:lnTo>
                  <a:cubicBezTo>
                    <a:pt x="22200" y="2828"/>
                    <a:pt x="20077" y="1188"/>
                    <a:pt x="17279" y="802"/>
                  </a:cubicBezTo>
                  <a:cubicBezTo>
                    <a:pt x="16778" y="737"/>
                    <a:pt x="16273" y="711"/>
                    <a:pt x="15764" y="711"/>
                  </a:cubicBezTo>
                  <a:cubicBezTo>
                    <a:pt x="14020" y="711"/>
                    <a:pt x="12244" y="1017"/>
                    <a:pt x="10526" y="1091"/>
                  </a:cubicBezTo>
                  <a:cubicBezTo>
                    <a:pt x="7535" y="1091"/>
                    <a:pt x="4544" y="705"/>
                    <a:pt x="1650" y="30"/>
                  </a:cubicBezTo>
                  <a:cubicBezTo>
                    <a:pt x="1569" y="10"/>
                    <a:pt x="1492" y="1"/>
                    <a:pt x="1417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317"/>
            <p:cNvSpPr/>
            <p:nvPr/>
          </p:nvSpPr>
          <p:spPr>
            <a:xfrm>
              <a:off x="3044175" y="3515950"/>
              <a:ext cx="1524375" cy="1927175"/>
            </a:xfrm>
            <a:custGeom>
              <a:rect b="b" l="l" r="r" t="t"/>
              <a:pathLst>
                <a:path extrusionOk="0" h="77087" w="60975">
                  <a:moveTo>
                    <a:pt x="53739" y="77086"/>
                  </a:moveTo>
                  <a:cubicBezTo>
                    <a:pt x="54511" y="74674"/>
                    <a:pt x="55283" y="72359"/>
                    <a:pt x="56054" y="70043"/>
                  </a:cubicBezTo>
                  <a:cubicBezTo>
                    <a:pt x="57695" y="65027"/>
                    <a:pt x="59335" y="60106"/>
                    <a:pt x="60975" y="55186"/>
                  </a:cubicBezTo>
                  <a:lnTo>
                    <a:pt x="60975" y="386"/>
                  </a:lnTo>
                  <a:cubicBezTo>
                    <a:pt x="58756" y="4246"/>
                    <a:pt x="56054" y="7912"/>
                    <a:pt x="52967" y="11192"/>
                  </a:cubicBezTo>
                  <a:cubicBezTo>
                    <a:pt x="49590" y="15051"/>
                    <a:pt x="45442" y="18138"/>
                    <a:pt x="40714" y="20068"/>
                  </a:cubicBezTo>
                  <a:cubicBezTo>
                    <a:pt x="24892" y="26242"/>
                    <a:pt x="7815" y="14569"/>
                    <a:pt x="387" y="965"/>
                  </a:cubicBezTo>
                  <a:cubicBezTo>
                    <a:pt x="290" y="869"/>
                    <a:pt x="194" y="483"/>
                    <a:pt x="1" y="0"/>
                  </a:cubicBezTo>
                  <a:lnTo>
                    <a:pt x="1" y="769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317"/>
            <p:cNvSpPr/>
            <p:nvPr/>
          </p:nvSpPr>
          <p:spPr>
            <a:xfrm>
              <a:off x="3984850" y="3277175"/>
              <a:ext cx="1167400" cy="2168350"/>
            </a:xfrm>
            <a:custGeom>
              <a:rect b="b" l="l" r="r" t="t"/>
              <a:pathLst>
                <a:path extrusionOk="0" h="86734" w="46696">
                  <a:moveTo>
                    <a:pt x="33478" y="86637"/>
                  </a:moveTo>
                  <a:cubicBezTo>
                    <a:pt x="33478" y="86348"/>
                    <a:pt x="33574" y="86155"/>
                    <a:pt x="33574" y="85865"/>
                  </a:cubicBezTo>
                  <a:cubicBezTo>
                    <a:pt x="46695" y="70236"/>
                    <a:pt x="44187" y="59238"/>
                    <a:pt x="41196" y="49976"/>
                  </a:cubicBezTo>
                  <a:cubicBezTo>
                    <a:pt x="41968" y="46888"/>
                    <a:pt x="42450" y="43608"/>
                    <a:pt x="42547" y="40424"/>
                  </a:cubicBezTo>
                  <a:cubicBezTo>
                    <a:pt x="42933" y="32996"/>
                    <a:pt x="42933" y="25470"/>
                    <a:pt x="42643" y="17945"/>
                  </a:cubicBezTo>
                  <a:cubicBezTo>
                    <a:pt x="42547" y="15147"/>
                    <a:pt x="42257" y="12156"/>
                    <a:pt x="40907" y="9648"/>
                  </a:cubicBezTo>
                  <a:cubicBezTo>
                    <a:pt x="38495" y="5499"/>
                    <a:pt x="33960" y="4438"/>
                    <a:pt x="29908" y="2702"/>
                  </a:cubicBezTo>
                  <a:cubicBezTo>
                    <a:pt x="28075" y="1930"/>
                    <a:pt x="26242" y="1447"/>
                    <a:pt x="24313" y="1254"/>
                  </a:cubicBezTo>
                  <a:cubicBezTo>
                    <a:pt x="23541" y="1158"/>
                    <a:pt x="20453" y="965"/>
                    <a:pt x="20261" y="0"/>
                  </a:cubicBezTo>
                  <a:cubicBezTo>
                    <a:pt x="22287" y="7525"/>
                    <a:pt x="20453" y="16787"/>
                    <a:pt x="17173" y="27207"/>
                  </a:cubicBezTo>
                  <a:cubicBezTo>
                    <a:pt x="12156" y="43029"/>
                    <a:pt x="8104" y="58659"/>
                    <a:pt x="4728" y="74192"/>
                  </a:cubicBezTo>
                  <a:cubicBezTo>
                    <a:pt x="4631" y="74578"/>
                    <a:pt x="4438" y="74963"/>
                    <a:pt x="4342" y="75446"/>
                  </a:cubicBezTo>
                  <a:cubicBezTo>
                    <a:pt x="3280" y="78533"/>
                    <a:pt x="1640" y="82585"/>
                    <a:pt x="0" y="86734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20124D"/>
                </a:solidFill>
              </a:endParaRPr>
            </a:p>
          </p:txBody>
        </p:sp>
        <p:sp>
          <p:nvSpPr>
            <p:cNvPr id="3209" name="Google Shape;3209;p317"/>
            <p:cNvSpPr/>
            <p:nvPr/>
          </p:nvSpPr>
          <p:spPr>
            <a:xfrm>
              <a:off x="2392950" y="3277175"/>
              <a:ext cx="1184300" cy="2165950"/>
            </a:xfrm>
            <a:custGeom>
              <a:rect b="b" l="l" r="r" t="t"/>
              <a:pathLst>
                <a:path extrusionOk="0" h="86638" w="47372">
                  <a:moveTo>
                    <a:pt x="1834" y="67824"/>
                  </a:moveTo>
                  <a:cubicBezTo>
                    <a:pt x="2799" y="75060"/>
                    <a:pt x="6368" y="81717"/>
                    <a:pt x="11868" y="86637"/>
                  </a:cubicBezTo>
                  <a:lnTo>
                    <a:pt x="47371" y="86637"/>
                  </a:lnTo>
                  <a:cubicBezTo>
                    <a:pt x="45828" y="82585"/>
                    <a:pt x="44188" y="78437"/>
                    <a:pt x="42547" y="74288"/>
                  </a:cubicBezTo>
                  <a:cubicBezTo>
                    <a:pt x="39267" y="58659"/>
                    <a:pt x="35119" y="43029"/>
                    <a:pt x="30102" y="27110"/>
                  </a:cubicBezTo>
                  <a:cubicBezTo>
                    <a:pt x="26822" y="16787"/>
                    <a:pt x="24989" y="7429"/>
                    <a:pt x="27015" y="0"/>
                  </a:cubicBezTo>
                  <a:cubicBezTo>
                    <a:pt x="26822" y="965"/>
                    <a:pt x="23734" y="1158"/>
                    <a:pt x="22962" y="1158"/>
                  </a:cubicBezTo>
                  <a:cubicBezTo>
                    <a:pt x="21033" y="1351"/>
                    <a:pt x="19103" y="1930"/>
                    <a:pt x="17367" y="2702"/>
                  </a:cubicBezTo>
                  <a:cubicBezTo>
                    <a:pt x="13315" y="4438"/>
                    <a:pt x="8780" y="5499"/>
                    <a:pt x="6368" y="9648"/>
                  </a:cubicBezTo>
                  <a:cubicBezTo>
                    <a:pt x="4921" y="12156"/>
                    <a:pt x="4728" y="15147"/>
                    <a:pt x="4535" y="17945"/>
                  </a:cubicBezTo>
                  <a:cubicBezTo>
                    <a:pt x="4246" y="25470"/>
                    <a:pt x="4342" y="32996"/>
                    <a:pt x="4728" y="40424"/>
                  </a:cubicBezTo>
                  <a:cubicBezTo>
                    <a:pt x="4728" y="41679"/>
                    <a:pt x="4825" y="42933"/>
                    <a:pt x="4921" y="44187"/>
                  </a:cubicBezTo>
                  <a:cubicBezTo>
                    <a:pt x="2509" y="49204"/>
                    <a:pt x="1" y="56247"/>
                    <a:pt x="1834" y="67824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20124D"/>
                </a:solidFill>
              </a:endParaRPr>
            </a:p>
          </p:txBody>
        </p:sp>
        <p:sp>
          <p:nvSpPr>
            <p:cNvPr id="3210" name="Google Shape;3210;p317"/>
            <p:cNvSpPr/>
            <p:nvPr/>
          </p:nvSpPr>
          <p:spPr>
            <a:xfrm>
              <a:off x="3958300" y="2973250"/>
              <a:ext cx="803225" cy="2469875"/>
            </a:xfrm>
            <a:custGeom>
              <a:rect b="b" l="l" r="r" t="t"/>
              <a:pathLst>
                <a:path extrusionOk="0" h="98795" w="32129">
                  <a:moveTo>
                    <a:pt x="1" y="98794"/>
                  </a:moveTo>
                  <a:lnTo>
                    <a:pt x="2316" y="98794"/>
                  </a:lnTo>
                  <a:lnTo>
                    <a:pt x="31742" y="36856"/>
                  </a:lnTo>
                  <a:lnTo>
                    <a:pt x="21419" y="36277"/>
                  </a:lnTo>
                  <a:lnTo>
                    <a:pt x="32128" y="15920"/>
                  </a:lnTo>
                  <a:lnTo>
                    <a:pt x="11771" y="1"/>
                  </a:lnTo>
                  <a:cubicBezTo>
                    <a:pt x="26918" y="13122"/>
                    <a:pt x="10613" y="68211"/>
                    <a:pt x="1" y="98794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317"/>
            <p:cNvSpPr/>
            <p:nvPr/>
          </p:nvSpPr>
          <p:spPr>
            <a:xfrm>
              <a:off x="2788525" y="2973250"/>
              <a:ext cx="800775" cy="2469875"/>
            </a:xfrm>
            <a:custGeom>
              <a:rect b="b" l="l" r="r" t="t"/>
              <a:pathLst>
                <a:path extrusionOk="0" h="98795" w="32031">
                  <a:moveTo>
                    <a:pt x="386" y="36856"/>
                  </a:moveTo>
                  <a:lnTo>
                    <a:pt x="29812" y="98794"/>
                  </a:lnTo>
                  <a:lnTo>
                    <a:pt x="32031" y="98794"/>
                  </a:lnTo>
                  <a:cubicBezTo>
                    <a:pt x="21515" y="68211"/>
                    <a:pt x="5210" y="13122"/>
                    <a:pt x="20260" y="1"/>
                  </a:cubicBezTo>
                  <a:lnTo>
                    <a:pt x="0" y="15920"/>
                  </a:lnTo>
                  <a:lnTo>
                    <a:pt x="10709" y="36277"/>
                  </a:ln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317"/>
            <p:cNvSpPr/>
            <p:nvPr/>
          </p:nvSpPr>
          <p:spPr>
            <a:xfrm>
              <a:off x="2858450" y="1560150"/>
              <a:ext cx="320350" cy="571525"/>
            </a:xfrm>
            <a:custGeom>
              <a:rect b="b" l="l" r="r" t="t"/>
              <a:pathLst>
                <a:path extrusionOk="0" h="22861" w="12814">
                  <a:moveTo>
                    <a:pt x="4847" y="0"/>
                  </a:moveTo>
                  <a:cubicBezTo>
                    <a:pt x="4405" y="0"/>
                    <a:pt x="3946" y="87"/>
                    <a:pt x="3474" y="278"/>
                  </a:cubicBezTo>
                  <a:cubicBezTo>
                    <a:pt x="1738" y="954"/>
                    <a:pt x="773" y="3173"/>
                    <a:pt x="580" y="5392"/>
                  </a:cubicBezTo>
                  <a:cubicBezTo>
                    <a:pt x="1" y="10987"/>
                    <a:pt x="1834" y="16583"/>
                    <a:pt x="5404" y="20828"/>
                  </a:cubicBezTo>
                  <a:cubicBezTo>
                    <a:pt x="5983" y="21600"/>
                    <a:pt x="6658" y="22179"/>
                    <a:pt x="7526" y="22565"/>
                  </a:cubicBezTo>
                  <a:cubicBezTo>
                    <a:pt x="7945" y="22767"/>
                    <a:pt x="8321" y="22861"/>
                    <a:pt x="8657" y="22861"/>
                  </a:cubicBezTo>
                  <a:cubicBezTo>
                    <a:pt x="12813" y="22861"/>
                    <a:pt x="10963" y="8484"/>
                    <a:pt x="10517" y="6163"/>
                  </a:cubicBezTo>
                  <a:cubicBezTo>
                    <a:pt x="9931" y="3736"/>
                    <a:pt x="7747" y="0"/>
                    <a:pt x="4847" y="0"/>
                  </a:cubicBezTo>
                  <a:close/>
                </a:path>
              </a:pathLst>
            </a:custGeom>
            <a:solidFill>
              <a:srgbClr val="F8B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317"/>
            <p:cNvSpPr/>
            <p:nvPr/>
          </p:nvSpPr>
          <p:spPr>
            <a:xfrm>
              <a:off x="2945300" y="1680450"/>
              <a:ext cx="125450" cy="306350"/>
            </a:xfrm>
            <a:custGeom>
              <a:rect b="b" l="l" r="r" t="t"/>
              <a:pathLst>
                <a:path extrusionOk="0" fill="none" h="12254" w="5018">
                  <a:moveTo>
                    <a:pt x="0" y="1737"/>
                  </a:moveTo>
                  <a:cubicBezTo>
                    <a:pt x="97" y="1351"/>
                    <a:pt x="193" y="966"/>
                    <a:pt x="386" y="676"/>
                  </a:cubicBezTo>
                  <a:cubicBezTo>
                    <a:pt x="579" y="290"/>
                    <a:pt x="965" y="1"/>
                    <a:pt x="1351" y="1"/>
                  </a:cubicBezTo>
                  <a:cubicBezTo>
                    <a:pt x="2123" y="1"/>
                    <a:pt x="2605" y="869"/>
                    <a:pt x="2702" y="1544"/>
                  </a:cubicBezTo>
                  <a:cubicBezTo>
                    <a:pt x="3280" y="3474"/>
                    <a:pt x="3473" y="5404"/>
                    <a:pt x="3570" y="7333"/>
                  </a:cubicBezTo>
                  <a:cubicBezTo>
                    <a:pt x="3377" y="7140"/>
                    <a:pt x="3087" y="7140"/>
                    <a:pt x="2895" y="7237"/>
                  </a:cubicBezTo>
                  <a:cubicBezTo>
                    <a:pt x="2702" y="7430"/>
                    <a:pt x="2509" y="7623"/>
                    <a:pt x="2509" y="7912"/>
                  </a:cubicBezTo>
                  <a:cubicBezTo>
                    <a:pt x="2026" y="9745"/>
                    <a:pt x="3184" y="11771"/>
                    <a:pt x="5017" y="12253"/>
                  </a:cubicBezTo>
                </a:path>
              </a:pathLst>
            </a:custGeom>
            <a:noFill/>
            <a:ln cap="rnd" cmpd="sng" w="9525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317"/>
            <p:cNvSpPr/>
            <p:nvPr/>
          </p:nvSpPr>
          <p:spPr>
            <a:xfrm>
              <a:off x="4325425" y="1560150"/>
              <a:ext cx="320325" cy="571525"/>
            </a:xfrm>
            <a:custGeom>
              <a:rect b="b" l="l" r="r" t="t"/>
              <a:pathLst>
                <a:path extrusionOk="0" h="22861" w="12813">
                  <a:moveTo>
                    <a:pt x="8058" y="0"/>
                  </a:moveTo>
                  <a:cubicBezTo>
                    <a:pt x="5141" y="0"/>
                    <a:pt x="2895" y="3736"/>
                    <a:pt x="2392" y="6163"/>
                  </a:cubicBezTo>
                  <a:cubicBezTo>
                    <a:pt x="1857" y="8484"/>
                    <a:pt x="0" y="22861"/>
                    <a:pt x="4233" y="22861"/>
                  </a:cubicBezTo>
                  <a:cubicBezTo>
                    <a:pt x="4575" y="22861"/>
                    <a:pt x="4957" y="22767"/>
                    <a:pt x="5383" y="22565"/>
                  </a:cubicBezTo>
                  <a:cubicBezTo>
                    <a:pt x="6155" y="22179"/>
                    <a:pt x="6830" y="21600"/>
                    <a:pt x="7409" y="20828"/>
                  </a:cubicBezTo>
                  <a:cubicBezTo>
                    <a:pt x="11075" y="16583"/>
                    <a:pt x="12812" y="10987"/>
                    <a:pt x="12330" y="5392"/>
                  </a:cubicBezTo>
                  <a:cubicBezTo>
                    <a:pt x="12137" y="3173"/>
                    <a:pt x="11172" y="954"/>
                    <a:pt x="9435" y="278"/>
                  </a:cubicBezTo>
                  <a:cubicBezTo>
                    <a:pt x="8963" y="87"/>
                    <a:pt x="8503" y="0"/>
                    <a:pt x="8058" y="0"/>
                  </a:cubicBezTo>
                  <a:close/>
                </a:path>
              </a:pathLst>
            </a:custGeom>
            <a:solidFill>
              <a:srgbClr val="F8B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317"/>
            <p:cNvSpPr/>
            <p:nvPr/>
          </p:nvSpPr>
          <p:spPr>
            <a:xfrm>
              <a:off x="4433475" y="1680450"/>
              <a:ext cx="127850" cy="306350"/>
            </a:xfrm>
            <a:custGeom>
              <a:rect b="b" l="l" r="r" t="t"/>
              <a:pathLst>
                <a:path extrusionOk="0" fill="none" h="12254" w="5114">
                  <a:moveTo>
                    <a:pt x="5113" y="1737"/>
                  </a:moveTo>
                  <a:cubicBezTo>
                    <a:pt x="5017" y="1351"/>
                    <a:pt x="4920" y="966"/>
                    <a:pt x="4727" y="676"/>
                  </a:cubicBezTo>
                  <a:cubicBezTo>
                    <a:pt x="4535" y="290"/>
                    <a:pt x="4149" y="1"/>
                    <a:pt x="3763" y="1"/>
                  </a:cubicBezTo>
                  <a:cubicBezTo>
                    <a:pt x="2991" y="1"/>
                    <a:pt x="2508" y="869"/>
                    <a:pt x="2316" y="1544"/>
                  </a:cubicBezTo>
                  <a:cubicBezTo>
                    <a:pt x="1833" y="3474"/>
                    <a:pt x="1544" y="5404"/>
                    <a:pt x="1544" y="7333"/>
                  </a:cubicBezTo>
                  <a:cubicBezTo>
                    <a:pt x="1737" y="7140"/>
                    <a:pt x="2026" y="7140"/>
                    <a:pt x="2219" y="7237"/>
                  </a:cubicBezTo>
                  <a:cubicBezTo>
                    <a:pt x="2412" y="7430"/>
                    <a:pt x="2508" y="7623"/>
                    <a:pt x="2605" y="7912"/>
                  </a:cubicBezTo>
                  <a:cubicBezTo>
                    <a:pt x="2991" y="9745"/>
                    <a:pt x="1930" y="11675"/>
                    <a:pt x="0" y="12253"/>
                  </a:cubicBezTo>
                </a:path>
              </a:pathLst>
            </a:custGeom>
            <a:noFill/>
            <a:ln cap="rnd" cmpd="sng" w="9525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317"/>
            <p:cNvSpPr/>
            <p:nvPr/>
          </p:nvSpPr>
          <p:spPr>
            <a:xfrm>
              <a:off x="3044175" y="590775"/>
              <a:ext cx="1456850" cy="2096500"/>
            </a:xfrm>
            <a:custGeom>
              <a:rect b="b" l="l" r="r" t="t"/>
              <a:pathLst>
                <a:path extrusionOk="0" h="83860" w="58274">
                  <a:moveTo>
                    <a:pt x="30425" y="1"/>
                  </a:moveTo>
                  <a:cubicBezTo>
                    <a:pt x="25013" y="1"/>
                    <a:pt x="19626" y="1310"/>
                    <a:pt x="14762" y="3839"/>
                  </a:cubicBezTo>
                  <a:cubicBezTo>
                    <a:pt x="8394" y="7409"/>
                    <a:pt x="4149" y="13776"/>
                    <a:pt x="2413" y="20626"/>
                  </a:cubicBezTo>
                  <a:cubicBezTo>
                    <a:pt x="1159" y="25161"/>
                    <a:pt x="483" y="29791"/>
                    <a:pt x="290" y="34422"/>
                  </a:cubicBezTo>
                  <a:cubicBezTo>
                    <a:pt x="1" y="38378"/>
                    <a:pt x="97" y="42430"/>
                    <a:pt x="580" y="46289"/>
                  </a:cubicBezTo>
                  <a:cubicBezTo>
                    <a:pt x="1641" y="56130"/>
                    <a:pt x="5211" y="65488"/>
                    <a:pt x="11096" y="73399"/>
                  </a:cubicBezTo>
                  <a:cubicBezTo>
                    <a:pt x="15051" y="78416"/>
                    <a:pt x="20454" y="82854"/>
                    <a:pt x="27111" y="83723"/>
                  </a:cubicBezTo>
                  <a:cubicBezTo>
                    <a:pt x="27725" y="83791"/>
                    <a:pt x="28387" y="83859"/>
                    <a:pt x="29064" y="83859"/>
                  </a:cubicBezTo>
                  <a:cubicBezTo>
                    <a:pt x="29344" y="83859"/>
                    <a:pt x="29626" y="83847"/>
                    <a:pt x="29909" y="83819"/>
                  </a:cubicBezTo>
                  <a:cubicBezTo>
                    <a:pt x="35891" y="83723"/>
                    <a:pt x="41293" y="80442"/>
                    <a:pt x="45249" y="76101"/>
                  </a:cubicBezTo>
                  <a:cubicBezTo>
                    <a:pt x="50266" y="70602"/>
                    <a:pt x="53353" y="63462"/>
                    <a:pt x="55186" y="56323"/>
                  </a:cubicBezTo>
                  <a:cubicBezTo>
                    <a:pt x="57502" y="47543"/>
                    <a:pt x="58273" y="38378"/>
                    <a:pt x="57405" y="29309"/>
                  </a:cubicBezTo>
                  <a:cubicBezTo>
                    <a:pt x="56923" y="23231"/>
                    <a:pt x="56537" y="15416"/>
                    <a:pt x="52967" y="10206"/>
                  </a:cubicBezTo>
                  <a:cubicBezTo>
                    <a:pt x="49397" y="5383"/>
                    <a:pt x="44188" y="2102"/>
                    <a:pt x="38302" y="945"/>
                  </a:cubicBezTo>
                  <a:cubicBezTo>
                    <a:pt x="35709" y="312"/>
                    <a:pt x="33064" y="1"/>
                    <a:pt x="30425" y="1"/>
                  </a:cubicBezTo>
                  <a:close/>
                </a:path>
              </a:pathLst>
            </a:custGeom>
            <a:solidFill>
              <a:srgbClr val="F8B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317"/>
            <p:cNvSpPr/>
            <p:nvPr/>
          </p:nvSpPr>
          <p:spPr>
            <a:xfrm>
              <a:off x="2882575" y="433475"/>
              <a:ext cx="455900" cy="1350725"/>
            </a:xfrm>
            <a:custGeom>
              <a:rect b="b" l="l" r="r" t="t"/>
              <a:pathLst>
                <a:path extrusionOk="0" h="54029" w="18236">
                  <a:moveTo>
                    <a:pt x="6658" y="54028"/>
                  </a:moveTo>
                  <a:cubicBezTo>
                    <a:pt x="6272" y="45828"/>
                    <a:pt x="6465" y="38592"/>
                    <a:pt x="10227" y="31163"/>
                  </a:cubicBezTo>
                  <a:cubicBezTo>
                    <a:pt x="12736" y="26339"/>
                    <a:pt x="15823" y="21515"/>
                    <a:pt x="16981" y="16209"/>
                  </a:cubicBezTo>
                  <a:cubicBezTo>
                    <a:pt x="17270" y="14762"/>
                    <a:pt x="17367" y="13315"/>
                    <a:pt x="17560" y="11964"/>
                  </a:cubicBezTo>
                  <a:lnTo>
                    <a:pt x="18042" y="7815"/>
                  </a:lnTo>
                  <a:cubicBezTo>
                    <a:pt x="18235" y="6272"/>
                    <a:pt x="18042" y="1737"/>
                    <a:pt x="16402" y="773"/>
                  </a:cubicBezTo>
                  <a:cubicBezTo>
                    <a:pt x="15051" y="1"/>
                    <a:pt x="11964" y="1737"/>
                    <a:pt x="10806" y="2413"/>
                  </a:cubicBezTo>
                  <a:cubicBezTo>
                    <a:pt x="7623" y="4149"/>
                    <a:pt x="5018" y="6947"/>
                    <a:pt x="3570" y="10324"/>
                  </a:cubicBezTo>
                  <a:cubicBezTo>
                    <a:pt x="1" y="17753"/>
                    <a:pt x="387" y="26725"/>
                    <a:pt x="1544" y="34636"/>
                  </a:cubicBezTo>
                  <a:cubicBezTo>
                    <a:pt x="2413" y="41293"/>
                    <a:pt x="4149" y="47854"/>
                    <a:pt x="6658" y="540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317"/>
            <p:cNvSpPr/>
            <p:nvPr/>
          </p:nvSpPr>
          <p:spPr>
            <a:xfrm>
              <a:off x="3154856" y="173538"/>
              <a:ext cx="1579850" cy="1946450"/>
            </a:xfrm>
            <a:custGeom>
              <a:rect b="b" l="l" r="r" t="t"/>
              <a:pathLst>
                <a:path extrusionOk="0" h="77858" w="63194">
                  <a:moveTo>
                    <a:pt x="97" y="13218"/>
                  </a:moveTo>
                  <a:cubicBezTo>
                    <a:pt x="1" y="17463"/>
                    <a:pt x="1062" y="21708"/>
                    <a:pt x="3281" y="25374"/>
                  </a:cubicBezTo>
                  <a:cubicBezTo>
                    <a:pt x="11289" y="38784"/>
                    <a:pt x="47468" y="46695"/>
                    <a:pt x="49783" y="77858"/>
                  </a:cubicBezTo>
                  <a:cubicBezTo>
                    <a:pt x="59914" y="55089"/>
                    <a:pt x="63194" y="28654"/>
                    <a:pt x="43705" y="11192"/>
                  </a:cubicBezTo>
                  <a:cubicBezTo>
                    <a:pt x="35408" y="3666"/>
                    <a:pt x="14955" y="0"/>
                    <a:pt x="1062" y="122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317"/>
            <p:cNvSpPr/>
            <p:nvPr/>
          </p:nvSpPr>
          <p:spPr>
            <a:xfrm>
              <a:off x="3191300" y="574725"/>
              <a:ext cx="1199950" cy="1212400"/>
            </a:xfrm>
            <a:custGeom>
              <a:rect b="b" l="l" r="r" t="t"/>
              <a:pathLst>
                <a:path extrusionOk="0" h="48496" w="47998">
                  <a:moveTo>
                    <a:pt x="1884" y="0"/>
                  </a:moveTo>
                  <a:cubicBezTo>
                    <a:pt x="1855" y="0"/>
                    <a:pt x="1834" y="11"/>
                    <a:pt x="1834" y="43"/>
                  </a:cubicBezTo>
                  <a:cubicBezTo>
                    <a:pt x="1" y="11331"/>
                    <a:pt x="7140" y="20786"/>
                    <a:pt x="15630" y="27346"/>
                  </a:cubicBezTo>
                  <a:cubicBezTo>
                    <a:pt x="20165" y="30723"/>
                    <a:pt x="25953" y="32556"/>
                    <a:pt x="30777" y="35450"/>
                  </a:cubicBezTo>
                  <a:cubicBezTo>
                    <a:pt x="36180" y="38634"/>
                    <a:pt x="40908" y="42879"/>
                    <a:pt x="44670" y="47896"/>
                  </a:cubicBezTo>
                  <a:cubicBezTo>
                    <a:pt x="45009" y="48320"/>
                    <a:pt x="45464" y="48495"/>
                    <a:pt x="45909" y="48495"/>
                  </a:cubicBezTo>
                  <a:cubicBezTo>
                    <a:pt x="46983" y="48495"/>
                    <a:pt x="47997" y="47472"/>
                    <a:pt x="47179" y="46449"/>
                  </a:cubicBezTo>
                  <a:cubicBezTo>
                    <a:pt x="40811" y="37959"/>
                    <a:pt x="32321" y="32556"/>
                    <a:pt x="22673" y="28311"/>
                  </a:cubicBezTo>
                  <a:cubicBezTo>
                    <a:pt x="11482" y="23487"/>
                    <a:pt x="2413" y="12489"/>
                    <a:pt x="2027" y="43"/>
                  </a:cubicBezTo>
                  <a:cubicBezTo>
                    <a:pt x="2027" y="43"/>
                    <a:pt x="1941" y="0"/>
                    <a:pt x="18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317"/>
            <p:cNvSpPr/>
            <p:nvPr/>
          </p:nvSpPr>
          <p:spPr>
            <a:xfrm>
              <a:off x="3673700" y="1581575"/>
              <a:ext cx="106150" cy="525825"/>
            </a:xfrm>
            <a:custGeom>
              <a:rect b="b" l="l" r="r" t="t"/>
              <a:pathLst>
                <a:path extrusionOk="0" fill="none" h="21033" w="4246">
                  <a:moveTo>
                    <a:pt x="4246" y="21032"/>
                  </a:moveTo>
                  <a:cubicBezTo>
                    <a:pt x="2895" y="20743"/>
                    <a:pt x="1641" y="19971"/>
                    <a:pt x="772" y="18813"/>
                  </a:cubicBezTo>
                  <a:cubicBezTo>
                    <a:pt x="193" y="17656"/>
                    <a:pt x="1" y="16305"/>
                    <a:pt x="290" y="14954"/>
                  </a:cubicBezTo>
                  <a:lnTo>
                    <a:pt x="1641" y="0"/>
                  </a:lnTo>
                </a:path>
              </a:pathLst>
            </a:custGeom>
            <a:noFill/>
            <a:ln cap="rnd" cmpd="sng" w="19050">
              <a:solidFill>
                <a:srgbClr val="20124D"/>
              </a:solidFill>
              <a:prstDash val="solid"/>
              <a:miter lim="9647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317"/>
            <p:cNvSpPr/>
            <p:nvPr/>
          </p:nvSpPr>
          <p:spPr>
            <a:xfrm>
              <a:off x="3307725" y="1631725"/>
              <a:ext cx="182050" cy="133675"/>
            </a:xfrm>
            <a:custGeom>
              <a:rect b="b" l="l" r="r" t="t"/>
              <a:pathLst>
                <a:path extrusionOk="0" h="5347" w="7282">
                  <a:moveTo>
                    <a:pt x="3576" y="0"/>
                  </a:moveTo>
                  <a:cubicBezTo>
                    <a:pt x="422" y="0"/>
                    <a:pt x="0" y="4954"/>
                    <a:pt x="3352" y="5327"/>
                  </a:cubicBezTo>
                  <a:cubicBezTo>
                    <a:pt x="3473" y="5340"/>
                    <a:pt x="3591" y="5347"/>
                    <a:pt x="3706" y="5347"/>
                  </a:cubicBezTo>
                  <a:cubicBezTo>
                    <a:pt x="6860" y="5347"/>
                    <a:pt x="7282" y="393"/>
                    <a:pt x="3930" y="20"/>
                  </a:cubicBezTo>
                  <a:cubicBezTo>
                    <a:pt x="3809" y="7"/>
                    <a:pt x="3691" y="0"/>
                    <a:pt x="3576" y="0"/>
                  </a:cubicBezTo>
                  <a:close/>
                </a:path>
              </a:pathLst>
            </a:custGeom>
            <a:solidFill>
              <a:srgbClr val="4D1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317"/>
            <p:cNvSpPr/>
            <p:nvPr/>
          </p:nvSpPr>
          <p:spPr>
            <a:xfrm>
              <a:off x="3220250" y="1424800"/>
              <a:ext cx="311175" cy="55500"/>
            </a:xfrm>
            <a:custGeom>
              <a:rect b="b" l="l" r="r" t="t"/>
              <a:pathLst>
                <a:path extrusionOk="0" fill="none" h="2220" w="12447">
                  <a:moveTo>
                    <a:pt x="1" y="2219"/>
                  </a:moveTo>
                  <a:cubicBezTo>
                    <a:pt x="3860" y="97"/>
                    <a:pt x="8491" y="0"/>
                    <a:pt x="12446" y="2026"/>
                  </a:cubicBezTo>
                </a:path>
              </a:pathLst>
            </a:custGeom>
            <a:noFill/>
            <a:ln cap="rnd" cmpd="sng" w="19050">
              <a:solidFill>
                <a:srgbClr val="1E0B07"/>
              </a:solidFill>
              <a:prstDash val="solid"/>
              <a:miter lim="9647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317"/>
            <p:cNvSpPr/>
            <p:nvPr/>
          </p:nvSpPr>
          <p:spPr>
            <a:xfrm>
              <a:off x="3992075" y="1424800"/>
              <a:ext cx="308750" cy="55500"/>
            </a:xfrm>
            <a:custGeom>
              <a:rect b="b" l="l" r="r" t="t"/>
              <a:pathLst>
                <a:path extrusionOk="0" fill="none" h="2220" w="12350">
                  <a:moveTo>
                    <a:pt x="1" y="2219"/>
                  </a:moveTo>
                  <a:cubicBezTo>
                    <a:pt x="3860" y="97"/>
                    <a:pt x="8491" y="0"/>
                    <a:pt x="12350" y="2026"/>
                  </a:cubicBezTo>
                </a:path>
              </a:pathLst>
            </a:custGeom>
            <a:noFill/>
            <a:ln cap="rnd" cmpd="sng" w="19050">
              <a:solidFill>
                <a:srgbClr val="1E0B07"/>
              </a:solidFill>
              <a:prstDash val="solid"/>
              <a:miter lim="9647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317"/>
            <p:cNvSpPr/>
            <p:nvPr/>
          </p:nvSpPr>
          <p:spPr>
            <a:xfrm>
              <a:off x="4016825" y="1631725"/>
              <a:ext cx="182075" cy="133675"/>
            </a:xfrm>
            <a:custGeom>
              <a:rect b="b" l="l" r="r" t="t"/>
              <a:pathLst>
                <a:path extrusionOk="0" h="5347" w="7283">
                  <a:moveTo>
                    <a:pt x="3707" y="0"/>
                  </a:moveTo>
                  <a:cubicBezTo>
                    <a:pt x="3592" y="0"/>
                    <a:pt x="3474" y="7"/>
                    <a:pt x="3352" y="20"/>
                  </a:cubicBezTo>
                  <a:cubicBezTo>
                    <a:pt x="1" y="393"/>
                    <a:pt x="422" y="5347"/>
                    <a:pt x="3577" y="5347"/>
                  </a:cubicBezTo>
                  <a:cubicBezTo>
                    <a:pt x="3691" y="5347"/>
                    <a:pt x="3809" y="5340"/>
                    <a:pt x="3931" y="5327"/>
                  </a:cubicBezTo>
                  <a:cubicBezTo>
                    <a:pt x="7282" y="4954"/>
                    <a:pt x="6861" y="0"/>
                    <a:pt x="3707" y="0"/>
                  </a:cubicBezTo>
                  <a:close/>
                </a:path>
              </a:pathLst>
            </a:custGeom>
            <a:solidFill>
              <a:srgbClr val="4D1F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317"/>
            <p:cNvSpPr/>
            <p:nvPr/>
          </p:nvSpPr>
          <p:spPr>
            <a:xfrm>
              <a:off x="3594100" y="2283450"/>
              <a:ext cx="332875" cy="60325"/>
            </a:xfrm>
            <a:custGeom>
              <a:rect b="b" l="l" r="r" t="t"/>
              <a:pathLst>
                <a:path extrusionOk="0" fill="none" h="2413" w="13315">
                  <a:moveTo>
                    <a:pt x="1" y="290"/>
                  </a:moveTo>
                  <a:cubicBezTo>
                    <a:pt x="4246" y="2412"/>
                    <a:pt x="9166" y="2219"/>
                    <a:pt x="13315" y="0"/>
                  </a:cubicBezTo>
                </a:path>
              </a:pathLst>
            </a:custGeom>
            <a:noFill/>
            <a:ln cap="rnd" cmpd="sng" w="19050">
              <a:solidFill>
                <a:srgbClr val="39222F"/>
              </a:solidFill>
              <a:prstDash val="solid"/>
              <a:miter lim="9647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317"/>
            <p:cNvSpPr/>
            <p:nvPr/>
          </p:nvSpPr>
          <p:spPr>
            <a:xfrm>
              <a:off x="3256425" y="1839250"/>
              <a:ext cx="110450" cy="70375"/>
            </a:xfrm>
            <a:custGeom>
              <a:rect b="b" l="l" r="r" t="t"/>
              <a:pathLst>
                <a:path extrusionOk="0" h="2815" w="4418">
                  <a:moveTo>
                    <a:pt x="4116" y="1"/>
                  </a:moveTo>
                  <a:cubicBezTo>
                    <a:pt x="4095" y="1"/>
                    <a:pt x="4074" y="6"/>
                    <a:pt x="4053" y="16"/>
                  </a:cubicBezTo>
                  <a:cubicBezTo>
                    <a:pt x="2606" y="692"/>
                    <a:pt x="1255" y="1560"/>
                    <a:pt x="97" y="2525"/>
                  </a:cubicBezTo>
                  <a:cubicBezTo>
                    <a:pt x="1" y="2621"/>
                    <a:pt x="97" y="2814"/>
                    <a:pt x="194" y="2814"/>
                  </a:cubicBezTo>
                  <a:cubicBezTo>
                    <a:pt x="1641" y="2139"/>
                    <a:pt x="2992" y="1367"/>
                    <a:pt x="4246" y="402"/>
                  </a:cubicBezTo>
                  <a:cubicBezTo>
                    <a:pt x="4418" y="316"/>
                    <a:pt x="4284" y="1"/>
                    <a:pt x="41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317"/>
            <p:cNvSpPr/>
            <p:nvPr/>
          </p:nvSpPr>
          <p:spPr>
            <a:xfrm>
              <a:off x="3329575" y="1843825"/>
              <a:ext cx="133875" cy="80750"/>
            </a:xfrm>
            <a:custGeom>
              <a:rect b="b" l="l" r="r" t="t"/>
              <a:pathLst>
                <a:path extrusionOk="0" h="3230" w="5355">
                  <a:moveTo>
                    <a:pt x="5178" y="1"/>
                  </a:moveTo>
                  <a:cubicBezTo>
                    <a:pt x="5150" y="1"/>
                    <a:pt x="5118" y="9"/>
                    <a:pt x="5082" y="26"/>
                  </a:cubicBezTo>
                  <a:cubicBezTo>
                    <a:pt x="4214" y="316"/>
                    <a:pt x="3346" y="702"/>
                    <a:pt x="2671" y="1280"/>
                  </a:cubicBezTo>
                  <a:cubicBezTo>
                    <a:pt x="1802" y="1859"/>
                    <a:pt x="934" y="2535"/>
                    <a:pt x="66" y="3017"/>
                  </a:cubicBezTo>
                  <a:cubicBezTo>
                    <a:pt x="0" y="3017"/>
                    <a:pt x="23" y="3150"/>
                    <a:pt x="75" y="3205"/>
                  </a:cubicBezTo>
                  <a:lnTo>
                    <a:pt x="75" y="3205"/>
                  </a:lnTo>
                  <a:cubicBezTo>
                    <a:pt x="1037" y="2725"/>
                    <a:pt x="1998" y="2244"/>
                    <a:pt x="2864" y="1763"/>
                  </a:cubicBezTo>
                  <a:cubicBezTo>
                    <a:pt x="3732" y="1473"/>
                    <a:pt x="4600" y="991"/>
                    <a:pt x="5275" y="316"/>
                  </a:cubicBezTo>
                  <a:cubicBezTo>
                    <a:pt x="5354" y="158"/>
                    <a:pt x="5304" y="1"/>
                    <a:pt x="5178" y="1"/>
                  </a:cubicBezTo>
                  <a:close/>
                  <a:moveTo>
                    <a:pt x="75" y="3205"/>
                  </a:moveTo>
                  <a:lnTo>
                    <a:pt x="75" y="3205"/>
                  </a:lnTo>
                  <a:cubicBezTo>
                    <a:pt x="72" y="3207"/>
                    <a:pt x="69" y="3208"/>
                    <a:pt x="66" y="3210"/>
                  </a:cubicBezTo>
                  <a:lnTo>
                    <a:pt x="80" y="3210"/>
                  </a:lnTo>
                  <a:cubicBezTo>
                    <a:pt x="78" y="3209"/>
                    <a:pt x="77" y="3207"/>
                    <a:pt x="75" y="3205"/>
                  </a:cubicBezTo>
                  <a:close/>
                  <a:moveTo>
                    <a:pt x="80" y="3210"/>
                  </a:moveTo>
                  <a:cubicBezTo>
                    <a:pt x="92" y="3222"/>
                    <a:pt x="106" y="3230"/>
                    <a:pt x="121" y="3230"/>
                  </a:cubicBezTo>
                  <a:cubicBezTo>
                    <a:pt x="135" y="3230"/>
                    <a:pt x="148" y="3224"/>
                    <a:pt x="162" y="32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317"/>
            <p:cNvSpPr/>
            <p:nvPr/>
          </p:nvSpPr>
          <p:spPr>
            <a:xfrm>
              <a:off x="3416075" y="1854125"/>
              <a:ext cx="96050" cy="70625"/>
            </a:xfrm>
            <a:custGeom>
              <a:rect b="b" l="l" r="r" t="t"/>
              <a:pathLst>
                <a:path extrusionOk="0" h="2825" w="3842">
                  <a:moveTo>
                    <a:pt x="3456" y="0"/>
                  </a:moveTo>
                  <a:cubicBezTo>
                    <a:pt x="2780" y="290"/>
                    <a:pt x="2298" y="579"/>
                    <a:pt x="1815" y="1061"/>
                  </a:cubicBezTo>
                  <a:cubicBezTo>
                    <a:pt x="1237" y="1544"/>
                    <a:pt x="658" y="2123"/>
                    <a:pt x="79" y="2605"/>
                  </a:cubicBezTo>
                  <a:cubicBezTo>
                    <a:pt x="1" y="2683"/>
                    <a:pt x="49" y="2824"/>
                    <a:pt x="172" y="2824"/>
                  </a:cubicBezTo>
                  <a:cubicBezTo>
                    <a:pt x="202" y="2824"/>
                    <a:pt x="235" y="2816"/>
                    <a:pt x="272" y="2798"/>
                  </a:cubicBezTo>
                  <a:cubicBezTo>
                    <a:pt x="851" y="2412"/>
                    <a:pt x="1526" y="2026"/>
                    <a:pt x="2201" y="1640"/>
                  </a:cubicBezTo>
                  <a:cubicBezTo>
                    <a:pt x="2780" y="1351"/>
                    <a:pt x="3359" y="868"/>
                    <a:pt x="3745" y="386"/>
                  </a:cubicBezTo>
                  <a:cubicBezTo>
                    <a:pt x="3841" y="193"/>
                    <a:pt x="3649" y="0"/>
                    <a:pt x="34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317"/>
            <p:cNvSpPr/>
            <p:nvPr/>
          </p:nvSpPr>
          <p:spPr>
            <a:xfrm>
              <a:off x="3975200" y="1839250"/>
              <a:ext cx="110450" cy="70375"/>
            </a:xfrm>
            <a:custGeom>
              <a:rect b="b" l="l" r="r" t="t"/>
              <a:pathLst>
                <a:path extrusionOk="0" h="2815" w="4418">
                  <a:moveTo>
                    <a:pt x="4115" y="1"/>
                  </a:moveTo>
                  <a:cubicBezTo>
                    <a:pt x="4095" y="1"/>
                    <a:pt x="4073" y="6"/>
                    <a:pt x="4052" y="16"/>
                  </a:cubicBezTo>
                  <a:cubicBezTo>
                    <a:pt x="2605" y="692"/>
                    <a:pt x="1254" y="1560"/>
                    <a:pt x="97" y="2525"/>
                  </a:cubicBezTo>
                  <a:cubicBezTo>
                    <a:pt x="0" y="2621"/>
                    <a:pt x="97" y="2814"/>
                    <a:pt x="193" y="2814"/>
                  </a:cubicBezTo>
                  <a:cubicBezTo>
                    <a:pt x="1640" y="2139"/>
                    <a:pt x="2991" y="1367"/>
                    <a:pt x="4245" y="402"/>
                  </a:cubicBezTo>
                  <a:cubicBezTo>
                    <a:pt x="4417" y="316"/>
                    <a:pt x="4283" y="1"/>
                    <a:pt x="41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317"/>
            <p:cNvSpPr/>
            <p:nvPr/>
          </p:nvSpPr>
          <p:spPr>
            <a:xfrm>
              <a:off x="4048325" y="1843825"/>
              <a:ext cx="135850" cy="80750"/>
            </a:xfrm>
            <a:custGeom>
              <a:rect b="b" l="l" r="r" t="t"/>
              <a:pathLst>
                <a:path extrusionOk="0" h="3230" w="5434">
                  <a:moveTo>
                    <a:pt x="5187" y="1"/>
                  </a:moveTo>
                  <a:cubicBezTo>
                    <a:pt x="5154" y="1"/>
                    <a:pt x="5118" y="9"/>
                    <a:pt x="5083" y="26"/>
                  </a:cubicBezTo>
                  <a:cubicBezTo>
                    <a:pt x="4215" y="316"/>
                    <a:pt x="3443" y="702"/>
                    <a:pt x="2671" y="1280"/>
                  </a:cubicBezTo>
                  <a:cubicBezTo>
                    <a:pt x="1803" y="1859"/>
                    <a:pt x="934" y="2535"/>
                    <a:pt x="66" y="3017"/>
                  </a:cubicBezTo>
                  <a:cubicBezTo>
                    <a:pt x="1" y="3017"/>
                    <a:pt x="24" y="3150"/>
                    <a:pt x="75" y="3205"/>
                  </a:cubicBezTo>
                  <a:lnTo>
                    <a:pt x="75" y="3205"/>
                  </a:lnTo>
                  <a:cubicBezTo>
                    <a:pt x="1037" y="2725"/>
                    <a:pt x="1998" y="2244"/>
                    <a:pt x="2864" y="1763"/>
                  </a:cubicBezTo>
                  <a:cubicBezTo>
                    <a:pt x="3829" y="1473"/>
                    <a:pt x="4601" y="991"/>
                    <a:pt x="5276" y="316"/>
                  </a:cubicBezTo>
                  <a:cubicBezTo>
                    <a:pt x="5433" y="158"/>
                    <a:pt x="5334" y="1"/>
                    <a:pt x="5187" y="1"/>
                  </a:cubicBezTo>
                  <a:close/>
                  <a:moveTo>
                    <a:pt x="75" y="3205"/>
                  </a:moveTo>
                  <a:lnTo>
                    <a:pt x="75" y="3205"/>
                  </a:lnTo>
                  <a:cubicBezTo>
                    <a:pt x="72" y="3207"/>
                    <a:pt x="69" y="3208"/>
                    <a:pt x="66" y="3210"/>
                  </a:cubicBezTo>
                  <a:lnTo>
                    <a:pt x="80" y="3210"/>
                  </a:lnTo>
                  <a:cubicBezTo>
                    <a:pt x="78" y="3209"/>
                    <a:pt x="77" y="3207"/>
                    <a:pt x="75" y="3205"/>
                  </a:cubicBezTo>
                  <a:close/>
                  <a:moveTo>
                    <a:pt x="80" y="3210"/>
                  </a:moveTo>
                  <a:cubicBezTo>
                    <a:pt x="93" y="3222"/>
                    <a:pt x="107" y="3230"/>
                    <a:pt x="122" y="3230"/>
                  </a:cubicBezTo>
                  <a:cubicBezTo>
                    <a:pt x="135" y="3230"/>
                    <a:pt x="149" y="3224"/>
                    <a:pt x="163" y="32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317"/>
            <p:cNvSpPr/>
            <p:nvPr/>
          </p:nvSpPr>
          <p:spPr>
            <a:xfrm>
              <a:off x="4134850" y="1854125"/>
              <a:ext cx="96025" cy="70625"/>
            </a:xfrm>
            <a:custGeom>
              <a:rect b="b" l="l" r="r" t="t"/>
              <a:pathLst>
                <a:path extrusionOk="0" h="2825" w="3841">
                  <a:moveTo>
                    <a:pt x="3455" y="0"/>
                  </a:moveTo>
                  <a:cubicBezTo>
                    <a:pt x="2780" y="290"/>
                    <a:pt x="2297" y="579"/>
                    <a:pt x="1815" y="1061"/>
                  </a:cubicBezTo>
                  <a:cubicBezTo>
                    <a:pt x="1236" y="1544"/>
                    <a:pt x="561" y="2123"/>
                    <a:pt x="78" y="2605"/>
                  </a:cubicBezTo>
                  <a:cubicBezTo>
                    <a:pt x="0" y="2683"/>
                    <a:pt x="48" y="2824"/>
                    <a:pt x="172" y="2824"/>
                  </a:cubicBezTo>
                  <a:cubicBezTo>
                    <a:pt x="201" y="2824"/>
                    <a:pt x="234" y="2816"/>
                    <a:pt x="271" y="2798"/>
                  </a:cubicBezTo>
                  <a:cubicBezTo>
                    <a:pt x="850" y="2412"/>
                    <a:pt x="1622" y="2026"/>
                    <a:pt x="2201" y="1640"/>
                  </a:cubicBezTo>
                  <a:cubicBezTo>
                    <a:pt x="2780" y="1351"/>
                    <a:pt x="3359" y="868"/>
                    <a:pt x="3744" y="386"/>
                  </a:cubicBezTo>
                  <a:cubicBezTo>
                    <a:pt x="3841" y="193"/>
                    <a:pt x="3648" y="0"/>
                    <a:pt x="34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32" name="Google Shape;3232;p317"/>
          <p:cNvSpPr txBox="1"/>
          <p:nvPr>
            <p:ph type="title"/>
          </p:nvPr>
        </p:nvSpPr>
        <p:spPr>
          <a:xfrm>
            <a:off x="79888" y="3377375"/>
            <a:ext cx="2454300" cy="9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URBAN PROFESSIONAL</a:t>
            </a:r>
            <a:endParaRPr sz="3000"/>
          </a:p>
        </p:txBody>
      </p:sp>
      <p:sp>
        <p:nvSpPr>
          <p:cNvPr id="3233" name="Google Shape;3233;p317"/>
          <p:cNvSpPr txBox="1"/>
          <p:nvPr>
            <p:ph idx="1" type="body"/>
          </p:nvPr>
        </p:nvSpPr>
        <p:spPr>
          <a:xfrm>
            <a:off x="2704600" y="1080300"/>
            <a:ext cx="28833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Ages 25-45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Mid to high income ($75,000+)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Value Comfort and Reliability 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Live in urban/first-ring suburban areas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Highly value time efficiency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Tech-savvy professionals</a:t>
            </a:r>
            <a:endParaRPr sz="1200"/>
          </a:p>
        </p:txBody>
      </p:sp>
      <p:sp>
        <p:nvSpPr>
          <p:cNvPr id="3234" name="Google Shape;3234;p317"/>
          <p:cNvSpPr txBox="1"/>
          <p:nvPr>
            <p:ph idx="1" type="body"/>
          </p:nvPr>
        </p:nvSpPr>
        <p:spPr>
          <a:xfrm>
            <a:off x="2704600" y="3362700"/>
            <a:ext cx="4037700" cy="10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Regular weekday usage (morning/evening)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Consistent routes and times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Medium-length trips (3-8 miles)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Often expense rides to employers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35" name="Google Shape;3235;p317"/>
          <p:cNvSpPr txBox="1"/>
          <p:nvPr>
            <p:ph idx="1" type="body"/>
          </p:nvPr>
        </p:nvSpPr>
        <p:spPr>
          <a:xfrm>
            <a:off x="2704600" y="683100"/>
            <a:ext cx="10503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Profile</a:t>
            </a:r>
            <a:endParaRPr b="1"/>
          </a:p>
        </p:txBody>
      </p:sp>
      <p:sp>
        <p:nvSpPr>
          <p:cNvPr id="3236" name="Google Shape;3236;p317"/>
          <p:cNvSpPr txBox="1"/>
          <p:nvPr>
            <p:ph idx="1" type="body"/>
          </p:nvPr>
        </p:nvSpPr>
        <p:spPr>
          <a:xfrm>
            <a:off x="2704600" y="2965500"/>
            <a:ext cx="10503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Behaviors</a:t>
            </a:r>
            <a:endParaRPr b="1"/>
          </a:p>
        </p:txBody>
      </p:sp>
      <p:sp>
        <p:nvSpPr>
          <p:cNvPr id="3237" name="Google Shape;3237;p317"/>
          <p:cNvSpPr txBox="1"/>
          <p:nvPr>
            <p:ph idx="1" type="body"/>
          </p:nvPr>
        </p:nvSpPr>
        <p:spPr>
          <a:xfrm>
            <a:off x="5961325" y="683100"/>
            <a:ext cx="15927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Pain Points</a:t>
            </a:r>
            <a:endParaRPr b="1"/>
          </a:p>
        </p:txBody>
      </p:sp>
      <p:sp>
        <p:nvSpPr>
          <p:cNvPr id="3238" name="Google Shape;3238;p317"/>
          <p:cNvSpPr txBox="1"/>
          <p:nvPr>
            <p:ph idx="1" type="body"/>
          </p:nvPr>
        </p:nvSpPr>
        <p:spPr>
          <a:xfrm>
            <a:off x="5681975" y="1059450"/>
            <a:ext cx="3753900" cy="12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" sz="1200">
                <a:solidFill>
                  <a:schemeClr val="lt1"/>
                </a:solidFill>
              </a:rPr>
              <a:t>Need for reliable arrival times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Ride tracking and driver reliability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Unpredictability of public transit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Parking costs and hassles downtown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2" name="Shape 3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3" name="Google Shape;3243;p318"/>
          <p:cNvGrpSpPr/>
          <p:nvPr/>
        </p:nvGrpSpPr>
        <p:grpSpPr>
          <a:xfrm>
            <a:off x="632818" y="1434088"/>
            <a:ext cx="1203827" cy="1641633"/>
            <a:chOff x="1911625" y="237786"/>
            <a:chExt cx="3769025" cy="5139739"/>
          </a:xfrm>
        </p:grpSpPr>
        <p:sp>
          <p:nvSpPr>
            <p:cNvPr id="3244" name="Google Shape;3244;p318"/>
            <p:cNvSpPr/>
            <p:nvPr/>
          </p:nvSpPr>
          <p:spPr>
            <a:xfrm>
              <a:off x="4922675" y="3785225"/>
              <a:ext cx="757975" cy="1583050"/>
            </a:xfrm>
            <a:custGeom>
              <a:rect b="b" l="l" r="r" t="t"/>
              <a:pathLst>
                <a:path extrusionOk="0" h="63322" w="30319">
                  <a:moveTo>
                    <a:pt x="12204" y="1"/>
                  </a:moveTo>
                  <a:cubicBezTo>
                    <a:pt x="12142" y="1"/>
                    <a:pt x="12079" y="2"/>
                    <a:pt x="12017" y="4"/>
                  </a:cubicBezTo>
                  <a:cubicBezTo>
                    <a:pt x="11953" y="2"/>
                    <a:pt x="11890" y="1"/>
                    <a:pt x="11827" y="1"/>
                  </a:cubicBezTo>
                  <a:cubicBezTo>
                    <a:pt x="8767" y="1"/>
                    <a:pt x="6182" y="2191"/>
                    <a:pt x="5639" y="5180"/>
                  </a:cubicBezTo>
                  <a:cubicBezTo>
                    <a:pt x="2866" y="19970"/>
                    <a:pt x="0" y="48440"/>
                    <a:pt x="647" y="63322"/>
                  </a:cubicBezTo>
                  <a:lnTo>
                    <a:pt x="30319" y="63322"/>
                  </a:lnTo>
                  <a:cubicBezTo>
                    <a:pt x="25697" y="42246"/>
                    <a:pt x="20890" y="15440"/>
                    <a:pt x="18210" y="4810"/>
                  </a:cubicBezTo>
                  <a:cubicBezTo>
                    <a:pt x="17486" y="2007"/>
                    <a:pt x="14994" y="1"/>
                    <a:pt x="12204" y="1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318"/>
            <p:cNvSpPr/>
            <p:nvPr/>
          </p:nvSpPr>
          <p:spPr>
            <a:xfrm>
              <a:off x="5024350" y="3475875"/>
              <a:ext cx="508400" cy="924150"/>
            </a:xfrm>
            <a:custGeom>
              <a:rect b="b" l="l" r="r" t="t"/>
              <a:pathLst>
                <a:path extrusionOk="0" h="36966" w="20336">
                  <a:moveTo>
                    <a:pt x="8088" y="1"/>
                  </a:moveTo>
                  <a:cubicBezTo>
                    <a:pt x="7843" y="1"/>
                    <a:pt x="7610" y="113"/>
                    <a:pt x="7395" y="361"/>
                  </a:cubicBezTo>
                  <a:cubicBezTo>
                    <a:pt x="6193" y="1655"/>
                    <a:pt x="2404" y="18478"/>
                    <a:pt x="0" y="36965"/>
                  </a:cubicBezTo>
                  <a:lnTo>
                    <a:pt x="20336" y="36965"/>
                  </a:lnTo>
                  <a:cubicBezTo>
                    <a:pt x="17563" y="25319"/>
                    <a:pt x="15344" y="16260"/>
                    <a:pt x="14143" y="12008"/>
                  </a:cubicBezTo>
                  <a:cubicBezTo>
                    <a:pt x="13496" y="9512"/>
                    <a:pt x="12664" y="7109"/>
                    <a:pt x="11647" y="4706"/>
                  </a:cubicBezTo>
                  <a:cubicBezTo>
                    <a:pt x="10585" y="2353"/>
                    <a:pt x="9211" y="1"/>
                    <a:pt x="8088" y="1"/>
                  </a:cubicBezTo>
                  <a:close/>
                </a:path>
              </a:pathLst>
            </a:custGeom>
            <a:solidFill>
              <a:srgbClr val="4C97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318"/>
            <p:cNvSpPr/>
            <p:nvPr/>
          </p:nvSpPr>
          <p:spPr>
            <a:xfrm>
              <a:off x="1911625" y="3785225"/>
              <a:ext cx="757975" cy="1583050"/>
            </a:xfrm>
            <a:custGeom>
              <a:rect b="b" l="l" r="r" t="t"/>
              <a:pathLst>
                <a:path extrusionOk="0" h="63322" w="30319">
                  <a:moveTo>
                    <a:pt x="18109" y="1"/>
                  </a:moveTo>
                  <a:cubicBezTo>
                    <a:pt x="15232" y="1"/>
                    <a:pt x="12742" y="2007"/>
                    <a:pt x="12109" y="4810"/>
                  </a:cubicBezTo>
                  <a:cubicBezTo>
                    <a:pt x="9428" y="15440"/>
                    <a:pt x="4622" y="42246"/>
                    <a:pt x="0" y="63322"/>
                  </a:cubicBezTo>
                  <a:lnTo>
                    <a:pt x="29672" y="63322"/>
                  </a:lnTo>
                  <a:cubicBezTo>
                    <a:pt x="30319" y="48440"/>
                    <a:pt x="27453" y="19970"/>
                    <a:pt x="24680" y="5180"/>
                  </a:cubicBezTo>
                  <a:cubicBezTo>
                    <a:pt x="24046" y="2191"/>
                    <a:pt x="21548" y="1"/>
                    <a:pt x="18491" y="1"/>
                  </a:cubicBezTo>
                  <a:cubicBezTo>
                    <a:pt x="18428" y="1"/>
                    <a:pt x="18365" y="2"/>
                    <a:pt x="18302" y="4"/>
                  </a:cubicBezTo>
                  <a:cubicBezTo>
                    <a:pt x="18237" y="2"/>
                    <a:pt x="18173" y="1"/>
                    <a:pt x="18109" y="1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318"/>
            <p:cNvSpPr/>
            <p:nvPr/>
          </p:nvSpPr>
          <p:spPr>
            <a:xfrm>
              <a:off x="2059500" y="3475875"/>
              <a:ext cx="508425" cy="924150"/>
            </a:xfrm>
            <a:custGeom>
              <a:rect b="b" l="l" r="r" t="t"/>
              <a:pathLst>
                <a:path extrusionOk="0" h="36966" w="20337">
                  <a:moveTo>
                    <a:pt x="12156" y="1"/>
                  </a:moveTo>
                  <a:cubicBezTo>
                    <a:pt x="11034" y="1"/>
                    <a:pt x="9660" y="2353"/>
                    <a:pt x="8597" y="4706"/>
                  </a:cubicBezTo>
                  <a:cubicBezTo>
                    <a:pt x="7581" y="7109"/>
                    <a:pt x="6749" y="9512"/>
                    <a:pt x="6102" y="12008"/>
                  </a:cubicBezTo>
                  <a:cubicBezTo>
                    <a:pt x="4992" y="16260"/>
                    <a:pt x="2774" y="25319"/>
                    <a:pt x="1" y="36965"/>
                  </a:cubicBezTo>
                  <a:lnTo>
                    <a:pt x="20337" y="36965"/>
                  </a:lnTo>
                  <a:cubicBezTo>
                    <a:pt x="17933" y="18478"/>
                    <a:pt x="14051" y="1655"/>
                    <a:pt x="12849" y="361"/>
                  </a:cubicBezTo>
                  <a:cubicBezTo>
                    <a:pt x="12634" y="113"/>
                    <a:pt x="12401" y="1"/>
                    <a:pt x="12156" y="1"/>
                  </a:cubicBezTo>
                  <a:close/>
                </a:path>
              </a:pathLst>
            </a:custGeom>
            <a:solidFill>
              <a:srgbClr val="4C97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318"/>
            <p:cNvSpPr/>
            <p:nvPr/>
          </p:nvSpPr>
          <p:spPr>
            <a:xfrm>
              <a:off x="2406150" y="2142275"/>
              <a:ext cx="2796150" cy="3135875"/>
            </a:xfrm>
            <a:custGeom>
              <a:rect b="b" l="l" r="r" t="t"/>
              <a:pathLst>
                <a:path extrusionOk="0" h="125435" w="111846">
                  <a:moveTo>
                    <a:pt x="42612" y="0"/>
                  </a:moveTo>
                  <a:lnTo>
                    <a:pt x="40764" y="27454"/>
                  </a:lnTo>
                  <a:cubicBezTo>
                    <a:pt x="40486" y="31798"/>
                    <a:pt x="37898" y="35588"/>
                    <a:pt x="34016" y="37344"/>
                  </a:cubicBezTo>
                  <a:lnTo>
                    <a:pt x="0" y="53243"/>
                  </a:lnTo>
                  <a:lnTo>
                    <a:pt x="9983" y="125435"/>
                  </a:lnTo>
                  <a:lnTo>
                    <a:pt x="104081" y="125435"/>
                  </a:lnTo>
                  <a:lnTo>
                    <a:pt x="111846" y="54907"/>
                  </a:lnTo>
                  <a:lnTo>
                    <a:pt x="78015" y="37437"/>
                  </a:lnTo>
                  <a:cubicBezTo>
                    <a:pt x="74410" y="35588"/>
                    <a:pt x="72007" y="31983"/>
                    <a:pt x="71637" y="27916"/>
                  </a:cubicBezTo>
                  <a:cubicBezTo>
                    <a:pt x="70805" y="17933"/>
                    <a:pt x="69326" y="0"/>
                    <a:pt x="69326" y="0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318"/>
            <p:cNvSpPr/>
            <p:nvPr/>
          </p:nvSpPr>
          <p:spPr>
            <a:xfrm>
              <a:off x="2362225" y="3031950"/>
              <a:ext cx="2879375" cy="2345575"/>
            </a:xfrm>
            <a:custGeom>
              <a:rect b="b" l="l" r="r" t="t"/>
              <a:pathLst>
                <a:path extrusionOk="0" h="93823" w="115175">
                  <a:moveTo>
                    <a:pt x="33739" y="1"/>
                  </a:moveTo>
                  <a:lnTo>
                    <a:pt x="1" y="17656"/>
                  </a:lnTo>
                  <a:lnTo>
                    <a:pt x="7211" y="93822"/>
                  </a:lnTo>
                  <a:lnTo>
                    <a:pt x="108242" y="93822"/>
                  </a:lnTo>
                  <a:lnTo>
                    <a:pt x="115174" y="17933"/>
                  </a:lnTo>
                  <a:lnTo>
                    <a:pt x="81713" y="648"/>
                  </a:lnTo>
                  <a:cubicBezTo>
                    <a:pt x="81713" y="648"/>
                    <a:pt x="76259" y="24589"/>
                    <a:pt x="57865" y="24589"/>
                  </a:cubicBezTo>
                  <a:cubicBezTo>
                    <a:pt x="39193" y="24589"/>
                    <a:pt x="33739" y="1"/>
                    <a:pt x="33739" y="1"/>
                  </a:cubicBezTo>
                  <a:close/>
                </a:path>
              </a:pathLst>
            </a:custGeom>
            <a:solidFill>
              <a:srgbClr val="4C97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318"/>
            <p:cNvSpPr/>
            <p:nvPr/>
          </p:nvSpPr>
          <p:spPr>
            <a:xfrm>
              <a:off x="4355225" y="1454225"/>
              <a:ext cx="334075" cy="598525"/>
            </a:xfrm>
            <a:custGeom>
              <a:rect b="b" l="l" r="r" t="t"/>
              <a:pathLst>
                <a:path extrusionOk="0" h="23941" w="13363">
                  <a:moveTo>
                    <a:pt x="8466" y="1"/>
                  </a:moveTo>
                  <a:cubicBezTo>
                    <a:pt x="5354" y="1"/>
                    <a:pt x="3021" y="3860"/>
                    <a:pt x="2455" y="6447"/>
                  </a:cubicBezTo>
                  <a:cubicBezTo>
                    <a:pt x="1941" y="8930"/>
                    <a:pt x="1" y="23940"/>
                    <a:pt x="4417" y="23940"/>
                  </a:cubicBezTo>
                  <a:cubicBezTo>
                    <a:pt x="4769" y="23940"/>
                    <a:pt x="5161" y="23845"/>
                    <a:pt x="5598" y="23640"/>
                  </a:cubicBezTo>
                  <a:cubicBezTo>
                    <a:pt x="6430" y="23178"/>
                    <a:pt x="7169" y="22623"/>
                    <a:pt x="7724" y="21884"/>
                  </a:cubicBezTo>
                  <a:cubicBezTo>
                    <a:pt x="11514" y="17355"/>
                    <a:pt x="13362" y="11531"/>
                    <a:pt x="12900" y="5708"/>
                  </a:cubicBezTo>
                  <a:cubicBezTo>
                    <a:pt x="12623" y="3397"/>
                    <a:pt x="11606" y="1086"/>
                    <a:pt x="9850" y="254"/>
                  </a:cubicBezTo>
                  <a:cubicBezTo>
                    <a:pt x="9374" y="80"/>
                    <a:pt x="8912" y="1"/>
                    <a:pt x="8466" y="1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318"/>
            <p:cNvSpPr/>
            <p:nvPr/>
          </p:nvSpPr>
          <p:spPr>
            <a:xfrm>
              <a:off x="4467425" y="1580725"/>
              <a:ext cx="131750" cy="321250"/>
            </a:xfrm>
            <a:custGeom>
              <a:rect b="b" l="l" r="r" t="t"/>
              <a:pathLst>
                <a:path extrusionOk="0" h="12850" w="5270">
                  <a:moveTo>
                    <a:pt x="3883" y="1"/>
                  </a:moveTo>
                  <a:cubicBezTo>
                    <a:pt x="3143" y="1"/>
                    <a:pt x="2681" y="925"/>
                    <a:pt x="2496" y="1665"/>
                  </a:cubicBezTo>
                  <a:cubicBezTo>
                    <a:pt x="1942" y="3606"/>
                    <a:pt x="1664" y="5639"/>
                    <a:pt x="1664" y="7765"/>
                  </a:cubicBezTo>
                  <a:cubicBezTo>
                    <a:pt x="1715" y="7613"/>
                    <a:pt x="1850" y="7544"/>
                    <a:pt x="1992" y="7544"/>
                  </a:cubicBezTo>
                  <a:cubicBezTo>
                    <a:pt x="2108" y="7544"/>
                    <a:pt x="2228" y="7590"/>
                    <a:pt x="2311" y="7673"/>
                  </a:cubicBezTo>
                  <a:cubicBezTo>
                    <a:pt x="2354" y="7694"/>
                    <a:pt x="2397" y="7725"/>
                    <a:pt x="2437" y="7763"/>
                  </a:cubicBezTo>
                  <a:lnTo>
                    <a:pt x="2437" y="7763"/>
                  </a:lnTo>
                  <a:lnTo>
                    <a:pt x="5269" y="1849"/>
                  </a:lnTo>
                  <a:cubicBezTo>
                    <a:pt x="5269" y="1480"/>
                    <a:pt x="5084" y="1017"/>
                    <a:pt x="4900" y="648"/>
                  </a:cubicBezTo>
                  <a:cubicBezTo>
                    <a:pt x="4715" y="278"/>
                    <a:pt x="4345" y="93"/>
                    <a:pt x="3883" y="1"/>
                  </a:cubicBezTo>
                  <a:close/>
                  <a:moveTo>
                    <a:pt x="2437" y="7763"/>
                  </a:moveTo>
                  <a:lnTo>
                    <a:pt x="1" y="12849"/>
                  </a:lnTo>
                  <a:cubicBezTo>
                    <a:pt x="2034" y="12295"/>
                    <a:pt x="3236" y="10261"/>
                    <a:pt x="2681" y="8227"/>
                  </a:cubicBezTo>
                  <a:cubicBezTo>
                    <a:pt x="2681" y="8085"/>
                    <a:pt x="2572" y="7888"/>
                    <a:pt x="2437" y="7763"/>
                  </a:cubicBez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318"/>
            <p:cNvSpPr/>
            <p:nvPr/>
          </p:nvSpPr>
          <p:spPr>
            <a:xfrm>
              <a:off x="4467425" y="1580725"/>
              <a:ext cx="131750" cy="321250"/>
            </a:xfrm>
            <a:custGeom>
              <a:rect b="b" l="l" r="r" t="t"/>
              <a:pathLst>
                <a:path extrusionOk="0" fill="none" h="12850" w="5270">
                  <a:moveTo>
                    <a:pt x="5269" y="1849"/>
                  </a:moveTo>
                  <a:cubicBezTo>
                    <a:pt x="5269" y="1480"/>
                    <a:pt x="5084" y="1017"/>
                    <a:pt x="4900" y="648"/>
                  </a:cubicBezTo>
                  <a:cubicBezTo>
                    <a:pt x="4715" y="278"/>
                    <a:pt x="4345" y="93"/>
                    <a:pt x="3883" y="1"/>
                  </a:cubicBezTo>
                  <a:cubicBezTo>
                    <a:pt x="3143" y="1"/>
                    <a:pt x="2681" y="925"/>
                    <a:pt x="2496" y="1665"/>
                  </a:cubicBezTo>
                  <a:cubicBezTo>
                    <a:pt x="1942" y="3606"/>
                    <a:pt x="1664" y="5639"/>
                    <a:pt x="1664" y="7765"/>
                  </a:cubicBezTo>
                  <a:cubicBezTo>
                    <a:pt x="1757" y="7488"/>
                    <a:pt x="2127" y="7488"/>
                    <a:pt x="2311" y="7673"/>
                  </a:cubicBezTo>
                  <a:cubicBezTo>
                    <a:pt x="2496" y="7765"/>
                    <a:pt x="2681" y="8043"/>
                    <a:pt x="2681" y="8227"/>
                  </a:cubicBezTo>
                  <a:cubicBezTo>
                    <a:pt x="3236" y="10261"/>
                    <a:pt x="2034" y="12295"/>
                    <a:pt x="1" y="12849"/>
                  </a:cubicBezTo>
                </a:path>
              </a:pathLst>
            </a:custGeom>
            <a:noFill/>
            <a:ln cap="rnd" cmpd="sng" w="25425">
              <a:solidFill>
                <a:srgbClr val="7F3D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318"/>
            <p:cNvSpPr/>
            <p:nvPr/>
          </p:nvSpPr>
          <p:spPr>
            <a:xfrm>
              <a:off x="2942250" y="1454225"/>
              <a:ext cx="334075" cy="598525"/>
            </a:xfrm>
            <a:custGeom>
              <a:rect b="b" l="l" r="r" t="t"/>
              <a:pathLst>
                <a:path extrusionOk="0" h="23941" w="13363">
                  <a:moveTo>
                    <a:pt x="4897" y="1"/>
                  </a:moveTo>
                  <a:cubicBezTo>
                    <a:pt x="4451" y="1"/>
                    <a:pt x="3989" y="80"/>
                    <a:pt x="3513" y="254"/>
                  </a:cubicBezTo>
                  <a:cubicBezTo>
                    <a:pt x="1757" y="1086"/>
                    <a:pt x="740" y="3397"/>
                    <a:pt x="463" y="5708"/>
                  </a:cubicBezTo>
                  <a:cubicBezTo>
                    <a:pt x="1" y="11531"/>
                    <a:pt x="1850" y="17355"/>
                    <a:pt x="5639" y="21884"/>
                  </a:cubicBezTo>
                  <a:cubicBezTo>
                    <a:pt x="6194" y="22623"/>
                    <a:pt x="6933" y="23178"/>
                    <a:pt x="7765" y="23640"/>
                  </a:cubicBezTo>
                  <a:cubicBezTo>
                    <a:pt x="8202" y="23845"/>
                    <a:pt x="8595" y="23940"/>
                    <a:pt x="8947" y="23940"/>
                  </a:cubicBezTo>
                  <a:cubicBezTo>
                    <a:pt x="13363" y="23940"/>
                    <a:pt x="11422" y="8930"/>
                    <a:pt x="10908" y="6447"/>
                  </a:cubicBezTo>
                  <a:cubicBezTo>
                    <a:pt x="10342" y="3860"/>
                    <a:pt x="8009" y="1"/>
                    <a:pt x="4897" y="1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D6C6"/>
                </a:solidFill>
              </a:endParaRPr>
            </a:p>
          </p:txBody>
        </p:sp>
        <p:sp>
          <p:nvSpPr>
            <p:cNvPr id="3254" name="Google Shape;3254;p318"/>
            <p:cNvSpPr/>
            <p:nvPr/>
          </p:nvSpPr>
          <p:spPr>
            <a:xfrm>
              <a:off x="3030075" y="1580725"/>
              <a:ext cx="134050" cy="321250"/>
            </a:xfrm>
            <a:custGeom>
              <a:rect b="b" l="l" r="r" t="t"/>
              <a:pathLst>
                <a:path extrusionOk="0" h="12850" w="5362">
                  <a:moveTo>
                    <a:pt x="1479" y="1"/>
                  </a:moveTo>
                  <a:cubicBezTo>
                    <a:pt x="1017" y="93"/>
                    <a:pt x="647" y="278"/>
                    <a:pt x="463" y="648"/>
                  </a:cubicBezTo>
                  <a:cubicBezTo>
                    <a:pt x="278" y="1017"/>
                    <a:pt x="93" y="1387"/>
                    <a:pt x="0" y="1849"/>
                  </a:cubicBezTo>
                  <a:lnTo>
                    <a:pt x="2896" y="7791"/>
                  </a:lnTo>
                  <a:lnTo>
                    <a:pt x="2896" y="7791"/>
                  </a:lnTo>
                  <a:cubicBezTo>
                    <a:pt x="2945" y="7741"/>
                    <a:pt x="2998" y="7699"/>
                    <a:pt x="3051" y="7673"/>
                  </a:cubicBezTo>
                  <a:cubicBezTo>
                    <a:pt x="3134" y="7590"/>
                    <a:pt x="3236" y="7544"/>
                    <a:pt x="3339" y="7544"/>
                  </a:cubicBezTo>
                  <a:cubicBezTo>
                    <a:pt x="3466" y="7544"/>
                    <a:pt x="3596" y="7613"/>
                    <a:pt x="3698" y="7765"/>
                  </a:cubicBezTo>
                  <a:cubicBezTo>
                    <a:pt x="3698" y="5639"/>
                    <a:pt x="3420" y="3606"/>
                    <a:pt x="2866" y="1665"/>
                  </a:cubicBezTo>
                  <a:cubicBezTo>
                    <a:pt x="2681" y="925"/>
                    <a:pt x="2219" y="1"/>
                    <a:pt x="1479" y="1"/>
                  </a:cubicBezTo>
                  <a:close/>
                  <a:moveTo>
                    <a:pt x="2896" y="7791"/>
                  </a:moveTo>
                  <a:cubicBezTo>
                    <a:pt x="2775" y="7916"/>
                    <a:pt x="2681" y="8095"/>
                    <a:pt x="2681" y="8227"/>
                  </a:cubicBezTo>
                  <a:cubicBezTo>
                    <a:pt x="2126" y="10261"/>
                    <a:pt x="3328" y="12295"/>
                    <a:pt x="5362" y="12849"/>
                  </a:cubicBezTo>
                  <a:lnTo>
                    <a:pt x="2896" y="7791"/>
                  </a:lnTo>
                  <a:close/>
                </a:path>
              </a:pathLst>
            </a:custGeom>
            <a:solidFill>
              <a:srgbClr val="A85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318"/>
            <p:cNvSpPr/>
            <p:nvPr/>
          </p:nvSpPr>
          <p:spPr>
            <a:xfrm>
              <a:off x="3030075" y="1580725"/>
              <a:ext cx="134050" cy="321250"/>
            </a:xfrm>
            <a:custGeom>
              <a:rect b="b" l="l" r="r" t="t"/>
              <a:pathLst>
                <a:path extrusionOk="0" fill="none" h="12850" w="5362">
                  <a:moveTo>
                    <a:pt x="0" y="1849"/>
                  </a:moveTo>
                  <a:cubicBezTo>
                    <a:pt x="93" y="1387"/>
                    <a:pt x="278" y="1017"/>
                    <a:pt x="463" y="648"/>
                  </a:cubicBezTo>
                  <a:cubicBezTo>
                    <a:pt x="647" y="278"/>
                    <a:pt x="1017" y="93"/>
                    <a:pt x="1479" y="1"/>
                  </a:cubicBezTo>
                  <a:cubicBezTo>
                    <a:pt x="2219" y="1"/>
                    <a:pt x="2681" y="925"/>
                    <a:pt x="2866" y="1665"/>
                  </a:cubicBezTo>
                  <a:cubicBezTo>
                    <a:pt x="3420" y="3606"/>
                    <a:pt x="3698" y="5639"/>
                    <a:pt x="3698" y="7765"/>
                  </a:cubicBezTo>
                  <a:cubicBezTo>
                    <a:pt x="3513" y="7488"/>
                    <a:pt x="3236" y="7488"/>
                    <a:pt x="3051" y="7673"/>
                  </a:cubicBezTo>
                  <a:cubicBezTo>
                    <a:pt x="2866" y="7765"/>
                    <a:pt x="2681" y="8043"/>
                    <a:pt x="2681" y="8227"/>
                  </a:cubicBezTo>
                  <a:cubicBezTo>
                    <a:pt x="2126" y="10261"/>
                    <a:pt x="3328" y="12295"/>
                    <a:pt x="5362" y="12849"/>
                  </a:cubicBezTo>
                </a:path>
              </a:pathLst>
            </a:custGeom>
            <a:noFill/>
            <a:ln cap="rnd" cmpd="sng" w="25425">
              <a:solidFill>
                <a:srgbClr val="7F3D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318"/>
            <p:cNvSpPr/>
            <p:nvPr/>
          </p:nvSpPr>
          <p:spPr>
            <a:xfrm>
              <a:off x="3127125" y="581275"/>
              <a:ext cx="1395775" cy="2061125"/>
            </a:xfrm>
            <a:custGeom>
              <a:rect b="b" l="l" r="r" t="t"/>
              <a:pathLst>
                <a:path extrusionOk="0" h="82445" w="55831">
                  <a:moveTo>
                    <a:pt x="29449" y="1"/>
                  </a:moveTo>
                  <a:cubicBezTo>
                    <a:pt x="24194" y="1"/>
                    <a:pt x="18958" y="1318"/>
                    <a:pt x="14236" y="3837"/>
                  </a:cubicBezTo>
                  <a:cubicBezTo>
                    <a:pt x="8042" y="7257"/>
                    <a:pt x="4068" y="13542"/>
                    <a:pt x="2312" y="20382"/>
                  </a:cubicBezTo>
                  <a:cubicBezTo>
                    <a:pt x="1202" y="24819"/>
                    <a:pt x="463" y="29349"/>
                    <a:pt x="186" y="33878"/>
                  </a:cubicBezTo>
                  <a:cubicBezTo>
                    <a:pt x="1" y="37853"/>
                    <a:pt x="93" y="41735"/>
                    <a:pt x="555" y="45617"/>
                  </a:cubicBezTo>
                  <a:cubicBezTo>
                    <a:pt x="1572" y="55138"/>
                    <a:pt x="4900" y="64659"/>
                    <a:pt x="10446" y="72146"/>
                  </a:cubicBezTo>
                  <a:cubicBezTo>
                    <a:pt x="14236" y="77138"/>
                    <a:pt x="19504" y="81482"/>
                    <a:pt x="25790" y="82314"/>
                  </a:cubicBezTo>
                  <a:cubicBezTo>
                    <a:pt x="26443" y="82379"/>
                    <a:pt x="27097" y="82445"/>
                    <a:pt x="27751" y="82445"/>
                  </a:cubicBezTo>
                  <a:cubicBezTo>
                    <a:pt x="28021" y="82445"/>
                    <a:pt x="28292" y="82433"/>
                    <a:pt x="28563" y="82406"/>
                  </a:cubicBezTo>
                  <a:cubicBezTo>
                    <a:pt x="34294" y="82314"/>
                    <a:pt x="39378" y="78986"/>
                    <a:pt x="43168" y="74734"/>
                  </a:cubicBezTo>
                  <a:cubicBezTo>
                    <a:pt x="48067" y="69281"/>
                    <a:pt x="51024" y="62348"/>
                    <a:pt x="52873" y="55323"/>
                  </a:cubicBezTo>
                  <a:cubicBezTo>
                    <a:pt x="54999" y="46634"/>
                    <a:pt x="55831" y="37668"/>
                    <a:pt x="54999" y="28702"/>
                  </a:cubicBezTo>
                  <a:cubicBezTo>
                    <a:pt x="54537" y="22693"/>
                    <a:pt x="54260" y="15021"/>
                    <a:pt x="50747" y="9937"/>
                  </a:cubicBezTo>
                  <a:cubicBezTo>
                    <a:pt x="47419" y="5223"/>
                    <a:pt x="42428" y="1988"/>
                    <a:pt x="36790" y="879"/>
                  </a:cubicBezTo>
                  <a:cubicBezTo>
                    <a:pt x="34373" y="289"/>
                    <a:pt x="31909" y="1"/>
                    <a:pt x="29449" y="1"/>
                  </a:cubicBezTo>
                  <a:close/>
                </a:path>
              </a:pathLst>
            </a:custGeom>
            <a:solidFill>
              <a:srgbClr val="FFD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318"/>
            <p:cNvSpPr/>
            <p:nvPr/>
          </p:nvSpPr>
          <p:spPr>
            <a:xfrm>
              <a:off x="3016167" y="237786"/>
              <a:ext cx="1603775" cy="1517826"/>
            </a:xfrm>
            <a:custGeom>
              <a:rect b="b" l="l" r="r" t="t"/>
              <a:pathLst>
                <a:path extrusionOk="0" h="60005" w="64151">
                  <a:moveTo>
                    <a:pt x="31004" y="1"/>
                  </a:moveTo>
                  <a:cubicBezTo>
                    <a:pt x="25125" y="1"/>
                    <a:pt x="19446" y="1749"/>
                    <a:pt x="14605" y="5005"/>
                  </a:cubicBezTo>
                  <a:cubicBezTo>
                    <a:pt x="8320" y="9257"/>
                    <a:pt x="3698" y="15543"/>
                    <a:pt x="1572" y="22845"/>
                  </a:cubicBezTo>
                  <a:cubicBezTo>
                    <a:pt x="463" y="27005"/>
                    <a:pt x="1" y="37727"/>
                    <a:pt x="1" y="41979"/>
                  </a:cubicBezTo>
                  <a:cubicBezTo>
                    <a:pt x="1" y="44198"/>
                    <a:pt x="93" y="46416"/>
                    <a:pt x="186" y="48542"/>
                  </a:cubicBezTo>
                  <a:cubicBezTo>
                    <a:pt x="186" y="48542"/>
                    <a:pt x="278" y="48542"/>
                    <a:pt x="463" y="48635"/>
                  </a:cubicBezTo>
                  <a:cubicBezTo>
                    <a:pt x="833" y="48404"/>
                    <a:pt x="1249" y="48288"/>
                    <a:pt x="1665" y="48288"/>
                  </a:cubicBezTo>
                  <a:cubicBezTo>
                    <a:pt x="2081" y="48288"/>
                    <a:pt x="2497" y="48404"/>
                    <a:pt x="2866" y="48635"/>
                  </a:cubicBezTo>
                  <a:cubicBezTo>
                    <a:pt x="3975" y="49005"/>
                    <a:pt x="4345" y="50668"/>
                    <a:pt x="4438" y="52147"/>
                  </a:cubicBezTo>
                  <a:cubicBezTo>
                    <a:pt x="4530" y="53072"/>
                    <a:pt x="4623" y="54088"/>
                    <a:pt x="4623" y="55105"/>
                  </a:cubicBezTo>
                  <a:cubicBezTo>
                    <a:pt x="4715" y="56399"/>
                    <a:pt x="4807" y="57693"/>
                    <a:pt x="4992" y="58987"/>
                  </a:cubicBezTo>
                  <a:cubicBezTo>
                    <a:pt x="5732" y="54643"/>
                    <a:pt x="6471" y="50206"/>
                    <a:pt x="7303" y="45862"/>
                  </a:cubicBezTo>
                  <a:cubicBezTo>
                    <a:pt x="7950" y="41795"/>
                    <a:pt x="7765" y="37727"/>
                    <a:pt x="8597" y="33660"/>
                  </a:cubicBezTo>
                  <a:cubicBezTo>
                    <a:pt x="8874" y="31349"/>
                    <a:pt x="9614" y="29039"/>
                    <a:pt x="10631" y="26913"/>
                  </a:cubicBezTo>
                  <a:cubicBezTo>
                    <a:pt x="11648" y="24694"/>
                    <a:pt x="13589" y="23123"/>
                    <a:pt x="15900" y="22568"/>
                  </a:cubicBezTo>
                  <a:cubicBezTo>
                    <a:pt x="16342" y="22480"/>
                    <a:pt x="16779" y="22440"/>
                    <a:pt x="17211" y="22440"/>
                  </a:cubicBezTo>
                  <a:cubicBezTo>
                    <a:pt x="19943" y="22440"/>
                    <a:pt x="22497" y="24039"/>
                    <a:pt x="25051" y="25156"/>
                  </a:cubicBezTo>
                  <a:cubicBezTo>
                    <a:pt x="27223" y="26081"/>
                    <a:pt x="29534" y="26543"/>
                    <a:pt x="31844" y="26543"/>
                  </a:cubicBezTo>
                  <a:cubicBezTo>
                    <a:pt x="34155" y="26543"/>
                    <a:pt x="36466" y="26081"/>
                    <a:pt x="38638" y="25156"/>
                  </a:cubicBezTo>
                  <a:cubicBezTo>
                    <a:pt x="41192" y="24039"/>
                    <a:pt x="43746" y="22440"/>
                    <a:pt x="46537" y="22440"/>
                  </a:cubicBezTo>
                  <a:cubicBezTo>
                    <a:pt x="46979" y="22440"/>
                    <a:pt x="47427" y="22480"/>
                    <a:pt x="47882" y="22568"/>
                  </a:cubicBezTo>
                  <a:cubicBezTo>
                    <a:pt x="50193" y="23123"/>
                    <a:pt x="52134" y="24694"/>
                    <a:pt x="53151" y="26913"/>
                  </a:cubicBezTo>
                  <a:cubicBezTo>
                    <a:pt x="54167" y="29039"/>
                    <a:pt x="54814" y="31349"/>
                    <a:pt x="55184" y="33660"/>
                  </a:cubicBezTo>
                  <a:cubicBezTo>
                    <a:pt x="55831" y="37265"/>
                    <a:pt x="55924" y="40963"/>
                    <a:pt x="56293" y="44568"/>
                  </a:cubicBezTo>
                  <a:cubicBezTo>
                    <a:pt x="56756" y="49744"/>
                    <a:pt x="57865" y="54828"/>
                    <a:pt x="58604" y="60004"/>
                  </a:cubicBezTo>
                  <a:lnTo>
                    <a:pt x="59344" y="53349"/>
                  </a:lnTo>
                  <a:cubicBezTo>
                    <a:pt x="59436" y="52240"/>
                    <a:pt x="59713" y="51131"/>
                    <a:pt x="60268" y="50114"/>
                  </a:cubicBezTo>
                  <a:cubicBezTo>
                    <a:pt x="60730" y="49467"/>
                    <a:pt x="61562" y="49005"/>
                    <a:pt x="62394" y="49005"/>
                  </a:cubicBezTo>
                  <a:cubicBezTo>
                    <a:pt x="62834" y="49005"/>
                    <a:pt x="63065" y="49109"/>
                    <a:pt x="63215" y="49109"/>
                  </a:cubicBezTo>
                  <a:cubicBezTo>
                    <a:pt x="63381" y="49109"/>
                    <a:pt x="63450" y="48983"/>
                    <a:pt x="63596" y="48450"/>
                  </a:cubicBezTo>
                  <a:cubicBezTo>
                    <a:pt x="64150" y="46694"/>
                    <a:pt x="63781" y="43921"/>
                    <a:pt x="63781" y="41979"/>
                  </a:cubicBezTo>
                  <a:cubicBezTo>
                    <a:pt x="63781" y="37727"/>
                    <a:pt x="63411" y="27005"/>
                    <a:pt x="62209" y="22845"/>
                  </a:cubicBezTo>
                  <a:cubicBezTo>
                    <a:pt x="60083" y="15543"/>
                    <a:pt x="55461" y="9257"/>
                    <a:pt x="49268" y="5005"/>
                  </a:cubicBezTo>
                  <a:cubicBezTo>
                    <a:pt x="44427" y="1749"/>
                    <a:pt x="38664" y="1"/>
                    <a:pt x="32778" y="1"/>
                  </a:cubicBezTo>
                  <a:cubicBezTo>
                    <a:pt x="32482" y="1"/>
                    <a:pt x="32187" y="5"/>
                    <a:pt x="31891" y="14"/>
                  </a:cubicBezTo>
                  <a:cubicBezTo>
                    <a:pt x="31595" y="5"/>
                    <a:pt x="31299" y="1"/>
                    <a:pt x="310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318"/>
            <p:cNvSpPr/>
            <p:nvPr/>
          </p:nvSpPr>
          <p:spPr>
            <a:xfrm>
              <a:off x="3727950" y="1522950"/>
              <a:ext cx="101700" cy="506125"/>
            </a:xfrm>
            <a:custGeom>
              <a:rect b="b" l="l" r="r" t="t"/>
              <a:pathLst>
                <a:path extrusionOk="0" fill="none" h="20245" w="4068">
                  <a:moveTo>
                    <a:pt x="4068" y="20244"/>
                  </a:moveTo>
                  <a:cubicBezTo>
                    <a:pt x="2774" y="19967"/>
                    <a:pt x="1572" y="19227"/>
                    <a:pt x="740" y="18118"/>
                  </a:cubicBezTo>
                  <a:cubicBezTo>
                    <a:pt x="185" y="17009"/>
                    <a:pt x="1" y="15715"/>
                    <a:pt x="278" y="14421"/>
                  </a:cubicBezTo>
                  <a:cubicBezTo>
                    <a:pt x="648" y="9614"/>
                    <a:pt x="1110" y="4807"/>
                    <a:pt x="1480" y="1"/>
                  </a:cubicBezTo>
                </a:path>
              </a:pathLst>
            </a:custGeom>
            <a:noFill/>
            <a:ln cap="rnd" cmpd="sng" w="19050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318"/>
            <p:cNvSpPr/>
            <p:nvPr/>
          </p:nvSpPr>
          <p:spPr>
            <a:xfrm>
              <a:off x="3377300" y="1571000"/>
              <a:ext cx="174450" cy="128100"/>
            </a:xfrm>
            <a:custGeom>
              <a:rect b="b" l="l" r="r" t="t"/>
              <a:pathLst>
                <a:path extrusionOk="0" h="5124" w="6978">
                  <a:moveTo>
                    <a:pt x="3427" y="1"/>
                  </a:moveTo>
                  <a:cubicBezTo>
                    <a:pt x="405" y="1"/>
                    <a:pt x="1" y="4747"/>
                    <a:pt x="3212" y="5104"/>
                  </a:cubicBezTo>
                  <a:cubicBezTo>
                    <a:pt x="3328" y="5117"/>
                    <a:pt x="3442" y="5123"/>
                    <a:pt x="3551" y="5123"/>
                  </a:cubicBezTo>
                  <a:cubicBezTo>
                    <a:pt x="6574" y="5123"/>
                    <a:pt x="6977" y="377"/>
                    <a:pt x="3766" y="20"/>
                  </a:cubicBezTo>
                  <a:cubicBezTo>
                    <a:pt x="3650" y="7"/>
                    <a:pt x="3537" y="1"/>
                    <a:pt x="3427" y="1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318"/>
            <p:cNvSpPr/>
            <p:nvPr/>
          </p:nvSpPr>
          <p:spPr>
            <a:xfrm>
              <a:off x="3180275" y="1320000"/>
              <a:ext cx="473750" cy="154575"/>
            </a:xfrm>
            <a:custGeom>
              <a:rect b="b" l="l" r="r" t="t"/>
              <a:pathLst>
                <a:path extrusionOk="0" h="6183" w="18950">
                  <a:moveTo>
                    <a:pt x="9973" y="0"/>
                  </a:moveTo>
                  <a:cubicBezTo>
                    <a:pt x="6203" y="0"/>
                    <a:pt x="2296" y="1389"/>
                    <a:pt x="463" y="3867"/>
                  </a:cubicBezTo>
                  <a:cubicBezTo>
                    <a:pt x="1" y="4699"/>
                    <a:pt x="648" y="5808"/>
                    <a:pt x="1664" y="5808"/>
                  </a:cubicBezTo>
                  <a:cubicBezTo>
                    <a:pt x="4160" y="5716"/>
                    <a:pt x="6471" y="4884"/>
                    <a:pt x="8967" y="4884"/>
                  </a:cubicBezTo>
                  <a:cubicBezTo>
                    <a:pt x="11382" y="4884"/>
                    <a:pt x="13797" y="6182"/>
                    <a:pt x="16129" y="6182"/>
                  </a:cubicBezTo>
                  <a:cubicBezTo>
                    <a:pt x="16206" y="6182"/>
                    <a:pt x="16284" y="6181"/>
                    <a:pt x="16362" y="6178"/>
                  </a:cubicBezTo>
                  <a:cubicBezTo>
                    <a:pt x="17748" y="6085"/>
                    <a:pt x="18950" y="4514"/>
                    <a:pt x="18025" y="3312"/>
                  </a:cubicBezTo>
                  <a:cubicBezTo>
                    <a:pt x="16396" y="1040"/>
                    <a:pt x="13235" y="0"/>
                    <a:pt x="99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318"/>
            <p:cNvSpPr/>
            <p:nvPr/>
          </p:nvSpPr>
          <p:spPr>
            <a:xfrm>
              <a:off x="4056700" y="1571000"/>
              <a:ext cx="174450" cy="128100"/>
            </a:xfrm>
            <a:custGeom>
              <a:rect b="b" l="l" r="r" t="t"/>
              <a:pathLst>
                <a:path extrusionOk="0" h="5124" w="6978">
                  <a:moveTo>
                    <a:pt x="3551" y="1"/>
                  </a:moveTo>
                  <a:cubicBezTo>
                    <a:pt x="3441" y="1"/>
                    <a:pt x="3328" y="7"/>
                    <a:pt x="3211" y="20"/>
                  </a:cubicBezTo>
                  <a:cubicBezTo>
                    <a:pt x="0" y="377"/>
                    <a:pt x="404" y="5123"/>
                    <a:pt x="3427" y="5123"/>
                  </a:cubicBezTo>
                  <a:cubicBezTo>
                    <a:pt x="3536" y="5123"/>
                    <a:pt x="3649" y="5117"/>
                    <a:pt x="3766" y="5104"/>
                  </a:cubicBezTo>
                  <a:cubicBezTo>
                    <a:pt x="6977" y="4747"/>
                    <a:pt x="6573" y="1"/>
                    <a:pt x="3551" y="1"/>
                  </a:cubicBezTo>
                  <a:close/>
                </a:path>
              </a:pathLst>
            </a:custGeom>
            <a:solidFill>
              <a:srgbClr val="3922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318"/>
            <p:cNvSpPr/>
            <p:nvPr/>
          </p:nvSpPr>
          <p:spPr>
            <a:xfrm>
              <a:off x="3954425" y="1320000"/>
              <a:ext cx="473750" cy="154575"/>
            </a:xfrm>
            <a:custGeom>
              <a:rect b="b" l="l" r="r" t="t"/>
              <a:pathLst>
                <a:path extrusionOk="0" h="6183" w="18950">
                  <a:moveTo>
                    <a:pt x="8977" y="0"/>
                  </a:moveTo>
                  <a:cubicBezTo>
                    <a:pt x="5715" y="0"/>
                    <a:pt x="2554" y="1040"/>
                    <a:pt x="924" y="3312"/>
                  </a:cubicBezTo>
                  <a:cubicBezTo>
                    <a:pt x="0" y="4514"/>
                    <a:pt x="1202" y="6085"/>
                    <a:pt x="2496" y="6178"/>
                  </a:cubicBezTo>
                  <a:cubicBezTo>
                    <a:pt x="2576" y="6181"/>
                    <a:pt x="2657" y="6182"/>
                    <a:pt x="2737" y="6182"/>
                  </a:cubicBezTo>
                  <a:cubicBezTo>
                    <a:pt x="5147" y="6182"/>
                    <a:pt x="7478" y="4884"/>
                    <a:pt x="9983" y="4884"/>
                  </a:cubicBezTo>
                  <a:cubicBezTo>
                    <a:pt x="12571" y="4884"/>
                    <a:pt x="14790" y="5716"/>
                    <a:pt x="17285" y="5808"/>
                  </a:cubicBezTo>
                  <a:cubicBezTo>
                    <a:pt x="18302" y="5808"/>
                    <a:pt x="18949" y="4699"/>
                    <a:pt x="18487" y="3867"/>
                  </a:cubicBezTo>
                  <a:cubicBezTo>
                    <a:pt x="16653" y="1389"/>
                    <a:pt x="12747" y="0"/>
                    <a:pt x="89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318"/>
            <p:cNvSpPr/>
            <p:nvPr/>
          </p:nvSpPr>
          <p:spPr>
            <a:xfrm>
              <a:off x="3641375" y="2223775"/>
              <a:ext cx="342625" cy="89825"/>
            </a:xfrm>
            <a:custGeom>
              <a:rect b="b" l="l" r="r" t="t"/>
              <a:pathLst>
                <a:path extrusionOk="0" h="3593" w="13705">
                  <a:moveTo>
                    <a:pt x="12200" y="0"/>
                  </a:moveTo>
                  <a:cubicBezTo>
                    <a:pt x="12096" y="0"/>
                    <a:pt x="11987" y="22"/>
                    <a:pt x="11875" y="68"/>
                  </a:cubicBezTo>
                  <a:cubicBezTo>
                    <a:pt x="9907" y="897"/>
                    <a:pt x="7824" y="1319"/>
                    <a:pt x="5737" y="1319"/>
                  </a:cubicBezTo>
                  <a:cubicBezTo>
                    <a:pt x="4100" y="1319"/>
                    <a:pt x="2461" y="1059"/>
                    <a:pt x="875" y="530"/>
                  </a:cubicBezTo>
                  <a:cubicBezTo>
                    <a:pt x="818" y="514"/>
                    <a:pt x="763" y="506"/>
                    <a:pt x="711" y="506"/>
                  </a:cubicBezTo>
                  <a:cubicBezTo>
                    <a:pt x="185" y="506"/>
                    <a:pt x="1" y="1303"/>
                    <a:pt x="506" y="1639"/>
                  </a:cubicBezTo>
                  <a:cubicBezTo>
                    <a:pt x="2458" y="2941"/>
                    <a:pt x="4736" y="3592"/>
                    <a:pt x="7032" y="3592"/>
                  </a:cubicBezTo>
                  <a:cubicBezTo>
                    <a:pt x="8974" y="3592"/>
                    <a:pt x="10928" y="3126"/>
                    <a:pt x="12707" y="2194"/>
                  </a:cubicBezTo>
                  <a:cubicBezTo>
                    <a:pt x="13705" y="1695"/>
                    <a:pt x="13132" y="0"/>
                    <a:pt x="12200" y="0"/>
                  </a:cubicBezTo>
                  <a:close/>
                </a:path>
              </a:pathLst>
            </a:custGeom>
            <a:solidFill>
              <a:srgbClr val="7F3D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4" name="Google Shape;3264;p318"/>
          <p:cNvSpPr txBox="1"/>
          <p:nvPr>
            <p:ph type="title"/>
          </p:nvPr>
        </p:nvSpPr>
        <p:spPr>
          <a:xfrm>
            <a:off x="116038" y="3261375"/>
            <a:ext cx="2237400" cy="11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NIGHTLIFE GOERS</a:t>
            </a:r>
            <a:endParaRPr/>
          </a:p>
        </p:txBody>
      </p:sp>
      <p:sp>
        <p:nvSpPr>
          <p:cNvPr id="3265" name="Google Shape;3265;p318"/>
          <p:cNvSpPr txBox="1"/>
          <p:nvPr>
            <p:ph idx="1" type="body"/>
          </p:nvPr>
        </p:nvSpPr>
        <p:spPr>
          <a:xfrm>
            <a:off x="2508575" y="994200"/>
            <a:ext cx="23556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Ages 21-35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Varied income levels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Urban dwellers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Socially active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Value experiences over possessions</a:t>
            </a:r>
            <a:endParaRPr/>
          </a:p>
        </p:txBody>
      </p:sp>
      <p:sp>
        <p:nvSpPr>
          <p:cNvPr id="3266" name="Google Shape;3266;p318"/>
          <p:cNvSpPr txBox="1"/>
          <p:nvPr>
            <p:ph idx="1" type="body"/>
          </p:nvPr>
        </p:nvSpPr>
        <p:spPr>
          <a:xfrm>
            <a:off x="2635525" y="597000"/>
            <a:ext cx="10503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Profile</a:t>
            </a:r>
            <a:endParaRPr b="1"/>
          </a:p>
        </p:txBody>
      </p:sp>
      <p:sp>
        <p:nvSpPr>
          <p:cNvPr id="3267" name="Google Shape;3267;p318"/>
          <p:cNvSpPr txBox="1"/>
          <p:nvPr>
            <p:ph idx="1" type="body"/>
          </p:nvPr>
        </p:nvSpPr>
        <p:spPr>
          <a:xfrm>
            <a:off x="2508575" y="3261375"/>
            <a:ext cx="54813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Evening and late-night usage (Thurs-Sat)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Group rides common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Short to medium trips within entertainment districts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Price-sensitive during surge times</a:t>
            </a:r>
            <a:endParaRPr/>
          </a:p>
        </p:txBody>
      </p:sp>
      <p:sp>
        <p:nvSpPr>
          <p:cNvPr id="3268" name="Google Shape;3268;p318"/>
          <p:cNvSpPr txBox="1"/>
          <p:nvPr>
            <p:ph idx="1" type="body"/>
          </p:nvPr>
        </p:nvSpPr>
        <p:spPr>
          <a:xfrm>
            <a:off x="2635525" y="2864175"/>
            <a:ext cx="10503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Behaviors</a:t>
            </a:r>
            <a:endParaRPr b="1"/>
          </a:p>
        </p:txBody>
      </p:sp>
      <p:sp>
        <p:nvSpPr>
          <p:cNvPr id="3269" name="Google Shape;3269;p318"/>
          <p:cNvSpPr txBox="1"/>
          <p:nvPr>
            <p:ph idx="1" type="body"/>
          </p:nvPr>
        </p:nvSpPr>
        <p:spPr>
          <a:xfrm>
            <a:off x="5047675" y="994200"/>
            <a:ext cx="3753900" cy="11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Safety concerns after drinking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Cost unpredictability with surge pricing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Wait times during peak hours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Group coordination difficulties</a:t>
            </a:r>
            <a:endParaRPr/>
          </a:p>
        </p:txBody>
      </p:sp>
      <p:sp>
        <p:nvSpPr>
          <p:cNvPr id="3270" name="Google Shape;3270;p318"/>
          <p:cNvSpPr txBox="1"/>
          <p:nvPr>
            <p:ph idx="1" type="body"/>
          </p:nvPr>
        </p:nvSpPr>
        <p:spPr>
          <a:xfrm>
            <a:off x="5174625" y="597000"/>
            <a:ext cx="1592700" cy="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Pain Points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4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p319"/>
          <p:cNvSpPr/>
          <p:nvPr/>
        </p:nvSpPr>
        <p:spPr>
          <a:xfrm>
            <a:off x="4651900" y="3849150"/>
            <a:ext cx="1178100" cy="1229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76" name="Google Shape;3276;p319"/>
          <p:cNvSpPr txBox="1"/>
          <p:nvPr>
            <p:ph type="title"/>
          </p:nvPr>
        </p:nvSpPr>
        <p:spPr>
          <a:xfrm>
            <a:off x="436025" y="390525"/>
            <a:ext cx="7547700" cy="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700">
                <a:solidFill>
                  <a:srgbClr val="363636"/>
                </a:solidFill>
                <a:latin typeface="Oswald"/>
                <a:ea typeface="Oswald"/>
                <a:cs typeface="Oswald"/>
                <a:sym typeface="Oswald"/>
              </a:rPr>
              <a:t>How Can You Connect With These Potential Customers?</a:t>
            </a:r>
            <a:endParaRPr/>
          </a:p>
        </p:txBody>
      </p:sp>
      <p:sp>
        <p:nvSpPr>
          <p:cNvPr id="3277" name="Google Shape;3277;p319"/>
          <p:cNvSpPr txBox="1"/>
          <p:nvPr>
            <p:ph idx="1" type="subTitle"/>
          </p:nvPr>
        </p:nvSpPr>
        <p:spPr>
          <a:xfrm>
            <a:off x="492650" y="1696125"/>
            <a:ext cx="2661300" cy="21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Exclusive Membership &amp; Perks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b="0" lang="en" sz="1800">
                <a:solidFill>
                  <a:srgbClr val="000000"/>
                </a:solidFill>
              </a:rPr>
              <a:t>Subscription Rides</a:t>
            </a:r>
            <a:endParaRPr b="0"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0" lang="en" sz="1800">
                <a:solidFill>
                  <a:srgbClr val="000000"/>
                </a:solidFill>
              </a:rPr>
              <a:t>Loyalty points</a:t>
            </a:r>
            <a:r>
              <a:rPr b="0" lang="en" sz="1800"/>
              <a:t> </a:t>
            </a:r>
            <a:endParaRPr b="0" sz="1800"/>
          </a:p>
        </p:txBody>
      </p:sp>
      <p:sp>
        <p:nvSpPr>
          <p:cNvPr id="3278" name="Google Shape;3278;p319"/>
          <p:cNvSpPr txBox="1"/>
          <p:nvPr>
            <p:ph idx="3" type="subTitle"/>
          </p:nvPr>
        </p:nvSpPr>
        <p:spPr>
          <a:xfrm>
            <a:off x="6077050" y="1696125"/>
            <a:ext cx="29001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&amp; Corporate Partnerships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b="0" lang="en" sz="1800">
                <a:solidFill>
                  <a:schemeClr val="lt1"/>
                </a:solidFill>
              </a:rPr>
              <a:t>Employer Incentives</a:t>
            </a:r>
            <a:endParaRPr b="0"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b="0" lang="en" sz="1800">
                <a:solidFill>
                  <a:schemeClr val="lt1"/>
                </a:solidFill>
              </a:rPr>
              <a:t>University Deal</a:t>
            </a:r>
            <a:r>
              <a:rPr b="0" lang="en" sz="1800">
                <a:solidFill>
                  <a:srgbClr val="000000"/>
                </a:solidFill>
              </a:rPr>
              <a:t>s</a:t>
            </a:r>
            <a:endParaRPr/>
          </a:p>
        </p:txBody>
      </p:sp>
      <p:sp>
        <p:nvSpPr>
          <p:cNvPr id="3279" name="Google Shape;3279;p319"/>
          <p:cNvSpPr txBox="1"/>
          <p:nvPr/>
        </p:nvSpPr>
        <p:spPr>
          <a:xfrm>
            <a:off x="3524650" y="1696125"/>
            <a:ext cx="2223600" cy="18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6B26B"/>
                </a:solidFill>
                <a:latin typeface="Oswald"/>
                <a:ea typeface="Oswald"/>
                <a:cs typeface="Oswald"/>
                <a:sym typeface="Oswald"/>
              </a:rPr>
              <a:t>Targeted Digital Marketing</a:t>
            </a:r>
            <a:endParaRPr b="1" sz="2200">
              <a:solidFill>
                <a:srgbClr val="F6B26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-"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LinkedIn ads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-"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Facebook ads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-"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Instagram ads</a:t>
            </a:r>
            <a:r>
              <a:rPr b="1" lang="en" sz="2200">
                <a:solidFill>
                  <a:srgbClr val="F6B26B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>
              <a:solidFill>
                <a:srgbClr val="20124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280" name="Google Shape;3280;p319"/>
          <p:cNvGrpSpPr/>
          <p:nvPr/>
        </p:nvGrpSpPr>
        <p:grpSpPr>
          <a:xfrm>
            <a:off x="3241318" y="3934485"/>
            <a:ext cx="2661368" cy="1143762"/>
            <a:chOff x="759446" y="1473098"/>
            <a:chExt cx="3066446" cy="1337264"/>
          </a:xfrm>
        </p:grpSpPr>
        <p:grpSp>
          <p:nvGrpSpPr>
            <p:cNvPr id="3281" name="Google Shape;3281;p319"/>
            <p:cNvGrpSpPr/>
            <p:nvPr/>
          </p:nvGrpSpPr>
          <p:grpSpPr>
            <a:xfrm>
              <a:off x="759446" y="1473098"/>
              <a:ext cx="3066446" cy="1337264"/>
              <a:chOff x="181286" y="2245854"/>
              <a:chExt cx="3481038" cy="1646471"/>
            </a:xfrm>
          </p:grpSpPr>
          <p:sp>
            <p:nvSpPr>
              <p:cNvPr id="3282" name="Google Shape;3282;p319"/>
              <p:cNvSpPr/>
              <p:nvPr/>
            </p:nvSpPr>
            <p:spPr>
              <a:xfrm rot="10800000">
                <a:off x="262161" y="3693300"/>
                <a:ext cx="3045414" cy="18425"/>
              </a:xfrm>
              <a:custGeom>
                <a:rect b="b" l="l" r="r" t="t"/>
                <a:pathLst>
                  <a:path extrusionOk="0" fill="none" h="1" w="270403">
                    <a:moveTo>
                      <a:pt x="0" y="0"/>
                    </a:moveTo>
                    <a:lnTo>
                      <a:pt x="270402" y="0"/>
                    </a:lnTo>
                  </a:path>
                </a:pathLst>
              </a:custGeom>
              <a:noFill/>
              <a:ln cap="rnd" cmpd="sng" w="9650">
                <a:solidFill>
                  <a:srgbClr val="2012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3" name="Google Shape;3283;p319"/>
              <p:cNvSpPr/>
              <p:nvPr/>
            </p:nvSpPr>
            <p:spPr>
              <a:xfrm rot="10800000">
                <a:off x="2000021" y="3873900"/>
                <a:ext cx="1662302" cy="18425"/>
              </a:xfrm>
              <a:custGeom>
                <a:rect b="b" l="l" r="r" t="t"/>
                <a:pathLst>
                  <a:path extrusionOk="0" fill="none" h="1" w="270403">
                    <a:moveTo>
                      <a:pt x="0" y="0"/>
                    </a:moveTo>
                    <a:lnTo>
                      <a:pt x="270402" y="0"/>
                    </a:lnTo>
                  </a:path>
                </a:pathLst>
              </a:custGeom>
              <a:noFill/>
              <a:ln cap="rnd" cmpd="sng" w="9650">
                <a:solidFill>
                  <a:srgbClr val="2012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84" name="Google Shape;3284;p319"/>
              <p:cNvGrpSpPr/>
              <p:nvPr/>
            </p:nvGrpSpPr>
            <p:grpSpPr>
              <a:xfrm>
                <a:off x="181286" y="2245854"/>
                <a:ext cx="3152580" cy="1627765"/>
                <a:chOff x="212659" y="964800"/>
                <a:chExt cx="7321366" cy="3780225"/>
              </a:xfrm>
            </p:grpSpPr>
            <p:sp>
              <p:nvSpPr>
                <p:cNvPr id="3285" name="Google Shape;3285;p319"/>
                <p:cNvSpPr/>
                <p:nvPr/>
              </p:nvSpPr>
              <p:spPr>
                <a:xfrm>
                  <a:off x="2757825" y="3156275"/>
                  <a:ext cx="936500" cy="1211600"/>
                </a:xfrm>
                <a:custGeom>
                  <a:rect b="b" l="l" r="r" t="t"/>
                  <a:pathLst>
                    <a:path extrusionOk="0" h="48464" w="37460">
                      <a:moveTo>
                        <a:pt x="18730" y="1"/>
                      </a:moveTo>
                      <a:cubicBezTo>
                        <a:pt x="8381" y="1"/>
                        <a:pt x="1" y="10859"/>
                        <a:pt x="1" y="24232"/>
                      </a:cubicBezTo>
                      <a:cubicBezTo>
                        <a:pt x="1" y="37605"/>
                        <a:pt x="8381" y="48464"/>
                        <a:pt x="18730" y="48464"/>
                      </a:cubicBezTo>
                      <a:cubicBezTo>
                        <a:pt x="29078" y="48464"/>
                        <a:pt x="37459" y="37605"/>
                        <a:pt x="37459" y="24232"/>
                      </a:cubicBezTo>
                      <a:cubicBezTo>
                        <a:pt x="37459" y="10859"/>
                        <a:pt x="29078" y="1"/>
                        <a:pt x="1873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6" name="Google Shape;3286;p319"/>
                <p:cNvSpPr/>
                <p:nvPr/>
              </p:nvSpPr>
              <p:spPr>
                <a:xfrm>
                  <a:off x="2957325" y="3157200"/>
                  <a:ext cx="532025" cy="1210675"/>
                </a:xfrm>
                <a:custGeom>
                  <a:rect b="b" l="l" r="r" t="t"/>
                  <a:pathLst>
                    <a:path extrusionOk="0" h="48427" w="21281">
                      <a:moveTo>
                        <a:pt x="10750" y="0"/>
                      </a:moveTo>
                      <a:lnTo>
                        <a:pt x="1" y="37678"/>
                      </a:lnTo>
                      <a:lnTo>
                        <a:pt x="10750" y="48427"/>
                      </a:lnTo>
                      <a:lnTo>
                        <a:pt x="21281" y="48427"/>
                      </a:lnTo>
                      <a:lnTo>
                        <a:pt x="212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7" name="Google Shape;3287;p319"/>
                <p:cNvSpPr/>
                <p:nvPr/>
              </p:nvSpPr>
              <p:spPr>
                <a:xfrm>
                  <a:off x="3021100" y="3156275"/>
                  <a:ext cx="936500" cy="1211600"/>
                </a:xfrm>
                <a:custGeom>
                  <a:rect b="b" l="l" r="r" t="t"/>
                  <a:pathLst>
                    <a:path extrusionOk="0" h="48464" w="37460">
                      <a:moveTo>
                        <a:pt x="18730" y="1"/>
                      </a:moveTo>
                      <a:cubicBezTo>
                        <a:pt x="8381" y="1"/>
                        <a:pt x="0" y="10859"/>
                        <a:pt x="0" y="24232"/>
                      </a:cubicBezTo>
                      <a:cubicBezTo>
                        <a:pt x="0" y="37605"/>
                        <a:pt x="8381" y="48464"/>
                        <a:pt x="18730" y="48464"/>
                      </a:cubicBezTo>
                      <a:cubicBezTo>
                        <a:pt x="29078" y="48464"/>
                        <a:pt x="37459" y="37605"/>
                        <a:pt x="37459" y="24232"/>
                      </a:cubicBezTo>
                      <a:cubicBezTo>
                        <a:pt x="37459" y="10859"/>
                        <a:pt x="29078" y="1"/>
                        <a:pt x="18730" y="1"/>
                      </a:cubicBezTo>
                      <a:close/>
                    </a:path>
                  </a:pathLst>
                </a:custGeom>
                <a:solidFill>
                  <a:srgbClr val="31256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8" name="Google Shape;3288;p319"/>
                <p:cNvSpPr/>
                <p:nvPr/>
              </p:nvSpPr>
              <p:spPr>
                <a:xfrm>
                  <a:off x="3295300" y="3443225"/>
                  <a:ext cx="451850" cy="613100"/>
                </a:xfrm>
                <a:custGeom>
                  <a:rect b="b" l="l" r="r" t="t"/>
                  <a:pathLst>
                    <a:path extrusionOk="0" h="24524" w="18074">
                      <a:moveTo>
                        <a:pt x="9037" y="1"/>
                      </a:moveTo>
                      <a:cubicBezTo>
                        <a:pt x="4081" y="1"/>
                        <a:pt x="0" y="5503"/>
                        <a:pt x="0" y="12244"/>
                      </a:cubicBezTo>
                      <a:cubicBezTo>
                        <a:pt x="0" y="19022"/>
                        <a:pt x="4081" y="24524"/>
                        <a:pt x="9037" y="24524"/>
                      </a:cubicBezTo>
                      <a:cubicBezTo>
                        <a:pt x="14029" y="24524"/>
                        <a:pt x="18074" y="19022"/>
                        <a:pt x="18074" y="12244"/>
                      </a:cubicBezTo>
                      <a:cubicBezTo>
                        <a:pt x="18074" y="5503"/>
                        <a:pt x="14029" y="1"/>
                        <a:pt x="9037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9" name="Google Shape;3289;p319"/>
                <p:cNvSpPr/>
                <p:nvPr/>
              </p:nvSpPr>
              <p:spPr>
                <a:xfrm>
                  <a:off x="3190525" y="3443225"/>
                  <a:ext cx="451875" cy="613100"/>
                </a:xfrm>
                <a:custGeom>
                  <a:rect b="b" l="l" r="r" t="t"/>
                  <a:pathLst>
                    <a:path extrusionOk="0" h="24524" w="18075">
                      <a:moveTo>
                        <a:pt x="9038" y="1"/>
                      </a:moveTo>
                      <a:cubicBezTo>
                        <a:pt x="4046" y="1"/>
                        <a:pt x="1" y="5503"/>
                        <a:pt x="1" y="12244"/>
                      </a:cubicBezTo>
                      <a:cubicBezTo>
                        <a:pt x="1" y="19022"/>
                        <a:pt x="4046" y="24524"/>
                        <a:pt x="9038" y="24524"/>
                      </a:cubicBezTo>
                      <a:cubicBezTo>
                        <a:pt x="14030" y="24524"/>
                        <a:pt x="18074" y="19022"/>
                        <a:pt x="18074" y="12244"/>
                      </a:cubicBezTo>
                      <a:cubicBezTo>
                        <a:pt x="18074" y="5503"/>
                        <a:pt x="14030" y="1"/>
                        <a:pt x="903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0" name="Google Shape;3290;p319"/>
                <p:cNvSpPr/>
                <p:nvPr/>
              </p:nvSpPr>
              <p:spPr>
                <a:xfrm>
                  <a:off x="930450" y="3157200"/>
                  <a:ext cx="1198850" cy="1210675"/>
                </a:xfrm>
                <a:custGeom>
                  <a:rect b="b" l="l" r="r" t="t"/>
                  <a:pathLst>
                    <a:path extrusionOk="0" h="48427" w="47954">
                      <a:moveTo>
                        <a:pt x="18730" y="0"/>
                      </a:moveTo>
                      <a:cubicBezTo>
                        <a:pt x="8381" y="0"/>
                        <a:pt x="0" y="10822"/>
                        <a:pt x="0" y="24195"/>
                      </a:cubicBezTo>
                      <a:cubicBezTo>
                        <a:pt x="0" y="37568"/>
                        <a:pt x="8381" y="48427"/>
                        <a:pt x="18730" y="48427"/>
                      </a:cubicBezTo>
                      <a:lnTo>
                        <a:pt x="29260" y="48427"/>
                      </a:lnTo>
                      <a:cubicBezTo>
                        <a:pt x="39572" y="48427"/>
                        <a:pt x="47953" y="37568"/>
                        <a:pt x="47953" y="24195"/>
                      </a:cubicBezTo>
                      <a:cubicBezTo>
                        <a:pt x="47953" y="10822"/>
                        <a:pt x="39572" y="0"/>
                        <a:pt x="2926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1" name="Google Shape;3291;p319"/>
                <p:cNvSpPr/>
                <p:nvPr/>
              </p:nvSpPr>
              <p:spPr>
                <a:xfrm>
                  <a:off x="5815000" y="3156275"/>
                  <a:ext cx="935600" cy="1211600"/>
                </a:xfrm>
                <a:custGeom>
                  <a:rect b="b" l="l" r="r" t="t"/>
                  <a:pathLst>
                    <a:path extrusionOk="0" h="48464" w="37424">
                      <a:moveTo>
                        <a:pt x="18730" y="1"/>
                      </a:moveTo>
                      <a:cubicBezTo>
                        <a:pt x="8382" y="1"/>
                        <a:pt x="1" y="10859"/>
                        <a:pt x="1" y="24232"/>
                      </a:cubicBezTo>
                      <a:cubicBezTo>
                        <a:pt x="1" y="37605"/>
                        <a:pt x="8382" y="48464"/>
                        <a:pt x="18730" y="48464"/>
                      </a:cubicBezTo>
                      <a:cubicBezTo>
                        <a:pt x="29042" y="48464"/>
                        <a:pt x="37423" y="37605"/>
                        <a:pt x="37423" y="24232"/>
                      </a:cubicBezTo>
                      <a:cubicBezTo>
                        <a:pt x="37423" y="10859"/>
                        <a:pt x="29042" y="1"/>
                        <a:pt x="1873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2" name="Google Shape;3292;p319"/>
                <p:cNvSpPr/>
                <p:nvPr/>
              </p:nvSpPr>
              <p:spPr>
                <a:xfrm>
                  <a:off x="6013600" y="3157200"/>
                  <a:ext cx="532925" cy="1210675"/>
                </a:xfrm>
                <a:custGeom>
                  <a:rect b="b" l="l" r="r" t="t"/>
                  <a:pathLst>
                    <a:path extrusionOk="0" h="48427" w="21317">
                      <a:moveTo>
                        <a:pt x="10786" y="0"/>
                      </a:moveTo>
                      <a:lnTo>
                        <a:pt x="1" y="37678"/>
                      </a:lnTo>
                      <a:lnTo>
                        <a:pt x="10786" y="48427"/>
                      </a:lnTo>
                      <a:lnTo>
                        <a:pt x="21317" y="48427"/>
                      </a:lnTo>
                      <a:lnTo>
                        <a:pt x="213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3" name="Google Shape;3293;p319"/>
                <p:cNvSpPr/>
                <p:nvPr/>
              </p:nvSpPr>
              <p:spPr>
                <a:xfrm>
                  <a:off x="6078275" y="3156275"/>
                  <a:ext cx="935575" cy="1211600"/>
                </a:xfrm>
                <a:custGeom>
                  <a:rect b="b" l="l" r="r" t="t"/>
                  <a:pathLst>
                    <a:path extrusionOk="0" h="48464" w="37423">
                      <a:moveTo>
                        <a:pt x="18730" y="1"/>
                      </a:moveTo>
                      <a:cubicBezTo>
                        <a:pt x="8381" y="1"/>
                        <a:pt x="1" y="10859"/>
                        <a:pt x="1" y="24232"/>
                      </a:cubicBezTo>
                      <a:cubicBezTo>
                        <a:pt x="1" y="37605"/>
                        <a:pt x="8381" y="48464"/>
                        <a:pt x="18730" y="48464"/>
                      </a:cubicBezTo>
                      <a:cubicBezTo>
                        <a:pt x="29042" y="48464"/>
                        <a:pt x="37423" y="37605"/>
                        <a:pt x="37423" y="24232"/>
                      </a:cubicBezTo>
                      <a:cubicBezTo>
                        <a:pt x="37423" y="10859"/>
                        <a:pt x="29042" y="1"/>
                        <a:pt x="18730" y="1"/>
                      </a:cubicBezTo>
                      <a:close/>
                    </a:path>
                  </a:pathLst>
                </a:custGeom>
                <a:solidFill>
                  <a:srgbClr val="31256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4" name="Google Shape;3294;p319"/>
                <p:cNvSpPr/>
                <p:nvPr/>
              </p:nvSpPr>
              <p:spPr>
                <a:xfrm>
                  <a:off x="6352475" y="3443225"/>
                  <a:ext cx="451875" cy="613100"/>
                </a:xfrm>
                <a:custGeom>
                  <a:rect b="b" l="l" r="r" t="t"/>
                  <a:pathLst>
                    <a:path extrusionOk="0" h="24524" w="18075">
                      <a:moveTo>
                        <a:pt x="9037" y="1"/>
                      </a:moveTo>
                      <a:cubicBezTo>
                        <a:pt x="4045" y="1"/>
                        <a:pt x="1" y="5503"/>
                        <a:pt x="1" y="12244"/>
                      </a:cubicBezTo>
                      <a:cubicBezTo>
                        <a:pt x="1" y="19022"/>
                        <a:pt x="4045" y="24524"/>
                        <a:pt x="9037" y="24524"/>
                      </a:cubicBezTo>
                      <a:cubicBezTo>
                        <a:pt x="14029" y="24524"/>
                        <a:pt x="18074" y="19022"/>
                        <a:pt x="18074" y="12244"/>
                      </a:cubicBezTo>
                      <a:cubicBezTo>
                        <a:pt x="18074" y="5503"/>
                        <a:pt x="14029" y="1"/>
                        <a:pt x="9037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5" name="Google Shape;3295;p319"/>
                <p:cNvSpPr/>
                <p:nvPr/>
              </p:nvSpPr>
              <p:spPr>
                <a:xfrm>
                  <a:off x="6247725" y="3443225"/>
                  <a:ext cx="451850" cy="613100"/>
                </a:xfrm>
                <a:custGeom>
                  <a:rect b="b" l="l" r="r" t="t"/>
                  <a:pathLst>
                    <a:path extrusionOk="0" h="24524" w="18074">
                      <a:moveTo>
                        <a:pt x="9037" y="1"/>
                      </a:moveTo>
                      <a:cubicBezTo>
                        <a:pt x="4045" y="1"/>
                        <a:pt x="0" y="5503"/>
                        <a:pt x="0" y="12244"/>
                      </a:cubicBezTo>
                      <a:cubicBezTo>
                        <a:pt x="0" y="19022"/>
                        <a:pt x="4045" y="24524"/>
                        <a:pt x="9037" y="24524"/>
                      </a:cubicBezTo>
                      <a:cubicBezTo>
                        <a:pt x="14029" y="24524"/>
                        <a:pt x="18074" y="19022"/>
                        <a:pt x="18074" y="12244"/>
                      </a:cubicBezTo>
                      <a:cubicBezTo>
                        <a:pt x="18074" y="5503"/>
                        <a:pt x="14029" y="1"/>
                        <a:pt x="903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6" name="Google Shape;3296;p319"/>
                <p:cNvSpPr/>
                <p:nvPr/>
              </p:nvSpPr>
              <p:spPr>
                <a:xfrm>
                  <a:off x="3991275" y="3144450"/>
                  <a:ext cx="1198850" cy="1210675"/>
                </a:xfrm>
                <a:custGeom>
                  <a:rect b="b" l="l" r="r" t="t"/>
                  <a:pathLst>
                    <a:path extrusionOk="0" h="48427" w="47954">
                      <a:moveTo>
                        <a:pt x="18693" y="0"/>
                      </a:moveTo>
                      <a:cubicBezTo>
                        <a:pt x="8381" y="0"/>
                        <a:pt x="0" y="10822"/>
                        <a:pt x="0" y="24195"/>
                      </a:cubicBezTo>
                      <a:cubicBezTo>
                        <a:pt x="0" y="37568"/>
                        <a:pt x="8381" y="48427"/>
                        <a:pt x="18693" y="48427"/>
                      </a:cubicBezTo>
                      <a:lnTo>
                        <a:pt x="29224" y="48427"/>
                      </a:lnTo>
                      <a:cubicBezTo>
                        <a:pt x="39572" y="48427"/>
                        <a:pt x="47953" y="37568"/>
                        <a:pt x="47953" y="24195"/>
                      </a:cubicBezTo>
                      <a:cubicBezTo>
                        <a:pt x="47953" y="10822"/>
                        <a:pt x="39572" y="0"/>
                        <a:pt x="2922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7" name="Google Shape;3297;p319"/>
                <p:cNvSpPr/>
                <p:nvPr/>
              </p:nvSpPr>
              <p:spPr>
                <a:xfrm>
                  <a:off x="314625" y="1819000"/>
                  <a:ext cx="6910575" cy="2237325"/>
                </a:xfrm>
                <a:custGeom>
                  <a:rect b="b" l="l" r="r" t="t"/>
                  <a:pathLst>
                    <a:path extrusionOk="0" h="89493" w="276423">
                      <a:moveTo>
                        <a:pt x="114235" y="0"/>
                      </a:moveTo>
                      <a:cubicBezTo>
                        <a:pt x="111174" y="0"/>
                        <a:pt x="108150" y="620"/>
                        <a:pt x="105308" y="1822"/>
                      </a:cubicBezTo>
                      <a:lnTo>
                        <a:pt x="104433" y="2187"/>
                      </a:lnTo>
                      <a:lnTo>
                        <a:pt x="61035" y="32321"/>
                      </a:lnTo>
                      <a:lnTo>
                        <a:pt x="17856" y="39609"/>
                      </a:lnTo>
                      <a:cubicBezTo>
                        <a:pt x="7398" y="42123"/>
                        <a:pt x="1" y="51451"/>
                        <a:pt x="1" y="62237"/>
                      </a:cubicBezTo>
                      <a:lnTo>
                        <a:pt x="1" y="82788"/>
                      </a:lnTo>
                      <a:cubicBezTo>
                        <a:pt x="1" y="86505"/>
                        <a:pt x="3025" y="89493"/>
                        <a:pt x="6705" y="89493"/>
                      </a:cubicBezTo>
                      <a:lnTo>
                        <a:pt x="97984" y="89493"/>
                      </a:lnTo>
                      <a:cubicBezTo>
                        <a:pt x="101445" y="89493"/>
                        <a:pt x="104251" y="86724"/>
                        <a:pt x="104360" y="83262"/>
                      </a:cubicBezTo>
                      <a:cubicBezTo>
                        <a:pt x="104761" y="72039"/>
                        <a:pt x="108296" y="53783"/>
                        <a:pt x="126770" y="53783"/>
                      </a:cubicBezTo>
                      <a:cubicBezTo>
                        <a:pt x="144771" y="53783"/>
                        <a:pt x="145900" y="76412"/>
                        <a:pt x="145645" y="85630"/>
                      </a:cubicBezTo>
                      <a:cubicBezTo>
                        <a:pt x="145572" y="87744"/>
                        <a:pt x="147285" y="89493"/>
                        <a:pt x="149398" y="89493"/>
                      </a:cubicBezTo>
                      <a:lnTo>
                        <a:pt x="222603" y="89493"/>
                      </a:lnTo>
                      <a:cubicBezTo>
                        <a:pt x="224279" y="89493"/>
                        <a:pt x="225627" y="88181"/>
                        <a:pt x="225737" y="86541"/>
                      </a:cubicBezTo>
                      <a:cubicBezTo>
                        <a:pt x="226247" y="76448"/>
                        <a:pt x="228543" y="53929"/>
                        <a:pt x="247891" y="53929"/>
                      </a:cubicBezTo>
                      <a:cubicBezTo>
                        <a:pt x="266402" y="53929"/>
                        <a:pt x="267459" y="73788"/>
                        <a:pt x="267349" y="79472"/>
                      </a:cubicBezTo>
                      <a:cubicBezTo>
                        <a:pt x="267349" y="80310"/>
                        <a:pt x="268005" y="80966"/>
                        <a:pt x="268843" y="80966"/>
                      </a:cubicBezTo>
                      <a:cubicBezTo>
                        <a:pt x="269354" y="80966"/>
                        <a:pt x="269864" y="80711"/>
                        <a:pt x="270119" y="80274"/>
                      </a:cubicBezTo>
                      <a:lnTo>
                        <a:pt x="276423" y="69889"/>
                      </a:lnTo>
                      <a:lnTo>
                        <a:pt x="276423" y="47006"/>
                      </a:lnTo>
                      <a:cubicBezTo>
                        <a:pt x="276423" y="44200"/>
                        <a:pt x="275512" y="41431"/>
                        <a:pt x="273799" y="39208"/>
                      </a:cubicBezTo>
                      <a:cubicBezTo>
                        <a:pt x="271431" y="36147"/>
                        <a:pt x="267641" y="34507"/>
                        <a:pt x="263778" y="34471"/>
                      </a:cubicBezTo>
                      <a:lnTo>
                        <a:pt x="258786" y="34435"/>
                      </a:lnTo>
                      <a:lnTo>
                        <a:pt x="221218" y="3061"/>
                      </a:lnTo>
                      <a:cubicBezTo>
                        <a:pt x="217720" y="1057"/>
                        <a:pt x="213785" y="0"/>
                        <a:pt x="209777" y="0"/>
                      </a:cubicBezTo>
                      <a:close/>
                    </a:path>
                  </a:pathLst>
                </a:custGeom>
                <a:solidFill>
                  <a:srgbClr val="674EA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8" name="Google Shape;3298;p319"/>
                <p:cNvSpPr/>
                <p:nvPr/>
              </p:nvSpPr>
              <p:spPr>
                <a:xfrm>
                  <a:off x="442175" y="2618825"/>
                  <a:ext cx="3079075" cy="297900"/>
                </a:xfrm>
                <a:custGeom>
                  <a:rect b="b" l="l" r="r" t="t"/>
                  <a:pathLst>
                    <a:path extrusionOk="0" h="11916" w="123163">
                      <a:moveTo>
                        <a:pt x="46131" y="0"/>
                      </a:moveTo>
                      <a:cubicBezTo>
                        <a:pt x="46131" y="0"/>
                        <a:pt x="9875" y="3097"/>
                        <a:pt x="0" y="11916"/>
                      </a:cubicBezTo>
                      <a:lnTo>
                        <a:pt x="85594" y="11916"/>
                      </a:lnTo>
                      <a:cubicBezTo>
                        <a:pt x="93902" y="11916"/>
                        <a:pt x="102137" y="10057"/>
                        <a:pt x="109643" y="6486"/>
                      </a:cubicBezTo>
                      <a:lnTo>
                        <a:pt x="123162" y="0"/>
                      </a:lnTo>
                      <a:close/>
                    </a:path>
                  </a:pathLst>
                </a:custGeom>
                <a:solidFill>
                  <a:srgbClr val="674EA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9" name="Google Shape;3299;p319"/>
                <p:cNvSpPr/>
                <p:nvPr/>
              </p:nvSpPr>
              <p:spPr>
                <a:xfrm>
                  <a:off x="7015650" y="2800100"/>
                  <a:ext cx="518375" cy="450950"/>
                </a:xfrm>
                <a:custGeom>
                  <a:rect b="b" l="l" r="r" t="t"/>
                  <a:pathLst>
                    <a:path extrusionOk="0" h="18038" w="20735">
                      <a:moveTo>
                        <a:pt x="5758" y="0"/>
                      </a:moveTo>
                      <a:lnTo>
                        <a:pt x="2807" y="3389"/>
                      </a:lnTo>
                      <a:cubicBezTo>
                        <a:pt x="1" y="6632"/>
                        <a:pt x="766" y="11588"/>
                        <a:pt x="4373" y="13847"/>
                      </a:cubicBezTo>
                      <a:lnTo>
                        <a:pt x="11078" y="18037"/>
                      </a:lnTo>
                      <a:cubicBezTo>
                        <a:pt x="11078" y="18037"/>
                        <a:pt x="20734" y="4774"/>
                        <a:pt x="575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0" name="Google Shape;3300;p319"/>
                <p:cNvSpPr/>
                <p:nvPr/>
              </p:nvSpPr>
              <p:spPr>
                <a:xfrm>
                  <a:off x="238125" y="3670975"/>
                  <a:ext cx="2714675" cy="384450"/>
                </a:xfrm>
                <a:custGeom>
                  <a:rect b="b" l="l" r="r" t="t"/>
                  <a:pathLst>
                    <a:path extrusionOk="0" h="15378" w="108587">
                      <a:moveTo>
                        <a:pt x="0" y="1"/>
                      </a:moveTo>
                      <a:lnTo>
                        <a:pt x="0" y="8345"/>
                      </a:lnTo>
                      <a:cubicBezTo>
                        <a:pt x="0" y="12244"/>
                        <a:pt x="3170" y="15378"/>
                        <a:pt x="7069" y="15378"/>
                      </a:cubicBezTo>
                      <a:lnTo>
                        <a:pt x="103157" y="15378"/>
                      </a:lnTo>
                      <a:cubicBezTo>
                        <a:pt x="106145" y="15378"/>
                        <a:pt x="108586" y="12973"/>
                        <a:pt x="108586" y="9985"/>
                      </a:cubicBezTo>
                      <a:lnTo>
                        <a:pt x="108586" y="1"/>
                      </a:lnTo>
                      <a:close/>
                    </a:path>
                  </a:pathLst>
                </a:custGeom>
                <a:solidFill>
                  <a:srgbClr val="31256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1" name="Google Shape;3301;p319"/>
                <p:cNvSpPr/>
                <p:nvPr/>
              </p:nvSpPr>
              <p:spPr>
                <a:xfrm>
                  <a:off x="766475" y="3670975"/>
                  <a:ext cx="553875" cy="192225"/>
                </a:xfrm>
                <a:custGeom>
                  <a:rect b="b" l="l" r="r" t="t"/>
                  <a:pathLst>
                    <a:path extrusionOk="0" h="7689" w="22155">
                      <a:moveTo>
                        <a:pt x="0" y="1"/>
                      </a:moveTo>
                      <a:lnTo>
                        <a:pt x="0" y="7689"/>
                      </a:lnTo>
                      <a:lnTo>
                        <a:pt x="22155" y="7689"/>
                      </a:lnTo>
                      <a:lnTo>
                        <a:pt x="2215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2" name="Google Shape;3302;p319"/>
                <p:cNvSpPr/>
                <p:nvPr/>
              </p:nvSpPr>
              <p:spPr>
                <a:xfrm>
                  <a:off x="1524400" y="3004150"/>
                  <a:ext cx="903675" cy="348925"/>
                </a:xfrm>
                <a:custGeom>
                  <a:rect b="b" l="l" r="r" t="t"/>
                  <a:pathLst>
                    <a:path extrusionOk="0" h="13957" w="36147">
                      <a:moveTo>
                        <a:pt x="5575" y="1"/>
                      </a:moveTo>
                      <a:cubicBezTo>
                        <a:pt x="4373" y="37"/>
                        <a:pt x="3316" y="839"/>
                        <a:pt x="2988" y="2005"/>
                      </a:cubicBezTo>
                      <a:lnTo>
                        <a:pt x="474" y="10495"/>
                      </a:lnTo>
                      <a:cubicBezTo>
                        <a:pt x="0" y="12244"/>
                        <a:pt x="1275" y="13920"/>
                        <a:pt x="3061" y="13956"/>
                      </a:cubicBezTo>
                      <a:lnTo>
                        <a:pt x="33414" y="13956"/>
                      </a:lnTo>
                      <a:cubicBezTo>
                        <a:pt x="34908" y="13956"/>
                        <a:pt x="36110" y="12754"/>
                        <a:pt x="36147" y="11260"/>
                      </a:cubicBezTo>
                      <a:lnTo>
                        <a:pt x="36147" y="2733"/>
                      </a:lnTo>
                      <a:cubicBezTo>
                        <a:pt x="36147" y="1239"/>
                        <a:pt x="34908" y="1"/>
                        <a:pt x="33414" y="1"/>
                      </a:cubicBezTo>
                      <a:close/>
                    </a:path>
                  </a:pathLst>
                </a:custGeom>
                <a:solidFill>
                  <a:srgbClr val="31256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3" name="Google Shape;3303;p319"/>
                <p:cNvSpPr/>
                <p:nvPr/>
              </p:nvSpPr>
              <p:spPr>
                <a:xfrm>
                  <a:off x="314625" y="3005975"/>
                  <a:ext cx="431825" cy="328875"/>
                </a:xfrm>
                <a:custGeom>
                  <a:rect b="b" l="l" r="r" t="t"/>
                  <a:pathLst>
                    <a:path extrusionOk="0" h="13155" w="17273">
                      <a:moveTo>
                        <a:pt x="5248" y="0"/>
                      </a:moveTo>
                      <a:cubicBezTo>
                        <a:pt x="5248" y="0"/>
                        <a:pt x="1130" y="4847"/>
                        <a:pt x="1" y="13155"/>
                      </a:cubicBezTo>
                      <a:lnTo>
                        <a:pt x="14430" y="13155"/>
                      </a:lnTo>
                      <a:cubicBezTo>
                        <a:pt x="15997" y="13155"/>
                        <a:pt x="17273" y="11697"/>
                        <a:pt x="17273" y="9948"/>
                      </a:cubicBezTo>
                      <a:lnTo>
                        <a:pt x="17273" y="3243"/>
                      </a:lnTo>
                      <a:cubicBezTo>
                        <a:pt x="17273" y="1458"/>
                        <a:pt x="15997" y="0"/>
                        <a:pt x="14430" y="0"/>
                      </a:cubicBezTo>
                      <a:close/>
                    </a:path>
                  </a:pathLst>
                </a:custGeom>
                <a:solidFill>
                  <a:srgbClr val="31256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4" name="Google Shape;3304;p319"/>
                <p:cNvSpPr/>
                <p:nvPr/>
              </p:nvSpPr>
              <p:spPr>
                <a:xfrm>
                  <a:off x="679025" y="3023275"/>
                  <a:ext cx="984775" cy="25"/>
                </a:xfrm>
                <a:custGeom>
                  <a:rect b="b" l="l" r="r" t="t"/>
                  <a:pathLst>
                    <a:path extrusionOk="0" fill="none" h="1" w="39391">
                      <a:moveTo>
                        <a:pt x="0" y="1"/>
                      </a:moveTo>
                      <a:lnTo>
                        <a:pt x="39390" y="1"/>
                      </a:lnTo>
                    </a:path>
                  </a:pathLst>
                </a:custGeom>
                <a:noFill/>
                <a:ln cap="rnd" cmpd="sng" w="19125">
                  <a:solidFill>
                    <a:srgbClr val="31256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5" name="Google Shape;3305;p319"/>
                <p:cNvSpPr/>
                <p:nvPr/>
              </p:nvSpPr>
              <p:spPr>
                <a:xfrm>
                  <a:off x="679025" y="3093425"/>
                  <a:ext cx="984775" cy="25"/>
                </a:xfrm>
                <a:custGeom>
                  <a:rect b="b" l="l" r="r" t="t"/>
                  <a:pathLst>
                    <a:path extrusionOk="0" fill="none" h="1" w="39391">
                      <a:moveTo>
                        <a:pt x="0" y="1"/>
                      </a:moveTo>
                      <a:lnTo>
                        <a:pt x="39390" y="1"/>
                      </a:lnTo>
                    </a:path>
                  </a:pathLst>
                </a:custGeom>
                <a:noFill/>
                <a:ln cap="rnd" cmpd="sng" w="19125">
                  <a:solidFill>
                    <a:srgbClr val="31256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6" name="Google Shape;3306;p319"/>
                <p:cNvSpPr/>
                <p:nvPr/>
              </p:nvSpPr>
              <p:spPr>
                <a:xfrm>
                  <a:off x="679025" y="3164475"/>
                  <a:ext cx="984775" cy="25"/>
                </a:xfrm>
                <a:custGeom>
                  <a:rect b="b" l="l" r="r" t="t"/>
                  <a:pathLst>
                    <a:path extrusionOk="0" fill="none" h="1" w="39391">
                      <a:moveTo>
                        <a:pt x="0" y="1"/>
                      </a:moveTo>
                      <a:lnTo>
                        <a:pt x="39390" y="1"/>
                      </a:lnTo>
                    </a:path>
                  </a:pathLst>
                </a:custGeom>
                <a:noFill/>
                <a:ln cap="rnd" cmpd="sng" w="19125">
                  <a:solidFill>
                    <a:srgbClr val="31256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7" name="Google Shape;3307;p319"/>
                <p:cNvSpPr/>
                <p:nvPr/>
              </p:nvSpPr>
              <p:spPr>
                <a:xfrm>
                  <a:off x="679025" y="3235525"/>
                  <a:ext cx="984775" cy="25"/>
                </a:xfrm>
                <a:custGeom>
                  <a:rect b="b" l="l" r="r" t="t"/>
                  <a:pathLst>
                    <a:path extrusionOk="0" fill="none" h="1" w="39391">
                      <a:moveTo>
                        <a:pt x="0" y="1"/>
                      </a:moveTo>
                      <a:lnTo>
                        <a:pt x="39390" y="1"/>
                      </a:lnTo>
                    </a:path>
                  </a:pathLst>
                </a:custGeom>
                <a:noFill/>
                <a:ln cap="rnd" cmpd="sng" w="19125">
                  <a:solidFill>
                    <a:srgbClr val="31256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8" name="Google Shape;3308;p319"/>
                <p:cNvSpPr/>
                <p:nvPr/>
              </p:nvSpPr>
              <p:spPr>
                <a:xfrm>
                  <a:off x="679025" y="3307500"/>
                  <a:ext cx="984775" cy="25"/>
                </a:xfrm>
                <a:custGeom>
                  <a:rect b="b" l="l" r="r" t="t"/>
                  <a:pathLst>
                    <a:path extrusionOk="0" fill="none" h="1" w="39391">
                      <a:moveTo>
                        <a:pt x="0" y="1"/>
                      </a:moveTo>
                      <a:lnTo>
                        <a:pt x="39390" y="1"/>
                      </a:lnTo>
                    </a:path>
                  </a:pathLst>
                </a:custGeom>
                <a:noFill/>
                <a:ln cap="rnd" cmpd="sng" w="19125">
                  <a:solidFill>
                    <a:srgbClr val="31256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9" name="Google Shape;3309;p319"/>
                <p:cNvSpPr/>
                <p:nvPr/>
              </p:nvSpPr>
              <p:spPr>
                <a:xfrm>
                  <a:off x="1548075" y="3005975"/>
                  <a:ext cx="811700" cy="276950"/>
                </a:xfrm>
                <a:custGeom>
                  <a:rect b="b" l="l" r="r" t="t"/>
                  <a:pathLst>
                    <a:path extrusionOk="0" h="11078" w="32468">
                      <a:moveTo>
                        <a:pt x="4628" y="0"/>
                      </a:moveTo>
                      <a:cubicBezTo>
                        <a:pt x="3426" y="0"/>
                        <a:pt x="2369" y="839"/>
                        <a:pt x="2005" y="2005"/>
                      </a:cubicBezTo>
                      <a:lnTo>
                        <a:pt x="474" y="7653"/>
                      </a:lnTo>
                      <a:cubicBezTo>
                        <a:pt x="0" y="9365"/>
                        <a:pt x="1312" y="11078"/>
                        <a:pt x="3098" y="11078"/>
                      </a:cubicBezTo>
                      <a:lnTo>
                        <a:pt x="29734" y="11078"/>
                      </a:lnTo>
                      <a:cubicBezTo>
                        <a:pt x="31228" y="11078"/>
                        <a:pt x="32431" y="9875"/>
                        <a:pt x="32467" y="8381"/>
                      </a:cubicBezTo>
                      <a:lnTo>
                        <a:pt x="32467" y="2733"/>
                      </a:lnTo>
                      <a:cubicBezTo>
                        <a:pt x="32467" y="1239"/>
                        <a:pt x="31228" y="0"/>
                        <a:pt x="2973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0" name="Google Shape;3310;p319"/>
                <p:cNvSpPr/>
                <p:nvPr/>
              </p:nvSpPr>
              <p:spPr>
                <a:xfrm>
                  <a:off x="212659" y="2954971"/>
                  <a:ext cx="424525" cy="276950"/>
                </a:xfrm>
                <a:custGeom>
                  <a:rect b="b" l="l" r="r" t="t"/>
                  <a:pathLst>
                    <a:path extrusionOk="0" h="11078" w="16981">
                      <a:moveTo>
                        <a:pt x="4956" y="0"/>
                      </a:moveTo>
                      <a:cubicBezTo>
                        <a:pt x="4956" y="0"/>
                        <a:pt x="1057" y="4118"/>
                        <a:pt x="0" y="11078"/>
                      </a:cubicBezTo>
                      <a:lnTo>
                        <a:pt x="14284" y="11078"/>
                      </a:lnTo>
                      <a:cubicBezTo>
                        <a:pt x="15778" y="11078"/>
                        <a:pt x="16981" y="9875"/>
                        <a:pt x="16981" y="8345"/>
                      </a:cubicBezTo>
                      <a:lnTo>
                        <a:pt x="16981" y="2733"/>
                      </a:lnTo>
                      <a:cubicBezTo>
                        <a:pt x="16981" y="1239"/>
                        <a:pt x="15778" y="0"/>
                        <a:pt x="1428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1" name="Google Shape;3311;p319"/>
                <p:cNvSpPr/>
                <p:nvPr/>
              </p:nvSpPr>
              <p:spPr>
                <a:xfrm>
                  <a:off x="1840500" y="1873650"/>
                  <a:ext cx="2476925" cy="753400"/>
                </a:xfrm>
                <a:custGeom>
                  <a:rect b="b" l="l" r="r" t="t"/>
                  <a:pathLst>
                    <a:path extrusionOk="0" h="30136" w="99077">
                      <a:moveTo>
                        <a:pt x="43398" y="1"/>
                      </a:moveTo>
                      <a:lnTo>
                        <a:pt x="0" y="30135"/>
                      </a:lnTo>
                      <a:lnTo>
                        <a:pt x="64569" y="30135"/>
                      </a:lnTo>
                      <a:cubicBezTo>
                        <a:pt x="67193" y="30135"/>
                        <a:pt x="69780" y="29297"/>
                        <a:pt x="71966" y="27767"/>
                      </a:cubicBezTo>
                      <a:lnTo>
                        <a:pt x="98092" y="2369"/>
                      </a:lnTo>
                      <a:cubicBezTo>
                        <a:pt x="99076" y="1677"/>
                        <a:pt x="98603" y="183"/>
                        <a:pt x="97400" y="183"/>
                      </a:cubicBezTo>
                      <a:lnTo>
                        <a:pt x="43398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2" name="Google Shape;3312;p319"/>
                <p:cNvSpPr/>
                <p:nvPr/>
              </p:nvSpPr>
              <p:spPr>
                <a:xfrm>
                  <a:off x="2336050" y="1874550"/>
                  <a:ext cx="1273550" cy="751575"/>
                </a:xfrm>
                <a:custGeom>
                  <a:rect b="b" l="l" r="r" t="t"/>
                  <a:pathLst>
                    <a:path extrusionOk="0" h="30063" w="50942">
                      <a:moveTo>
                        <a:pt x="35820" y="1"/>
                      </a:moveTo>
                      <a:lnTo>
                        <a:pt x="1" y="30063"/>
                      </a:lnTo>
                      <a:lnTo>
                        <a:pt x="17928" y="30063"/>
                      </a:lnTo>
                      <a:lnTo>
                        <a:pt x="50942" y="74"/>
                      </a:lnTo>
                      <a:lnTo>
                        <a:pt x="35820" y="1"/>
                      </a:lnTo>
                      <a:close/>
                    </a:path>
                  </a:pathLst>
                </a:custGeom>
                <a:solidFill>
                  <a:srgbClr val="28282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3" name="Google Shape;3313;p319"/>
                <p:cNvSpPr/>
                <p:nvPr/>
              </p:nvSpPr>
              <p:spPr>
                <a:xfrm>
                  <a:off x="2998325" y="1874550"/>
                  <a:ext cx="935575" cy="751575"/>
                </a:xfrm>
                <a:custGeom>
                  <a:rect b="b" l="l" r="r" t="t"/>
                  <a:pathLst>
                    <a:path extrusionOk="0" h="30063" w="37423">
                      <a:moveTo>
                        <a:pt x="31775" y="1"/>
                      </a:moveTo>
                      <a:lnTo>
                        <a:pt x="0" y="30063"/>
                      </a:lnTo>
                      <a:lnTo>
                        <a:pt x="6705" y="30063"/>
                      </a:lnTo>
                      <a:lnTo>
                        <a:pt x="37423" y="74"/>
                      </a:lnTo>
                      <a:lnTo>
                        <a:pt x="31775" y="1"/>
                      </a:lnTo>
                      <a:close/>
                    </a:path>
                  </a:pathLst>
                </a:custGeom>
                <a:solidFill>
                  <a:srgbClr val="28282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4" name="Google Shape;3314;p319"/>
                <p:cNvSpPr/>
                <p:nvPr/>
              </p:nvSpPr>
              <p:spPr>
                <a:xfrm>
                  <a:off x="3893800" y="2690775"/>
                  <a:ext cx="166725" cy="1138725"/>
                </a:xfrm>
                <a:custGeom>
                  <a:rect b="b" l="l" r="r" t="t"/>
                  <a:pathLst>
                    <a:path extrusionOk="0" fill="none" h="45549" w="6669">
                      <a:moveTo>
                        <a:pt x="0" y="1"/>
                      </a:moveTo>
                      <a:cubicBezTo>
                        <a:pt x="0" y="1"/>
                        <a:pt x="6669" y="2187"/>
                        <a:pt x="6304" y="10823"/>
                      </a:cubicBezTo>
                      <a:cubicBezTo>
                        <a:pt x="5940" y="19459"/>
                        <a:pt x="6304" y="45549"/>
                        <a:pt x="6304" y="45549"/>
                      </a:cubicBezTo>
                    </a:path>
                  </a:pathLst>
                </a:custGeom>
                <a:noFill/>
                <a:ln cap="rnd" cmpd="sng" w="19125">
                  <a:solidFill>
                    <a:srgbClr val="31256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5" name="Google Shape;3315;p319"/>
                <p:cNvSpPr/>
                <p:nvPr/>
              </p:nvSpPr>
              <p:spPr>
                <a:xfrm>
                  <a:off x="5354075" y="2678025"/>
                  <a:ext cx="202250" cy="1151475"/>
                </a:xfrm>
                <a:custGeom>
                  <a:rect b="b" l="l" r="r" t="t"/>
                  <a:pathLst>
                    <a:path extrusionOk="0" fill="none" h="46059" w="8090">
                      <a:moveTo>
                        <a:pt x="0" y="1"/>
                      </a:moveTo>
                      <a:cubicBezTo>
                        <a:pt x="0" y="1"/>
                        <a:pt x="8089" y="2223"/>
                        <a:pt x="7725" y="11333"/>
                      </a:cubicBezTo>
                      <a:cubicBezTo>
                        <a:pt x="7361" y="19969"/>
                        <a:pt x="7725" y="46059"/>
                        <a:pt x="7725" y="46059"/>
                      </a:cubicBezTo>
                    </a:path>
                  </a:pathLst>
                </a:custGeom>
                <a:noFill/>
                <a:ln cap="rnd" cmpd="sng" w="19125">
                  <a:solidFill>
                    <a:srgbClr val="31256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6" name="Google Shape;3316;p319"/>
                <p:cNvSpPr/>
                <p:nvPr/>
              </p:nvSpPr>
              <p:spPr>
                <a:xfrm>
                  <a:off x="5060725" y="2865675"/>
                  <a:ext cx="327975" cy="102975"/>
                </a:xfrm>
                <a:custGeom>
                  <a:rect b="b" l="l" r="r" t="t"/>
                  <a:pathLst>
                    <a:path extrusionOk="0" h="4119" w="13119">
                      <a:moveTo>
                        <a:pt x="2078" y="1"/>
                      </a:moveTo>
                      <a:cubicBezTo>
                        <a:pt x="948" y="1"/>
                        <a:pt x="1" y="912"/>
                        <a:pt x="1" y="2078"/>
                      </a:cubicBezTo>
                      <a:cubicBezTo>
                        <a:pt x="1" y="3208"/>
                        <a:pt x="948" y="4118"/>
                        <a:pt x="2078" y="4118"/>
                      </a:cubicBezTo>
                      <a:lnTo>
                        <a:pt x="11078" y="4118"/>
                      </a:lnTo>
                      <a:cubicBezTo>
                        <a:pt x="12208" y="4118"/>
                        <a:pt x="13119" y="3208"/>
                        <a:pt x="13119" y="2078"/>
                      </a:cubicBezTo>
                      <a:cubicBezTo>
                        <a:pt x="13119" y="912"/>
                        <a:pt x="12208" y="1"/>
                        <a:pt x="11078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7" name="Google Shape;3317;p319"/>
                <p:cNvSpPr/>
                <p:nvPr/>
              </p:nvSpPr>
              <p:spPr>
                <a:xfrm>
                  <a:off x="3957575" y="3828575"/>
                  <a:ext cx="2012325" cy="25"/>
                </a:xfrm>
                <a:custGeom>
                  <a:rect b="b" l="l" r="r" t="t"/>
                  <a:pathLst>
                    <a:path extrusionOk="0" fill="none" h="1" w="80493">
                      <a:moveTo>
                        <a:pt x="8049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19125">
                  <a:solidFill>
                    <a:srgbClr val="31256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8" name="Google Shape;3318;p319"/>
                <p:cNvSpPr/>
                <p:nvPr/>
              </p:nvSpPr>
              <p:spPr>
                <a:xfrm>
                  <a:off x="3845800" y="1875475"/>
                  <a:ext cx="1542900" cy="807150"/>
                </a:xfrm>
                <a:custGeom>
                  <a:rect b="b" l="l" r="r" t="t"/>
                  <a:pathLst>
                    <a:path extrusionOk="0" h="32286" w="61716">
                      <a:moveTo>
                        <a:pt x="34569" y="0"/>
                      </a:moveTo>
                      <a:cubicBezTo>
                        <a:pt x="34132" y="0"/>
                        <a:pt x="33695" y="0"/>
                        <a:pt x="33294" y="73"/>
                      </a:cubicBezTo>
                      <a:cubicBezTo>
                        <a:pt x="33112" y="110"/>
                        <a:pt x="32966" y="110"/>
                        <a:pt x="32784" y="146"/>
                      </a:cubicBezTo>
                      <a:lnTo>
                        <a:pt x="32565" y="183"/>
                      </a:lnTo>
                      <a:cubicBezTo>
                        <a:pt x="32128" y="292"/>
                        <a:pt x="31727" y="401"/>
                        <a:pt x="31326" y="511"/>
                      </a:cubicBezTo>
                      <a:cubicBezTo>
                        <a:pt x="30524" y="802"/>
                        <a:pt x="29759" y="1166"/>
                        <a:pt x="29031" y="1640"/>
                      </a:cubicBezTo>
                      <a:lnTo>
                        <a:pt x="28484" y="2187"/>
                      </a:lnTo>
                      <a:lnTo>
                        <a:pt x="25897" y="4847"/>
                      </a:lnTo>
                      <a:lnTo>
                        <a:pt x="25168" y="5539"/>
                      </a:lnTo>
                      <a:lnTo>
                        <a:pt x="25059" y="5648"/>
                      </a:lnTo>
                      <a:lnTo>
                        <a:pt x="24366" y="6377"/>
                      </a:lnTo>
                      <a:lnTo>
                        <a:pt x="24148" y="6596"/>
                      </a:lnTo>
                      <a:lnTo>
                        <a:pt x="24111" y="6632"/>
                      </a:lnTo>
                      <a:lnTo>
                        <a:pt x="22289" y="8454"/>
                      </a:lnTo>
                      <a:lnTo>
                        <a:pt x="21488" y="9256"/>
                      </a:lnTo>
                      <a:lnTo>
                        <a:pt x="1155" y="29771"/>
                      </a:lnTo>
                      <a:cubicBezTo>
                        <a:pt x="1" y="30492"/>
                        <a:pt x="525" y="32285"/>
                        <a:pt x="1880" y="32285"/>
                      </a:cubicBezTo>
                      <a:cubicBezTo>
                        <a:pt x="1893" y="32285"/>
                        <a:pt x="1907" y="32285"/>
                        <a:pt x="1920" y="32285"/>
                      </a:cubicBezTo>
                      <a:lnTo>
                        <a:pt x="59493" y="32285"/>
                      </a:lnTo>
                      <a:cubicBezTo>
                        <a:pt x="60732" y="32285"/>
                        <a:pt x="61716" y="31301"/>
                        <a:pt x="61716" y="30062"/>
                      </a:cubicBezTo>
                      <a:lnTo>
                        <a:pt x="61716" y="2150"/>
                      </a:lnTo>
                      <a:cubicBezTo>
                        <a:pt x="61679" y="948"/>
                        <a:pt x="60732" y="0"/>
                        <a:pt x="5952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9" name="Google Shape;3319;p319"/>
                <p:cNvSpPr/>
                <p:nvPr/>
              </p:nvSpPr>
              <p:spPr>
                <a:xfrm>
                  <a:off x="5507100" y="1873650"/>
                  <a:ext cx="1028500" cy="808050"/>
                </a:xfrm>
                <a:custGeom>
                  <a:rect b="b" l="l" r="r" t="t"/>
                  <a:pathLst>
                    <a:path extrusionOk="0" h="32322" w="41140">
                      <a:moveTo>
                        <a:pt x="1896" y="1"/>
                      </a:moveTo>
                      <a:cubicBezTo>
                        <a:pt x="875" y="1"/>
                        <a:pt x="1" y="839"/>
                        <a:pt x="1" y="1895"/>
                      </a:cubicBezTo>
                      <a:lnTo>
                        <a:pt x="1" y="30427"/>
                      </a:lnTo>
                      <a:cubicBezTo>
                        <a:pt x="1" y="31483"/>
                        <a:pt x="839" y="32321"/>
                        <a:pt x="1896" y="32321"/>
                      </a:cubicBezTo>
                      <a:lnTo>
                        <a:pt x="39573" y="32321"/>
                      </a:lnTo>
                      <a:cubicBezTo>
                        <a:pt x="40702" y="32285"/>
                        <a:pt x="41140" y="30827"/>
                        <a:pt x="40229" y="30208"/>
                      </a:cubicBezTo>
                      <a:lnTo>
                        <a:pt x="8272" y="1640"/>
                      </a:lnTo>
                      <a:cubicBezTo>
                        <a:pt x="6633" y="584"/>
                        <a:pt x="4701" y="1"/>
                        <a:pt x="277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0" name="Google Shape;3320;p319"/>
                <p:cNvSpPr/>
                <p:nvPr/>
              </p:nvSpPr>
              <p:spPr>
                <a:xfrm>
                  <a:off x="4218100" y="2534100"/>
                  <a:ext cx="203175" cy="147600"/>
                </a:xfrm>
                <a:custGeom>
                  <a:rect b="b" l="l" r="r" t="t"/>
                  <a:pathLst>
                    <a:path extrusionOk="0" h="5904" w="8127">
                      <a:moveTo>
                        <a:pt x="8126" y="0"/>
                      </a:moveTo>
                      <a:cubicBezTo>
                        <a:pt x="7871" y="37"/>
                        <a:pt x="7616" y="73"/>
                        <a:pt x="7361" y="146"/>
                      </a:cubicBezTo>
                      <a:lnTo>
                        <a:pt x="7215" y="219"/>
                      </a:lnTo>
                      <a:cubicBezTo>
                        <a:pt x="5794" y="656"/>
                        <a:pt x="2843" y="2041"/>
                        <a:pt x="0" y="5903"/>
                      </a:cubicBezTo>
                      <a:lnTo>
                        <a:pt x="6960" y="5903"/>
                      </a:lnTo>
                      <a:lnTo>
                        <a:pt x="8126" y="0"/>
                      </a:lnTo>
                      <a:close/>
                    </a:path>
                  </a:pathLst>
                </a:custGeom>
                <a:solidFill>
                  <a:srgbClr val="F6B26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1" name="Google Shape;3321;p319"/>
                <p:cNvSpPr/>
                <p:nvPr/>
              </p:nvSpPr>
              <p:spPr>
                <a:xfrm>
                  <a:off x="4288250" y="2484000"/>
                  <a:ext cx="643150" cy="198600"/>
                </a:xfrm>
                <a:custGeom>
                  <a:rect b="b" l="l" r="r" t="t"/>
                  <a:pathLst>
                    <a:path extrusionOk="0" h="7944" w="25726">
                      <a:moveTo>
                        <a:pt x="11369" y="0"/>
                      </a:moveTo>
                      <a:cubicBezTo>
                        <a:pt x="10713" y="37"/>
                        <a:pt x="10021" y="182"/>
                        <a:pt x="9401" y="401"/>
                      </a:cubicBezTo>
                      <a:cubicBezTo>
                        <a:pt x="8673" y="656"/>
                        <a:pt x="7834" y="948"/>
                        <a:pt x="6923" y="1312"/>
                      </a:cubicBezTo>
                      <a:cubicBezTo>
                        <a:pt x="6195" y="1567"/>
                        <a:pt x="5429" y="1859"/>
                        <a:pt x="4555" y="2187"/>
                      </a:cubicBezTo>
                      <a:lnTo>
                        <a:pt x="4409" y="2223"/>
                      </a:lnTo>
                      <a:cubicBezTo>
                        <a:pt x="1968" y="3098"/>
                        <a:pt x="255" y="5320"/>
                        <a:pt x="0" y="7944"/>
                      </a:cubicBezTo>
                      <a:lnTo>
                        <a:pt x="25543" y="7944"/>
                      </a:lnTo>
                      <a:cubicBezTo>
                        <a:pt x="25726" y="5867"/>
                        <a:pt x="25434" y="3899"/>
                        <a:pt x="23576" y="2915"/>
                      </a:cubicBezTo>
                      <a:cubicBezTo>
                        <a:pt x="22556" y="2442"/>
                        <a:pt x="21499" y="2004"/>
                        <a:pt x="20442" y="1640"/>
                      </a:cubicBezTo>
                      <a:lnTo>
                        <a:pt x="20406" y="1640"/>
                      </a:lnTo>
                      <a:cubicBezTo>
                        <a:pt x="19823" y="1421"/>
                        <a:pt x="19240" y="1239"/>
                        <a:pt x="18730" y="1057"/>
                      </a:cubicBezTo>
                      <a:cubicBezTo>
                        <a:pt x="17746" y="765"/>
                        <a:pt x="16944" y="547"/>
                        <a:pt x="16507" y="438"/>
                      </a:cubicBezTo>
                      <a:lnTo>
                        <a:pt x="16288" y="401"/>
                      </a:lnTo>
                      <a:lnTo>
                        <a:pt x="16142" y="365"/>
                      </a:lnTo>
                      <a:lnTo>
                        <a:pt x="11369" y="0"/>
                      </a:lnTo>
                      <a:close/>
                    </a:path>
                  </a:pathLst>
                </a:custGeom>
                <a:solidFill>
                  <a:srgbClr val="F6B26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2" name="Google Shape;3322;p319"/>
                <p:cNvSpPr/>
                <p:nvPr/>
              </p:nvSpPr>
              <p:spPr>
                <a:xfrm>
                  <a:off x="4767400" y="2524975"/>
                  <a:ext cx="307925" cy="157625"/>
                </a:xfrm>
                <a:custGeom>
                  <a:rect b="b" l="l" r="r" t="t"/>
                  <a:pathLst>
                    <a:path extrusionOk="0" h="6305" w="12317">
                      <a:moveTo>
                        <a:pt x="1240" y="1"/>
                      </a:moveTo>
                      <a:lnTo>
                        <a:pt x="1" y="6305"/>
                      </a:lnTo>
                      <a:lnTo>
                        <a:pt x="12317" y="6305"/>
                      </a:lnTo>
                      <a:cubicBezTo>
                        <a:pt x="6997" y="1276"/>
                        <a:pt x="1641" y="74"/>
                        <a:pt x="1276" y="1"/>
                      </a:cubicBezTo>
                      <a:close/>
                    </a:path>
                  </a:pathLst>
                </a:custGeom>
                <a:solidFill>
                  <a:srgbClr val="F6B26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3" name="Google Shape;3323;p319"/>
                <p:cNvSpPr/>
                <p:nvPr/>
              </p:nvSpPr>
              <p:spPr>
                <a:xfrm>
                  <a:off x="4412125" y="2493100"/>
                  <a:ext cx="344375" cy="96500"/>
                </a:xfrm>
                <a:custGeom>
                  <a:rect b="b" l="l" r="r" t="t"/>
                  <a:pathLst>
                    <a:path extrusionOk="0" h="3860" w="13775">
                      <a:moveTo>
                        <a:pt x="11187" y="1"/>
                      </a:moveTo>
                      <a:lnTo>
                        <a:pt x="4410" y="74"/>
                      </a:lnTo>
                      <a:lnTo>
                        <a:pt x="1968" y="948"/>
                      </a:lnTo>
                      <a:cubicBezTo>
                        <a:pt x="1968" y="948"/>
                        <a:pt x="1" y="3317"/>
                        <a:pt x="4884" y="3790"/>
                      </a:cubicBezTo>
                      <a:cubicBezTo>
                        <a:pt x="5419" y="3838"/>
                        <a:pt x="5925" y="3860"/>
                        <a:pt x="6402" y="3860"/>
                      </a:cubicBezTo>
                      <a:cubicBezTo>
                        <a:pt x="12129" y="3860"/>
                        <a:pt x="13775" y="693"/>
                        <a:pt x="13775" y="693"/>
                      </a:cubicBezTo>
                      <a:lnTo>
                        <a:pt x="11187" y="1"/>
                      </a:lnTo>
                      <a:close/>
                    </a:path>
                  </a:pathLst>
                </a:custGeom>
                <a:solidFill>
                  <a:srgbClr val="EBB28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4" name="Google Shape;3324;p319"/>
                <p:cNvSpPr/>
                <p:nvPr/>
              </p:nvSpPr>
              <p:spPr>
                <a:xfrm>
                  <a:off x="4763775" y="1982050"/>
                  <a:ext cx="118425" cy="138500"/>
                </a:xfrm>
                <a:custGeom>
                  <a:rect b="b" l="l" r="r" t="t"/>
                  <a:pathLst>
                    <a:path extrusionOk="0" h="5540" w="4737">
                      <a:moveTo>
                        <a:pt x="3389" y="1"/>
                      </a:moveTo>
                      <a:lnTo>
                        <a:pt x="0" y="985"/>
                      </a:lnTo>
                      <a:lnTo>
                        <a:pt x="2879" y="5539"/>
                      </a:lnTo>
                      <a:cubicBezTo>
                        <a:pt x="4737" y="1240"/>
                        <a:pt x="3389" y="1"/>
                        <a:pt x="3389" y="1"/>
                      </a:cubicBezTo>
                      <a:close/>
                    </a:path>
                  </a:pathLst>
                </a:custGeom>
                <a:solidFill>
                  <a:srgbClr val="1F27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5" name="Google Shape;3325;p319"/>
                <p:cNvSpPr/>
                <p:nvPr/>
              </p:nvSpPr>
              <p:spPr>
                <a:xfrm>
                  <a:off x="4743725" y="1873650"/>
                  <a:ext cx="127550" cy="166725"/>
                </a:xfrm>
                <a:custGeom>
                  <a:rect b="b" l="l" r="r" t="t"/>
                  <a:pathLst>
                    <a:path extrusionOk="0" h="6669" w="5102">
                      <a:moveTo>
                        <a:pt x="0" y="1"/>
                      </a:moveTo>
                      <a:lnTo>
                        <a:pt x="328" y="1822"/>
                      </a:lnTo>
                      <a:lnTo>
                        <a:pt x="328" y="1932"/>
                      </a:lnTo>
                      <a:lnTo>
                        <a:pt x="328" y="2041"/>
                      </a:lnTo>
                      <a:lnTo>
                        <a:pt x="328" y="2078"/>
                      </a:lnTo>
                      <a:lnTo>
                        <a:pt x="328" y="2187"/>
                      </a:lnTo>
                      <a:lnTo>
                        <a:pt x="365" y="2515"/>
                      </a:lnTo>
                      <a:lnTo>
                        <a:pt x="547" y="3681"/>
                      </a:lnTo>
                      <a:lnTo>
                        <a:pt x="838" y="5284"/>
                      </a:lnTo>
                      <a:lnTo>
                        <a:pt x="838" y="5357"/>
                      </a:lnTo>
                      <a:lnTo>
                        <a:pt x="1057" y="6669"/>
                      </a:lnTo>
                      <a:cubicBezTo>
                        <a:pt x="1057" y="6669"/>
                        <a:pt x="1239" y="6559"/>
                        <a:pt x="1494" y="6414"/>
                      </a:cubicBezTo>
                      <a:lnTo>
                        <a:pt x="1859" y="6195"/>
                      </a:lnTo>
                      <a:cubicBezTo>
                        <a:pt x="1895" y="6159"/>
                        <a:pt x="1932" y="6159"/>
                        <a:pt x="2004" y="6122"/>
                      </a:cubicBezTo>
                      <a:cubicBezTo>
                        <a:pt x="2223" y="5940"/>
                        <a:pt x="2515" y="5758"/>
                        <a:pt x="2770" y="5576"/>
                      </a:cubicBezTo>
                      <a:lnTo>
                        <a:pt x="2988" y="5393"/>
                      </a:lnTo>
                      <a:cubicBezTo>
                        <a:pt x="3389" y="5102"/>
                        <a:pt x="3717" y="4774"/>
                        <a:pt x="4045" y="4410"/>
                      </a:cubicBezTo>
                      <a:lnTo>
                        <a:pt x="4154" y="4337"/>
                      </a:lnTo>
                      <a:cubicBezTo>
                        <a:pt x="4737" y="3790"/>
                        <a:pt x="5102" y="3025"/>
                        <a:pt x="5102" y="2223"/>
                      </a:cubicBezTo>
                      <a:cubicBezTo>
                        <a:pt x="4956" y="1130"/>
                        <a:pt x="3754" y="438"/>
                        <a:pt x="2551" y="1"/>
                      </a:cubicBezTo>
                      <a:close/>
                    </a:path>
                  </a:pathLst>
                </a:custGeom>
                <a:solidFill>
                  <a:srgbClr val="1F27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6" name="Google Shape;3326;p319"/>
                <p:cNvSpPr/>
                <p:nvPr/>
              </p:nvSpPr>
              <p:spPr>
                <a:xfrm>
                  <a:off x="4447650" y="2039450"/>
                  <a:ext cx="950" cy="925"/>
                </a:xfrm>
                <a:custGeom>
                  <a:rect b="b" l="l" r="r" t="t"/>
                  <a:pathLst>
                    <a:path extrusionOk="0" h="37" w="38">
                      <a:moveTo>
                        <a:pt x="37" y="0"/>
                      </a:moveTo>
                      <a:lnTo>
                        <a:pt x="1" y="37"/>
                      </a:lnTo>
                      <a:lnTo>
                        <a:pt x="37" y="37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1F27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7" name="Google Shape;3327;p319"/>
                <p:cNvSpPr/>
                <p:nvPr/>
              </p:nvSpPr>
              <p:spPr>
                <a:xfrm>
                  <a:off x="4557875" y="1873650"/>
                  <a:ext cx="292450" cy="245975"/>
                </a:xfrm>
                <a:custGeom>
                  <a:rect b="b" l="l" r="r" t="t"/>
                  <a:pathLst>
                    <a:path extrusionOk="0" h="9839" w="11698">
                      <a:moveTo>
                        <a:pt x="6086" y="1"/>
                      </a:moveTo>
                      <a:cubicBezTo>
                        <a:pt x="5649" y="1"/>
                        <a:pt x="5212" y="37"/>
                        <a:pt x="4811" y="73"/>
                      </a:cubicBezTo>
                      <a:lnTo>
                        <a:pt x="4738" y="37"/>
                      </a:lnTo>
                      <a:lnTo>
                        <a:pt x="4301" y="183"/>
                      </a:lnTo>
                      <a:lnTo>
                        <a:pt x="4046" y="219"/>
                      </a:lnTo>
                      <a:cubicBezTo>
                        <a:pt x="3645" y="292"/>
                        <a:pt x="3208" y="401"/>
                        <a:pt x="2807" y="547"/>
                      </a:cubicBezTo>
                      <a:cubicBezTo>
                        <a:pt x="2005" y="802"/>
                        <a:pt x="1240" y="1203"/>
                        <a:pt x="548" y="1677"/>
                      </a:cubicBezTo>
                      <a:lnTo>
                        <a:pt x="1" y="2223"/>
                      </a:lnTo>
                      <a:lnTo>
                        <a:pt x="3936" y="984"/>
                      </a:lnTo>
                      <a:lnTo>
                        <a:pt x="6778" y="1822"/>
                      </a:lnTo>
                      <a:lnTo>
                        <a:pt x="7361" y="2005"/>
                      </a:lnTo>
                      <a:lnTo>
                        <a:pt x="7434" y="2005"/>
                      </a:lnTo>
                      <a:lnTo>
                        <a:pt x="7726" y="2078"/>
                      </a:lnTo>
                      <a:lnTo>
                        <a:pt x="7762" y="2078"/>
                      </a:lnTo>
                      <a:lnTo>
                        <a:pt x="7762" y="2114"/>
                      </a:lnTo>
                      <a:lnTo>
                        <a:pt x="7762" y="2187"/>
                      </a:lnTo>
                      <a:lnTo>
                        <a:pt x="7653" y="2551"/>
                      </a:lnTo>
                      <a:lnTo>
                        <a:pt x="7580" y="2843"/>
                      </a:lnTo>
                      <a:lnTo>
                        <a:pt x="8017" y="3681"/>
                      </a:lnTo>
                      <a:lnTo>
                        <a:pt x="8746" y="5138"/>
                      </a:lnTo>
                      <a:lnTo>
                        <a:pt x="9111" y="5831"/>
                      </a:lnTo>
                      <a:lnTo>
                        <a:pt x="9220" y="6049"/>
                      </a:lnTo>
                      <a:lnTo>
                        <a:pt x="9293" y="6195"/>
                      </a:lnTo>
                      <a:lnTo>
                        <a:pt x="11115" y="9839"/>
                      </a:lnTo>
                      <a:cubicBezTo>
                        <a:pt x="11115" y="9802"/>
                        <a:pt x="11151" y="9766"/>
                        <a:pt x="11151" y="9730"/>
                      </a:cubicBezTo>
                      <a:cubicBezTo>
                        <a:pt x="11588" y="7981"/>
                        <a:pt x="11698" y="6195"/>
                        <a:pt x="11443" y="4410"/>
                      </a:cubicBezTo>
                      <a:cubicBezTo>
                        <a:pt x="11443" y="4373"/>
                        <a:pt x="11443" y="4373"/>
                        <a:pt x="11443" y="4337"/>
                      </a:cubicBezTo>
                      <a:cubicBezTo>
                        <a:pt x="11078" y="1822"/>
                        <a:pt x="9803" y="584"/>
                        <a:pt x="9001" y="1"/>
                      </a:cubicBezTo>
                      <a:close/>
                    </a:path>
                  </a:pathLst>
                </a:custGeom>
                <a:solidFill>
                  <a:srgbClr val="1F27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8" name="Google Shape;3328;p319"/>
                <p:cNvSpPr/>
                <p:nvPr/>
              </p:nvSpPr>
              <p:spPr>
                <a:xfrm>
                  <a:off x="4382975" y="2013025"/>
                  <a:ext cx="149425" cy="286075"/>
                </a:xfrm>
                <a:custGeom>
                  <a:rect b="b" l="l" r="r" t="t"/>
                  <a:pathLst>
                    <a:path extrusionOk="0" h="11443" w="5977">
                      <a:moveTo>
                        <a:pt x="2952" y="620"/>
                      </a:moveTo>
                      <a:lnTo>
                        <a:pt x="2952" y="620"/>
                      </a:lnTo>
                      <a:cubicBezTo>
                        <a:pt x="2935" y="637"/>
                        <a:pt x="2918" y="662"/>
                        <a:pt x="2905" y="691"/>
                      </a:cubicBezTo>
                      <a:lnTo>
                        <a:pt x="2905" y="691"/>
                      </a:lnTo>
                      <a:lnTo>
                        <a:pt x="2952" y="620"/>
                      </a:lnTo>
                      <a:close/>
                      <a:moveTo>
                        <a:pt x="3681" y="1"/>
                      </a:moveTo>
                      <a:lnTo>
                        <a:pt x="3608" y="110"/>
                      </a:lnTo>
                      <a:lnTo>
                        <a:pt x="2879" y="802"/>
                      </a:lnTo>
                      <a:cubicBezTo>
                        <a:pt x="2879" y="763"/>
                        <a:pt x="2890" y="724"/>
                        <a:pt x="2905" y="691"/>
                      </a:cubicBezTo>
                      <a:lnTo>
                        <a:pt x="2905" y="691"/>
                      </a:lnTo>
                      <a:lnTo>
                        <a:pt x="2661" y="1057"/>
                      </a:lnTo>
                      <a:lnTo>
                        <a:pt x="2624" y="1094"/>
                      </a:lnTo>
                      <a:lnTo>
                        <a:pt x="802" y="2916"/>
                      </a:lnTo>
                      <a:lnTo>
                        <a:pt x="1" y="3717"/>
                      </a:lnTo>
                      <a:cubicBezTo>
                        <a:pt x="365" y="4956"/>
                        <a:pt x="912" y="6086"/>
                        <a:pt x="1604" y="7143"/>
                      </a:cubicBezTo>
                      <a:cubicBezTo>
                        <a:pt x="2734" y="8892"/>
                        <a:pt x="4191" y="10313"/>
                        <a:pt x="5940" y="11406"/>
                      </a:cubicBezTo>
                      <a:lnTo>
                        <a:pt x="5977" y="11442"/>
                      </a:lnTo>
                      <a:lnTo>
                        <a:pt x="5940" y="11187"/>
                      </a:lnTo>
                      <a:lnTo>
                        <a:pt x="5612" y="9584"/>
                      </a:lnTo>
                      <a:lnTo>
                        <a:pt x="5066" y="6851"/>
                      </a:lnTo>
                      <a:lnTo>
                        <a:pt x="4920" y="6013"/>
                      </a:lnTo>
                      <a:lnTo>
                        <a:pt x="4738" y="5138"/>
                      </a:lnTo>
                      <a:lnTo>
                        <a:pt x="3754" y="292"/>
                      </a:lnTo>
                      <a:lnTo>
                        <a:pt x="3681" y="1"/>
                      </a:lnTo>
                      <a:close/>
                    </a:path>
                  </a:pathLst>
                </a:custGeom>
                <a:solidFill>
                  <a:srgbClr val="1F27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9" name="Google Shape;3329;p319"/>
                <p:cNvSpPr/>
                <p:nvPr/>
              </p:nvSpPr>
              <p:spPr>
                <a:xfrm>
                  <a:off x="4403025" y="1878200"/>
                  <a:ext cx="433650" cy="440575"/>
                </a:xfrm>
                <a:custGeom>
                  <a:rect b="b" l="l" r="r" t="t"/>
                  <a:pathLst>
                    <a:path extrusionOk="0" h="17623" w="17346">
                      <a:moveTo>
                        <a:pt x="10276" y="1"/>
                      </a:moveTo>
                      <a:cubicBezTo>
                        <a:pt x="9875" y="110"/>
                        <a:pt x="9438" y="219"/>
                        <a:pt x="9037" y="365"/>
                      </a:cubicBezTo>
                      <a:cubicBezTo>
                        <a:pt x="8235" y="620"/>
                        <a:pt x="7470" y="985"/>
                        <a:pt x="6778" y="1458"/>
                      </a:cubicBezTo>
                      <a:lnTo>
                        <a:pt x="6231" y="2041"/>
                      </a:lnTo>
                      <a:lnTo>
                        <a:pt x="3608" y="4665"/>
                      </a:lnTo>
                      <a:lnTo>
                        <a:pt x="2915" y="5357"/>
                      </a:lnTo>
                      <a:lnTo>
                        <a:pt x="2806" y="5466"/>
                      </a:lnTo>
                      <a:lnTo>
                        <a:pt x="2114" y="6195"/>
                      </a:lnTo>
                      <a:cubicBezTo>
                        <a:pt x="2114" y="6122"/>
                        <a:pt x="2150" y="6049"/>
                        <a:pt x="2150" y="5977"/>
                      </a:cubicBezTo>
                      <a:lnTo>
                        <a:pt x="2150" y="5977"/>
                      </a:lnTo>
                      <a:lnTo>
                        <a:pt x="1859" y="6450"/>
                      </a:lnTo>
                      <a:lnTo>
                        <a:pt x="1822" y="6487"/>
                      </a:lnTo>
                      <a:lnTo>
                        <a:pt x="0" y="8309"/>
                      </a:lnTo>
                      <a:lnTo>
                        <a:pt x="0" y="8746"/>
                      </a:lnTo>
                      <a:cubicBezTo>
                        <a:pt x="0" y="10058"/>
                        <a:pt x="292" y="11370"/>
                        <a:pt x="838" y="12536"/>
                      </a:cubicBezTo>
                      <a:cubicBezTo>
                        <a:pt x="1713" y="14467"/>
                        <a:pt x="3243" y="15997"/>
                        <a:pt x="5138" y="16872"/>
                      </a:cubicBezTo>
                      <a:cubicBezTo>
                        <a:pt x="5648" y="17090"/>
                        <a:pt x="6159" y="17273"/>
                        <a:pt x="6669" y="17382"/>
                      </a:cubicBezTo>
                      <a:cubicBezTo>
                        <a:pt x="6742" y="17418"/>
                        <a:pt x="6814" y="17418"/>
                        <a:pt x="6887" y="17418"/>
                      </a:cubicBezTo>
                      <a:cubicBezTo>
                        <a:pt x="7495" y="17555"/>
                        <a:pt x="8109" y="17622"/>
                        <a:pt x="8722" y="17622"/>
                      </a:cubicBezTo>
                      <a:cubicBezTo>
                        <a:pt x="9578" y="17622"/>
                        <a:pt x="10431" y="17491"/>
                        <a:pt x="11260" y="17236"/>
                      </a:cubicBezTo>
                      <a:cubicBezTo>
                        <a:pt x="13045" y="16653"/>
                        <a:pt x="14612" y="15523"/>
                        <a:pt x="15705" y="13957"/>
                      </a:cubicBezTo>
                      <a:cubicBezTo>
                        <a:pt x="16106" y="13410"/>
                        <a:pt x="16434" y="12827"/>
                        <a:pt x="16689" y="12171"/>
                      </a:cubicBezTo>
                      <a:cubicBezTo>
                        <a:pt x="16981" y="11442"/>
                        <a:pt x="17199" y="10677"/>
                        <a:pt x="17272" y="9876"/>
                      </a:cubicBezTo>
                      <a:cubicBezTo>
                        <a:pt x="17309" y="9803"/>
                        <a:pt x="17309" y="9730"/>
                        <a:pt x="17309" y="9657"/>
                      </a:cubicBezTo>
                      <a:lnTo>
                        <a:pt x="17309" y="9365"/>
                      </a:lnTo>
                      <a:cubicBezTo>
                        <a:pt x="17345" y="9183"/>
                        <a:pt x="17345" y="8965"/>
                        <a:pt x="17345" y="8746"/>
                      </a:cubicBezTo>
                      <a:cubicBezTo>
                        <a:pt x="17345" y="7944"/>
                        <a:pt x="17236" y="7143"/>
                        <a:pt x="17017" y="6341"/>
                      </a:cubicBezTo>
                      <a:cubicBezTo>
                        <a:pt x="16944" y="6086"/>
                        <a:pt x="16871" y="5831"/>
                        <a:pt x="16799" y="5612"/>
                      </a:cubicBezTo>
                      <a:cubicBezTo>
                        <a:pt x="16726" y="5503"/>
                        <a:pt x="16689" y="5357"/>
                        <a:pt x="16653" y="5248"/>
                      </a:cubicBezTo>
                      <a:cubicBezTo>
                        <a:pt x="16653" y="5211"/>
                        <a:pt x="16616" y="5211"/>
                        <a:pt x="16616" y="5175"/>
                      </a:cubicBezTo>
                      <a:cubicBezTo>
                        <a:pt x="16507" y="4956"/>
                        <a:pt x="16434" y="4738"/>
                        <a:pt x="16325" y="4519"/>
                      </a:cubicBezTo>
                      <a:cubicBezTo>
                        <a:pt x="15888" y="3717"/>
                        <a:pt x="15305" y="2952"/>
                        <a:pt x="14649" y="2296"/>
                      </a:cubicBezTo>
                      <a:lnTo>
                        <a:pt x="14503" y="2151"/>
                      </a:lnTo>
                      <a:lnTo>
                        <a:pt x="14430" y="2078"/>
                      </a:lnTo>
                      <a:cubicBezTo>
                        <a:pt x="14248" y="1932"/>
                        <a:pt x="14066" y="1750"/>
                        <a:pt x="13847" y="1640"/>
                      </a:cubicBezTo>
                      <a:cubicBezTo>
                        <a:pt x="13300" y="1203"/>
                        <a:pt x="12681" y="839"/>
                        <a:pt x="12025" y="547"/>
                      </a:cubicBezTo>
                      <a:cubicBezTo>
                        <a:pt x="11479" y="292"/>
                        <a:pt x="10895" y="146"/>
                        <a:pt x="10312" y="1"/>
                      </a:cubicBezTo>
                      <a:close/>
                    </a:path>
                  </a:pathLst>
                </a:custGeom>
                <a:solidFill>
                  <a:srgbClr val="1F27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0" name="Google Shape;3330;p319"/>
                <p:cNvSpPr/>
                <p:nvPr/>
              </p:nvSpPr>
              <p:spPr>
                <a:xfrm>
                  <a:off x="4522350" y="2187025"/>
                  <a:ext cx="178575" cy="348925"/>
                </a:xfrm>
                <a:custGeom>
                  <a:rect b="b" l="l" r="r" t="t"/>
                  <a:pathLst>
                    <a:path extrusionOk="0" h="13957" w="7143">
                      <a:moveTo>
                        <a:pt x="547" y="0"/>
                      </a:moveTo>
                      <a:lnTo>
                        <a:pt x="1" y="12790"/>
                      </a:lnTo>
                      <a:lnTo>
                        <a:pt x="7143" y="13956"/>
                      </a:lnTo>
                      <a:lnTo>
                        <a:pt x="7033" y="5357"/>
                      </a:lnTo>
                      <a:lnTo>
                        <a:pt x="547" y="0"/>
                      </a:lnTo>
                      <a:close/>
                    </a:path>
                  </a:pathLst>
                </a:custGeom>
                <a:solidFill>
                  <a:srgbClr val="EBB28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1" name="Google Shape;3331;p319"/>
                <p:cNvSpPr/>
                <p:nvPr/>
              </p:nvSpPr>
              <p:spPr>
                <a:xfrm>
                  <a:off x="4574275" y="2319100"/>
                  <a:ext cx="129400" cy="123025"/>
                </a:xfrm>
                <a:custGeom>
                  <a:rect b="b" l="l" r="r" t="t"/>
                  <a:pathLst>
                    <a:path extrusionOk="0" h="4921" w="5176">
                      <a:moveTo>
                        <a:pt x="1" y="1"/>
                      </a:moveTo>
                      <a:lnTo>
                        <a:pt x="5029" y="4920"/>
                      </a:lnTo>
                      <a:lnTo>
                        <a:pt x="5175" y="91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17171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2" name="Google Shape;3332;p319"/>
                <p:cNvSpPr/>
                <p:nvPr/>
              </p:nvSpPr>
              <p:spPr>
                <a:xfrm>
                  <a:off x="4483425" y="1914775"/>
                  <a:ext cx="370550" cy="451925"/>
                </a:xfrm>
                <a:custGeom>
                  <a:rect b="b" l="l" r="r" t="t"/>
                  <a:pathLst>
                    <a:path extrusionOk="0" h="18077" w="14822">
                      <a:moveTo>
                        <a:pt x="8374" y="0"/>
                      </a:moveTo>
                      <a:cubicBezTo>
                        <a:pt x="4147" y="0"/>
                        <a:pt x="0" y="4296"/>
                        <a:pt x="1412" y="11328"/>
                      </a:cubicBezTo>
                      <a:cubicBezTo>
                        <a:pt x="2724" y="17887"/>
                        <a:pt x="7133" y="17959"/>
                        <a:pt x="7133" y="17959"/>
                      </a:cubicBezTo>
                      <a:cubicBezTo>
                        <a:pt x="7622" y="18039"/>
                        <a:pt x="8086" y="18077"/>
                        <a:pt x="8527" y="18077"/>
                      </a:cubicBezTo>
                      <a:cubicBezTo>
                        <a:pt x="11531" y="18077"/>
                        <a:pt x="13403" y="16302"/>
                        <a:pt x="14166" y="13696"/>
                      </a:cubicBezTo>
                      <a:cubicBezTo>
                        <a:pt x="14821" y="11437"/>
                        <a:pt x="13838" y="5753"/>
                        <a:pt x="13327" y="3311"/>
                      </a:cubicBezTo>
                      <a:cubicBezTo>
                        <a:pt x="13182" y="2400"/>
                        <a:pt x="12672" y="1635"/>
                        <a:pt x="11943" y="1125"/>
                      </a:cubicBezTo>
                      <a:cubicBezTo>
                        <a:pt x="10836" y="362"/>
                        <a:pt x="9602" y="0"/>
                        <a:pt x="8374" y="0"/>
                      </a:cubicBezTo>
                      <a:close/>
                    </a:path>
                  </a:pathLst>
                </a:custGeom>
                <a:solidFill>
                  <a:srgbClr val="EBB28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3" name="Google Shape;3333;p319"/>
                <p:cNvSpPr/>
                <p:nvPr/>
              </p:nvSpPr>
              <p:spPr>
                <a:xfrm>
                  <a:off x="4443100" y="1995725"/>
                  <a:ext cx="115725" cy="202250"/>
                </a:xfrm>
                <a:custGeom>
                  <a:rect b="b" l="l" r="r" t="t"/>
                  <a:pathLst>
                    <a:path extrusionOk="0" h="8090" w="4629">
                      <a:moveTo>
                        <a:pt x="2005" y="0"/>
                      </a:moveTo>
                      <a:lnTo>
                        <a:pt x="1312" y="729"/>
                      </a:lnTo>
                      <a:lnTo>
                        <a:pt x="1203" y="838"/>
                      </a:lnTo>
                      <a:lnTo>
                        <a:pt x="474" y="1531"/>
                      </a:lnTo>
                      <a:cubicBezTo>
                        <a:pt x="365" y="2004"/>
                        <a:pt x="292" y="2478"/>
                        <a:pt x="219" y="2952"/>
                      </a:cubicBezTo>
                      <a:cubicBezTo>
                        <a:pt x="1" y="4592"/>
                        <a:pt x="693" y="5575"/>
                        <a:pt x="1422" y="6122"/>
                      </a:cubicBezTo>
                      <a:cubicBezTo>
                        <a:pt x="1750" y="6377"/>
                        <a:pt x="2114" y="6596"/>
                        <a:pt x="2515" y="6705"/>
                      </a:cubicBezTo>
                      <a:cubicBezTo>
                        <a:pt x="2624" y="6741"/>
                        <a:pt x="2734" y="6778"/>
                        <a:pt x="2806" y="6814"/>
                      </a:cubicBezTo>
                      <a:lnTo>
                        <a:pt x="4228" y="8053"/>
                      </a:lnTo>
                      <a:lnTo>
                        <a:pt x="4264" y="8090"/>
                      </a:lnTo>
                      <a:cubicBezTo>
                        <a:pt x="4373" y="7725"/>
                        <a:pt x="4446" y="7361"/>
                        <a:pt x="4483" y="6996"/>
                      </a:cubicBezTo>
                      <a:cubicBezTo>
                        <a:pt x="4628" y="5211"/>
                        <a:pt x="4228" y="3389"/>
                        <a:pt x="3353" y="1859"/>
                      </a:cubicBezTo>
                      <a:cubicBezTo>
                        <a:pt x="3025" y="1276"/>
                        <a:pt x="2624" y="729"/>
                        <a:pt x="2223" y="219"/>
                      </a:cubicBezTo>
                      <a:cubicBezTo>
                        <a:pt x="2151" y="146"/>
                        <a:pt x="2078" y="73"/>
                        <a:pt x="2005" y="0"/>
                      </a:cubicBezTo>
                      <a:close/>
                    </a:path>
                  </a:pathLst>
                </a:custGeom>
                <a:solidFill>
                  <a:srgbClr val="1F27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4" name="Google Shape;3334;p319"/>
                <p:cNvSpPr/>
                <p:nvPr/>
              </p:nvSpPr>
              <p:spPr>
                <a:xfrm>
                  <a:off x="4441275" y="2141925"/>
                  <a:ext cx="134575" cy="114150"/>
                </a:xfrm>
                <a:custGeom>
                  <a:rect b="b" l="l" r="r" t="t"/>
                  <a:pathLst>
                    <a:path extrusionOk="0" h="4566" w="5383">
                      <a:moveTo>
                        <a:pt x="2576" y="1"/>
                      </a:moveTo>
                      <a:cubicBezTo>
                        <a:pt x="2332" y="1"/>
                        <a:pt x="2079" y="41"/>
                        <a:pt x="1823" y="128"/>
                      </a:cubicBezTo>
                      <a:cubicBezTo>
                        <a:pt x="657" y="529"/>
                        <a:pt x="1" y="1804"/>
                        <a:pt x="402" y="3007"/>
                      </a:cubicBezTo>
                      <a:cubicBezTo>
                        <a:pt x="750" y="4033"/>
                        <a:pt x="1655" y="4566"/>
                        <a:pt x="2562" y="4566"/>
                      </a:cubicBezTo>
                      <a:cubicBezTo>
                        <a:pt x="3363" y="4566"/>
                        <a:pt x="4165" y="4152"/>
                        <a:pt x="4592" y="3298"/>
                      </a:cubicBezTo>
                      <a:cubicBezTo>
                        <a:pt x="5382" y="1718"/>
                        <a:pt x="4171" y="1"/>
                        <a:pt x="2576" y="1"/>
                      </a:cubicBezTo>
                      <a:close/>
                    </a:path>
                  </a:pathLst>
                </a:custGeom>
                <a:solidFill>
                  <a:srgbClr val="EBB28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5" name="Google Shape;3335;p319"/>
                <p:cNvSpPr/>
                <p:nvPr/>
              </p:nvSpPr>
              <p:spPr>
                <a:xfrm>
                  <a:off x="4478625" y="2175175"/>
                  <a:ext cx="53775" cy="40100"/>
                </a:xfrm>
                <a:custGeom>
                  <a:rect b="b" l="l" r="r" t="t"/>
                  <a:pathLst>
                    <a:path extrusionOk="0" fill="none" h="1604" w="2151">
                      <a:moveTo>
                        <a:pt x="1" y="329"/>
                      </a:moveTo>
                      <a:cubicBezTo>
                        <a:pt x="985" y="1"/>
                        <a:pt x="1968" y="620"/>
                        <a:pt x="2151" y="1604"/>
                      </a:cubicBezTo>
                    </a:path>
                  </a:pathLst>
                </a:custGeom>
                <a:noFill/>
                <a:ln cap="rnd" cmpd="sng" w="4550">
                  <a:solidFill>
                    <a:srgbClr val="17171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6" name="Google Shape;3336;p319"/>
                <p:cNvSpPr/>
                <p:nvPr/>
              </p:nvSpPr>
              <p:spPr>
                <a:xfrm>
                  <a:off x="4764675" y="2131450"/>
                  <a:ext cx="19150" cy="51050"/>
                </a:xfrm>
                <a:custGeom>
                  <a:rect b="b" l="l" r="r" t="t"/>
                  <a:pathLst>
                    <a:path extrusionOk="0" fill="none" h="2042" w="766">
                      <a:moveTo>
                        <a:pt x="256" y="1"/>
                      </a:moveTo>
                      <a:lnTo>
                        <a:pt x="729" y="1677"/>
                      </a:lnTo>
                      <a:cubicBezTo>
                        <a:pt x="766" y="1786"/>
                        <a:pt x="693" y="1932"/>
                        <a:pt x="583" y="1932"/>
                      </a:cubicBezTo>
                      <a:lnTo>
                        <a:pt x="0" y="2041"/>
                      </a:lnTo>
                    </a:path>
                  </a:pathLst>
                </a:custGeom>
                <a:noFill/>
                <a:ln cap="rnd" cmpd="sng" w="4550">
                  <a:solidFill>
                    <a:srgbClr val="1E0B0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7" name="Google Shape;3337;p319"/>
                <p:cNvSpPr/>
                <p:nvPr/>
              </p:nvSpPr>
              <p:spPr>
                <a:xfrm>
                  <a:off x="4683875" y="2105850"/>
                  <a:ext cx="32550" cy="27300"/>
                </a:xfrm>
                <a:custGeom>
                  <a:rect b="b" l="l" r="r" t="t"/>
                  <a:pathLst>
                    <a:path extrusionOk="0" h="1092" w="1302">
                      <a:moveTo>
                        <a:pt x="547" y="1"/>
                      </a:moveTo>
                      <a:cubicBezTo>
                        <a:pt x="249" y="1"/>
                        <a:pt x="26" y="242"/>
                        <a:pt x="26" y="514"/>
                      </a:cubicBezTo>
                      <a:cubicBezTo>
                        <a:pt x="0" y="848"/>
                        <a:pt x="282" y="1091"/>
                        <a:pt x="578" y="1091"/>
                      </a:cubicBezTo>
                      <a:cubicBezTo>
                        <a:pt x="702" y="1091"/>
                        <a:pt x="829" y="1049"/>
                        <a:pt x="937" y="952"/>
                      </a:cubicBezTo>
                      <a:cubicBezTo>
                        <a:pt x="1301" y="624"/>
                        <a:pt x="1083" y="4"/>
                        <a:pt x="609" y="4"/>
                      </a:cubicBezTo>
                      <a:cubicBezTo>
                        <a:pt x="588" y="2"/>
                        <a:pt x="567" y="1"/>
                        <a:pt x="547" y="1"/>
                      </a:cubicBezTo>
                      <a:close/>
                    </a:path>
                  </a:pathLst>
                </a:custGeom>
                <a:solidFill>
                  <a:srgbClr val="17171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8" name="Google Shape;3338;p319"/>
                <p:cNvSpPr/>
                <p:nvPr/>
              </p:nvSpPr>
              <p:spPr>
                <a:xfrm>
                  <a:off x="4798375" y="2103225"/>
                  <a:ext cx="30725" cy="25550"/>
                </a:xfrm>
                <a:custGeom>
                  <a:rect b="b" l="l" r="r" t="t"/>
                  <a:pathLst>
                    <a:path extrusionOk="0" h="1022" w="1229">
                      <a:moveTo>
                        <a:pt x="584" y="0"/>
                      </a:moveTo>
                      <a:cubicBezTo>
                        <a:pt x="292" y="0"/>
                        <a:pt x="37" y="219"/>
                        <a:pt x="37" y="510"/>
                      </a:cubicBezTo>
                      <a:cubicBezTo>
                        <a:pt x="1" y="765"/>
                        <a:pt x="219" y="1020"/>
                        <a:pt x="511" y="1020"/>
                      </a:cubicBezTo>
                      <a:cubicBezTo>
                        <a:pt x="523" y="1021"/>
                        <a:pt x="535" y="1021"/>
                        <a:pt x="547" y="1021"/>
                      </a:cubicBezTo>
                      <a:cubicBezTo>
                        <a:pt x="1204" y="1021"/>
                        <a:pt x="1228" y="36"/>
                        <a:pt x="584" y="0"/>
                      </a:cubicBezTo>
                      <a:close/>
                    </a:path>
                  </a:pathLst>
                </a:custGeom>
                <a:solidFill>
                  <a:srgbClr val="17171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9" name="Google Shape;3339;p319"/>
                <p:cNvSpPr/>
                <p:nvPr/>
              </p:nvSpPr>
              <p:spPr>
                <a:xfrm>
                  <a:off x="4619825" y="2014850"/>
                  <a:ext cx="103875" cy="43750"/>
                </a:xfrm>
                <a:custGeom>
                  <a:rect b="b" l="l" r="r" t="t"/>
                  <a:pathLst>
                    <a:path extrusionOk="0" h="1750" w="4155">
                      <a:moveTo>
                        <a:pt x="2821" y="0"/>
                      </a:moveTo>
                      <a:cubicBezTo>
                        <a:pt x="2584" y="0"/>
                        <a:pt x="2345" y="37"/>
                        <a:pt x="2114" y="110"/>
                      </a:cubicBezTo>
                      <a:cubicBezTo>
                        <a:pt x="1276" y="438"/>
                        <a:pt x="547" y="1021"/>
                        <a:pt x="1" y="1750"/>
                      </a:cubicBezTo>
                      <a:lnTo>
                        <a:pt x="4155" y="438"/>
                      </a:lnTo>
                      <a:cubicBezTo>
                        <a:pt x="3766" y="146"/>
                        <a:pt x="3296" y="0"/>
                        <a:pt x="2821" y="0"/>
                      </a:cubicBezTo>
                      <a:close/>
                    </a:path>
                  </a:pathLst>
                </a:custGeom>
                <a:solidFill>
                  <a:srgbClr val="17171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0" name="Google Shape;3340;p319"/>
                <p:cNvSpPr/>
                <p:nvPr/>
              </p:nvSpPr>
              <p:spPr>
                <a:xfrm>
                  <a:off x="4781975" y="2012575"/>
                  <a:ext cx="54700" cy="28725"/>
                </a:xfrm>
                <a:custGeom>
                  <a:rect b="b" l="l" r="r" t="t"/>
                  <a:pathLst>
                    <a:path extrusionOk="0" h="1149" w="2188">
                      <a:moveTo>
                        <a:pt x="946" y="0"/>
                      </a:moveTo>
                      <a:cubicBezTo>
                        <a:pt x="578" y="0"/>
                        <a:pt x="213" y="152"/>
                        <a:pt x="1" y="456"/>
                      </a:cubicBezTo>
                      <a:lnTo>
                        <a:pt x="2187" y="1148"/>
                      </a:lnTo>
                      <a:cubicBezTo>
                        <a:pt x="2187" y="1148"/>
                        <a:pt x="1786" y="237"/>
                        <a:pt x="1167" y="19"/>
                      </a:cubicBezTo>
                      <a:cubicBezTo>
                        <a:pt x="1094" y="6"/>
                        <a:pt x="1020" y="0"/>
                        <a:pt x="946" y="0"/>
                      </a:cubicBezTo>
                      <a:close/>
                    </a:path>
                  </a:pathLst>
                </a:custGeom>
                <a:solidFill>
                  <a:srgbClr val="17171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1" name="Google Shape;3341;p319"/>
                <p:cNvSpPr/>
                <p:nvPr/>
              </p:nvSpPr>
              <p:spPr>
                <a:xfrm>
                  <a:off x="4472250" y="1875475"/>
                  <a:ext cx="303375" cy="166150"/>
                </a:xfrm>
                <a:custGeom>
                  <a:rect b="b" l="l" r="r" t="t"/>
                  <a:pathLst>
                    <a:path extrusionOk="0" h="6646" w="12135">
                      <a:moveTo>
                        <a:pt x="8163" y="0"/>
                      </a:moveTo>
                      <a:lnTo>
                        <a:pt x="7726" y="110"/>
                      </a:lnTo>
                      <a:lnTo>
                        <a:pt x="7543" y="146"/>
                      </a:lnTo>
                      <a:lnTo>
                        <a:pt x="6268" y="474"/>
                      </a:lnTo>
                      <a:cubicBezTo>
                        <a:pt x="5466" y="766"/>
                        <a:pt x="4701" y="1130"/>
                        <a:pt x="3973" y="1604"/>
                      </a:cubicBezTo>
                      <a:lnTo>
                        <a:pt x="3426" y="2150"/>
                      </a:lnTo>
                      <a:lnTo>
                        <a:pt x="839" y="4810"/>
                      </a:lnTo>
                      <a:lnTo>
                        <a:pt x="110" y="5503"/>
                      </a:lnTo>
                      <a:lnTo>
                        <a:pt x="1" y="5612"/>
                      </a:lnTo>
                      <a:cubicBezTo>
                        <a:pt x="74" y="5685"/>
                        <a:pt x="110" y="5758"/>
                        <a:pt x="183" y="5794"/>
                      </a:cubicBezTo>
                      <a:lnTo>
                        <a:pt x="292" y="5903"/>
                      </a:lnTo>
                      <a:cubicBezTo>
                        <a:pt x="802" y="6341"/>
                        <a:pt x="1458" y="6596"/>
                        <a:pt x="2151" y="6632"/>
                      </a:cubicBezTo>
                      <a:cubicBezTo>
                        <a:pt x="2260" y="6641"/>
                        <a:pt x="2371" y="6645"/>
                        <a:pt x="2483" y="6645"/>
                      </a:cubicBezTo>
                      <a:cubicBezTo>
                        <a:pt x="4673" y="6645"/>
                        <a:pt x="7235" y="4995"/>
                        <a:pt x="9037" y="3608"/>
                      </a:cubicBezTo>
                      <a:cubicBezTo>
                        <a:pt x="9620" y="3098"/>
                        <a:pt x="10313" y="2697"/>
                        <a:pt x="11042" y="2478"/>
                      </a:cubicBezTo>
                      <a:cubicBezTo>
                        <a:pt x="11114" y="2478"/>
                        <a:pt x="11151" y="2478"/>
                        <a:pt x="11224" y="2442"/>
                      </a:cubicBezTo>
                      <a:cubicBezTo>
                        <a:pt x="11333" y="2424"/>
                        <a:pt x="11442" y="2414"/>
                        <a:pt x="11552" y="2414"/>
                      </a:cubicBezTo>
                      <a:cubicBezTo>
                        <a:pt x="11661" y="2414"/>
                        <a:pt x="11770" y="2424"/>
                        <a:pt x="11880" y="2442"/>
                      </a:cubicBezTo>
                      <a:cubicBezTo>
                        <a:pt x="11989" y="2478"/>
                        <a:pt x="12062" y="2515"/>
                        <a:pt x="12135" y="2551"/>
                      </a:cubicBezTo>
                      <a:lnTo>
                        <a:pt x="11953" y="2442"/>
                      </a:lnTo>
                      <a:lnTo>
                        <a:pt x="11625" y="2223"/>
                      </a:lnTo>
                      <a:lnTo>
                        <a:pt x="11114" y="1895"/>
                      </a:lnTo>
                      <a:lnTo>
                        <a:pt x="9256" y="693"/>
                      </a:lnTo>
                      <a:lnTo>
                        <a:pt x="8236" y="37"/>
                      </a:lnTo>
                      <a:lnTo>
                        <a:pt x="8163" y="0"/>
                      </a:lnTo>
                      <a:close/>
                    </a:path>
                  </a:pathLst>
                </a:custGeom>
                <a:solidFill>
                  <a:srgbClr val="1F27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2" name="Google Shape;3342;p319"/>
                <p:cNvSpPr/>
                <p:nvPr/>
              </p:nvSpPr>
              <p:spPr>
                <a:xfrm>
                  <a:off x="4775600" y="1939250"/>
                  <a:ext cx="6400" cy="3650"/>
                </a:xfrm>
                <a:custGeom>
                  <a:rect b="b" l="l" r="r" t="t"/>
                  <a:pathLst>
                    <a:path extrusionOk="0" h="146" w="256">
                      <a:moveTo>
                        <a:pt x="1" y="0"/>
                      </a:moveTo>
                      <a:lnTo>
                        <a:pt x="256" y="146"/>
                      </a:lnTo>
                      <a:cubicBezTo>
                        <a:pt x="183" y="73"/>
                        <a:pt x="110" y="37"/>
                        <a:pt x="1" y="0"/>
                      </a:cubicBezTo>
                      <a:close/>
                    </a:path>
                  </a:pathLst>
                </a:custGeom>
                <a:solidFill>
                  <a:srgbClr val="1F27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3" name="Google Shape;3343;p319"/>
                <p:cNvSpPr/>
                <p:nvPr/>
              </p:nvSpPr>
              <p:spPr>
                <a:xfrm>
                  <a:off x="5638275" y="2252600"/>
                  <a:ext cx="594900" cy="430000"/>
                </a:xfrm>
                <a:custGeom>
                  <a:rect b="b" l="l" r="r" t="t"/>
                  <a:pathLst>
                    <a:path extrusionOk="0" h="17200" w="23796">
                      <a:moveTo>
                        <a:pt x="18147" y="1"/>
                      </a:moveTo>
                      <a:lnTo>
                        <a:pt x="1" y="17200"/>
                      </a:lnTo>
                      <a:lnTo>
                        <a:pt x="10604" y="17200"/>
                      </a:lnTo>
                      <a:lnTo>
                        <a:pt x="23795" y="5066"/>
                      </a:lnTo>
                      <a:lnTo>
                        <a:pt x="18147" y="1"/>
                      </a:lnTo>
                      <a:close/>
                    </a:path>
                  </a:pathLst>
                </a:custGeom>
                <a:solidFill>
                  <a:srgbClr val="28282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4" name="Google Shape;3344;p319"/>
                <p:cNvSpPr/>
                <p:nvPr/>
              </p:nvSpPr>
              <p:spPr>
                <a:xfrm>
                  <a:off x="5507100" y="2075875"/>
                  <a:ext cx="458250" cy="511075"/>
                </a:xfrm>
                <a:custGeom>
                  <a:rect b="b" l="l" r="r" t="t"/>
                  <a:pathLst>
                    <a:path extrusionOk="0" h="20443" w="18330">
                      <a:moveTo>
                        <a:pt x="15487" y="1"/>
                      </a:moveTo>
                      <a:lnTo>
                        <a:pt x="1" y="14649"/>
                      </a:lnTo>
                      <a:lnTo>
                        <a:pt x="1" y="20443"/>
                      </a:lnTo>
                      <a:lnTo>
                        <a:pt x="18329" y="2552"/>
                      </a:lnTo>
                      <a:lnTo>
                        <a:pt x="15487" y="1"/>
                      </a:lnTo>
                      <a:close/>
                    </a:path>
                  </a:pathLst>
                </a:custGeom>
                <a:solidFill>
                  <a:srgbClr val="28282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5" name="Google Shape;3345;p319"/>
                <p:cNvSpPr/>
                <p:nvPr/>
              </p:nvSpPr>
              <p:spPr>
                <a:xfrm>
                  <a:off x="6277775" y="4455300"/>
                  <a:ext cx="653175" cy="204100"/>
                </a:xfrm>
                <a:custGeom>
                  <a:rect b="b" l="l" r="r" t="t"/>
                  <a:pathLst>
                    <a:path extrusionOk="0" h="8164" w="26127">
                      <a:moveTo>
                        <a:pt x="15195" y="1"/>
                      </a:moveTo>
                      <a:lnTo>
                        <a:pt x="1" y="8163"/>
                      </a:lnTo>
                      <a:lnTo>
                        <a:pt x="26127" y="7835"/>
                      </a:lnTo>
                      <a:lnTo>
                        <a:pt x="24414" y="1"/>
                      </a:lnTo>
                      <a:close/>
                    </a:path>
                  </a:pathLst>
                </a:custGeom>
                <a:solidFill>
                  <a:srgbClr val="10101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6" name="Google Shape;3346;p319"/>
                <p:cNvSpPr/>
                <p:nvPr/>
              </p:nvSpPr>
              <p:spPr>
                <a:xfrm>
                  <a:off x="6277775" y="4651175"/>
                  <a:ext cx="655925" cy="93850"/>
                </a:xfrm>
                <a:custGeom>
                  <a:rect b="b" l="l" r="r" t="t"/>
                  <a:pathLst>
                    <a:path extrusionOk="0" h="3754" w="26237">
                      <a:moveTo>
                        <a:pt x="26127" y="0"/>
                      </a:moveTo>
                      <a:lnTo>
                        <a:pt x="1" y="328"/>
                      </a:lnTo>
                      <a:lnTo>
                        <a:pt x="74" y="3753"/>
                      </a:lnTo>
                      <a:lnTo>
                        <a:pt x="26236" y="3462"/>
                      </a:lnTo>
                      <a:lnTo>
                        <a:pt x="2612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7" name="Google Shape;3347;p319"/>
                <p:cNvSpPr/>
                <p:nvPr/>
              </p:nvSpPr>
              <p:spPr>
                <a:xfrm>
                  <a:off x="6499150" y="4530925"/>
                  <a:ext cx="74725" cy="20050"/>
                </a:xfrm>
                <a:custGeom>
                  <a:rect b="b" l="l" r="r" t="t"/>
                  <a:pathLst>
                    <a:path extrusionOk="0" fill="none" h="802" w="2989">
                      <a:moveTo>
                        <a:pt x="0" y="0"/>
                      </a:moveTo>
                      <a:lnTo>
                        <a:pt x="2988" y="802"/>
                      </a:lnTo>
                    </a:path>
                  </a:pathLst>
                </a:custGeom>
                <a:noFill/>
                <a:ln cap="rnd" cmpd="sng" w="209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8" name="Google Shape;3348;p319"/>
                <p:cNvSpPr/>
                <p:nvPr/>
              </p:nvSpPr>
              <p:spPr>
                <a:xfrm>
                  <a:off x="6572925" y="4492650"/>
                  <a:ext cx="74725" cy="21000"/>
                </a:xfrm>
                <a:custGeom>
                  <a:rect b="b" l="l" r="r" t="t"/>
                  <a:pathLst>
                    <a:path extrusionOk="0" fill="none" h="840" w="2989">
                      <a:moveTo>
                        <a:pt x="1" y="1"/>
                      </a:moveTo>
                      <a:lnTo>
                        <a:pt x="2989" y="839"/>
                      </a:lnTo>
                    </a:path>
                  </a:pathLst>
                </a:custGeom>
                <a:noFill/>
                <a:ln cap="rnd" cmpd="sng" w="209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9" name="Google Shape;3349;p319"/>
                <p:cNvSpPr/>
                <p:nvPr/>
              </p:nvSpPr>
              <p:spPr>
                <a:xfrm>
                  <a:off x="6611200" y="4131925"/>
                  <a:ext cx="276950" cy="323400"/>
                </a:xfrm>
                <a:custGeom>
                  <a:rect b="b" l="l" r="r" t="t"/>
                  <a:pathLst>
                    <a:path extrusionOk="0" h="12936" w="11078">
                      <a:moveTo>
                        <a:pt x="0" y="0"/>
                      </a:moveTo>
                      <a:lnTo>
                        <a:pt x="1676" y="12936"/>
                      </a:lnTo>
                      <a:lnTo>
                        <a:pt x="11077" y="12936"/>
                      </a:lnTo>
                      <a:lnTo>
                        <a:pt x="936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0" name="Google Shape;3350;p319"/>
                <p:cNvSpPr/>
                <p:nvPr/>
              </p:nvSpPr>
              <p:spPr>
                <a:xfrm>
                  <a:off x="6289625" y="2464875"/>
                  <a:ext cx="656825" cy="1878425"/>
                </a:xfrm>
                <a:custGeom>
                  <a:rect b="b" l="l" r="r" t="t"/>
                  <a:pathLst>
                    <a:path extrusionOk="0" h="75137" w="26273">
                      <a:moveTo>
                        <a:pt x="14758" y="0"/>
                      </a:moveTo>
                      <a:lnTo>
                        <a:pt x="0" y="11369"/>
                      </a:lnTo>
                      <a:lnTo>
                        <a:pt x="3098" y="40155"/>
                      </a:lnTo>
                      <a:lnTo>
                        <a:pt x="11041" y="75136"/>
                      </a:lnTo>
                      <a:lnTo>
                        <a:pt x="26272" y="75136"/>
                      </a:lnTo>
                      <a:lnTo>
                        <a:pt x="19058" y="39135"/>
                      </a:lnTo>
                      <a:lnTo>
                        <a:pt x="14758" y="0"/>
                      </a:lnTo>
                      <a:close/>
                    </a:path>
                  </a:pathLst>
                </a:custGeom>
                <a:solidFill>
                  <a:srgbClr val="351C7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1" name="Google Shape;3351;p319"/>
                <p:cNvSpPr/>
                <p:nvPr/>
              </p:nvSpPr>
              <p:spPr>
                <a:xfrm>
                  <a:off x="5518050" y="4455300"/>
                  <a:ext cx="654075" cy="204100"/>
                </a:xfrm>
                <a:custGeom>
                  <a:rect b="b" l="l" r="r" t="t"/>
                  <a:pathLst>
                    <a:path extrusionOk="0" h="8164" w="26163">
                      <a:moveTo>
                        <a:pt x="15195" y="1"/>
                      </a:moveTo>
                      <a:lnTo>
                        <a:pt x="0" y="8163"/>
                      </a:lnTo>
                      <a:lnTo>
                        <a:pt x="26163" y="7835"/>
                      </a:lnTo>
                      <a:lnTo>
                        <a:pt x="24414" y="1"/>
                      </a:lnTo>
                      <a:close/>
                    </a:path>
                  </a:pathLst>
                </a:custGeom>
                <a:solidFill>
                  <a:srgbClr val="10101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2" name="Google Shape;3352;p319"/>
                <p:cNvSpPr/>
                <p:nvPr/>
              </p:nvSpPr>
              <p:spPr>
                <a:xfrm>
                  <a:off x="5518050" y="4651175"/>
                  <a:ext cx="655900" cy="93850"/>
                </a:xfrm>
                <a:custGeom>
                  <a:rect b="b" l="l" r="r" t="t"/>
                  <a:pathLst>
                    <a:path extrusionOk="0" h="3754" w="26236">
                      <a:moveTo>
                        <a:pt x="26163" y="0"/>
                      </a:moveTo>
                      <a:lnTo>
                        <a:pt x="0" y="328"/>
                      </a:lnTo>
                      <a:lnTo>
                        <a:pt x="73" y="3753"/>
                      </a:lnTo>
                      <a:lnTo>
                        <a:pt x="26236" y="3462"/>
                      </a:lnTo>
                      <a:lnTo>
                        <a:pt x="261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3" name="Google Shape;3353;p319"/>
                <p:cNvSpPr/>
                <p:nvPr/>
              </p:nvSpPr>
              <p:spPr>
                <a:xfrm>
                  <a:off x="5739400" y="4530925"/>
                  <a:ext cx="75625" cy="20050"/>
                </a:xfrm>
                <a:custGeom>
                  <a:rect b="b" l="l" r="r" t="t"/>
                  <a:pathLst>
                    <a:path extrusionOk="0" fill="none" h="802" w="3025">
                      <a:moveTo>
                        <a:pt x="1" y="0"/>
                      </a:moveTo>
                      <a:lnTo>
                        <a:pt x="3025" y="802"/>
                      </a:lnTo>
                    </a:path>
                  </a:pathLst>
                </a:custGeom>
                <a:noFill/>
                <a:ln cap="rnd" cmpd="sng" w="209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4" name="Google Shape;3354;p319"/>
                <p:cNvSpPr/>
                <p:nvPr/>
              </p:nvSpPr>
              <p:spPr>
                <a:xfrm>
                  <a:off x="5813200" y="4492650"/>
                  <a:ext cx="74725" cy="21000"/>
                </a:xfrm>
                <a:custGeom>
                  <a:rect b="b" l="l" r="r" t="t"/>
                  <a:pathLst>
                    <a:path extrusionOk="0" fill="none" h="840" w="2989">
                      <a:moveTo>
                        <a:pt x="0" y="1"/>
                      </a:moveTo>
                      <a:lnTo>
                        <a:pt x="2988" y="839"/>
                      </a:lnTo>
                    </a:path>
                  </a:pathLst>
                </a:custGeom>
                <a:noFill/>
                <a:ln cap="rnd" cmpd="sng" w="209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5" name="Google Shape;3355;p319"/>
                <p:cNvSpPr/>
                <p:nvPr/>
              </p:nvSpPr>
              <p:spPr>
                <a:xfrm>
                  <a:off x="5893350" y="4131925"/>
                  <a:ext cx="253275" cy="323400"/>
                </a:xfrm>
                <a:custGeom>
                  <a:rect b="b" l="l" r="r" t="t"/>
                  <a:pathLst>
                    <a:path extrusionOk="0" h="12936" w="10131">
                      <a:moveTo>
                        <a:pt x="729" y="0"/>
                      </a:moveTo>
                      <a:lnTo>
                        <a:pt x="1" y="12936"/>
                      </a:lnTo>
                      <a:lnTo>
                        <a:pt x="9402" y="12936"/>
                      </a:lnTo>
                      <a:lnTo>
                        <a:pt x="1013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6" name="Google Shape;3356;p319"/>
                <p:cNvSpPr/>
                <p:nvPr/>
              </p:nvSpPr>
              <p:spPr>
                <a:xfrm>
                  <a:off x="5850550" y="2384700"/>
                  <a:ext cx="855400" cy="1958600"/>
                </a:xfrm>
                <a:custGeom>
                  <a:rect b="b" l="l" r="r" t="t"/>
                  <a:pathLst>
                    <a:path extrusionOk="0" h="78344" w="34216">
                      <a:moveTo>
                        <a:pt x="13774" y="0"/>
                      </a:moveTo>
                      <a:lnTo>
                        <a:pt x="2514" y="36002"/>
                      </a:lnTo>
                      <a:cubicBezTo>
                        <a:pt x="1858" y="37933"/>
                        <a:pt x="1458" y="39973"/>
                        <a:pt x="1385" y="42014"/>
                      </a:cubicBezTo>
                      <a:lnTo>
                        <a:pt x="0" y="78343"/>
                      </a:lnTo>
                      <a:lnTo>
                        <a:pt x="15049" y="78343"/>
                      </a:lnTo>
                      <a:lnTo>
                        <a:pt x="18984" y="39645"/>
                      </a:lnTo>
                      <a:lnTo>
                        <a:pt x="34216" y="3207"/>
                      </a:lnTo>
                      <a:lnTo>
                        <a:pt x="13774" y="0"/>
                      </a:lnTo>
                      <a:close/>
                    </a:path>
                  </a:pathLst>
                </a:custGeom>
                <a:solidFill>
                  <a:srgbClr val="351C7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7" name="Google Shape;3357;p319"/>
                <p:cNvSpPr/>
                <p:nvPr/>
              </p:nvSpPr>
              <p:spPr>
                <a:xfrm>
                  <a:off x="5802100" y="1235900"/>
                  <a:ext cx="155950" cy="133225"/>
                </a:xfrm>
                <a:custGeom>
                  <a:rect b="b" l="l" r="r" t="t"/>
                  <a:pathLst>
                    <a:path extrusionOk="0" h="5329" w="6238">
                      <a:moveTo>
                        <a:pt x="3517" y="1"/>
                      </a:moveTo>
                      <a:cubicBezTo>
                        <a:pt x="1268" y="1"/>
                        <a:pt x="1" y="2698"/>
                        <a:pt x="1537" y="4449"/>
                      </a:cubicBezTo>
                      <a:cubicBezTo>
                        <a:pt x="2080" y="5055"/>
                        <a:pt x="2785" y="5329"/>
                        <a:pt x="3481" y="5329"/>
                      </a:cubicBezTo>
                      <a:cubicBezTo>
                        <a:pt x="4792" y="5329"/>
                        <a:pt x="6070" y="4357"/>
                        <a:pt x="6165" y="2809"/>
                      </a:cubicBezTo>
                      <a:cubicBezTo>
                        <a:pt x="6238" y="1352"/>
                        <a:pt x="5108" y="113"/>
                        <a:pt x="3651" y="4"/>
                      </a:cubicBezTo>
                      <a:cubicBezTo>
                        <a:pt x="3606" y="2"/>
                        <a:pt x="3561" y="1"/>
                        <a:pt x="3517" y="1"/>
                      </a:cubicBezTo>
                      <a:close/>
                    </a:path>
                  </a:pathLst>
                </a:custGeom>
                <a:solidFill>
                  <a:srgbClr val="92483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8" name="Google Shape;3358;p319"/>
                <p:cNvSpPr/>
                <p:nvPr/>
              </p:nvSpPr>
              <p:spPr>
                <a:xfrm>
                  <a:off x="6024525" y="1236900"/>
                  <a:ext cx="251450" cy="418150"/>
                </a:xfrm>
                <a:custGeom>
                  <a:rect b="b" l="l" r="r" t="t"/>
                  <a:pathLst>
                    <a:path extrusionOk="0" h="16726" w="10058">
                      <a:moveTo>
                        <a:pt x="5794" y="0"/>
                      </a:moveTo>
                      <a:lnTo>
                        <a:pt x="1" y="7543"/>
                      </a:lnTo>
                      <a:lnTo>
                        <a:pt x="1750" y="16725"/>
                      </a:lnTo>
                      <a:lnTo>
                        <a:pt x="10058" y="14685"/>
                      </a:lnTo>
                      <a:lnTo>
                        <a:pt x="5794" y="0"/>
                      </a:lnTo>
                      <a:close/>
                    </a:path>
                  </a:pathLst>
                </a:custGeom>
                <a:solidFill>
                  <a:srgbClr val="A15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9" name="Google Shape;3359;p319"/>
                <p:cNvSpPr/>
                <p:nvPr/>
              </p:nvSpPr>
              <p:spPr>
                <a:xfrm>
                  <a:off x="6025450" y="1355325"/>
                  <a:ext cx="129375" cy="165800"/>
                </a:xfrm>
                <a:custGeom>
                  <a:rect b="b" l="l" r="r" t="t"/>
                  <a:pathLst>
                    <a:path extrusionOk="0" h="6632" w="5175">
                      <a:moveTo>
                        <a:pt x="4482" y="0"/>
                      </a:moveTo>
                      <a:lnTo>
                        <a:pt x="0" y="3061"/>
                      </a:lnTo>
                      <a:lnTo>
                        <a:pt x="693" y="6632"/>
                      </a:lnTo>
                      <a:cubicBezTo>
                        <a:pt x="693" y="6632"/>
                        <a:pt x="5174" y="5502"/>
                        <a:pt x="4482" y="0"/>
                      </a:cubicBezTo>
                      <a:close/>
                    </a:path>
                  </a:pathLst>
                </a:custGeom>
                <a:solidFill>
                  <a:srgbClr val="2318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0" name="Google Shape;3360;p319"/>
                <p:cNvSpPr/>
                <p:nvPr/>
              </p:nvSpPr>
              <p:spPr>
                <a:xfrm>
                  <a:off x="5837775" y="1014950"/>
                  <a:ext cx="374450" cy="460350"/>
                </a:xfrm>
                <a:custGeom>
                  <a:rect b="b" l="l" r="r" t="t"/>
                  <a:pathLst>
                    <a:path extrusionOk="0" h="18414" w="14978">
                      <a:moveTo>
                        <a:pt x="6736" y="1"/>
                      </a:moveTo>
                      <a:cubicBezTo>
                        <a:pt x="5466" y="1"/>
                        <a:pt x="4187" y="334"/>
                        <a:pt x="3025" y="971"/>
                      </a:cubicBezTo>
                      <a:cubicBezTo>
                        <a:pt x="547" y="2356"/>
                        <a:pt x="1" y="4396"/>
                        <a:pt x="147" y="6692"/>
                      </a:cubicBezTo>
                      <a:cubicBezTo>
                        <a:pt x="292" y="9315"/>
                        <a:pt x="730" y="13360"/>
                        <a:pt x="1859" y="15218"/>
                      </a:cubicBezTo>
                      <a:cubicBezTo>
                        <a:pt x="3092" y="17180"/>
                        <a:pt x="4863" y="18413"/>
                        <a:pt x="7100" y="18413"/>
                      </a:cubicBezTo>
                      <a:cubicBezTo>
                        <a:pt x="8103" y="18413"/>
                        <a:pt x="9201" y="18165"/>
                        <a:pt x="10386" y="17623"/>
                      </a:cubicBezTo>
                      <a:cubicBezTo>
                        <a:pt x="10386" y="17623"/>
                        <a:pt x="14977" y="16239"/>
                        <a:pt x="14467" y="9097"/>
                      </a:cubicBezTo>
                      <a:cubicBezTo>
                        <a:pt x="14007" y="2789"/>
                        <a:pt x="10408" y="1"/>
                        <a:pt x="6736" y="1"/>
                      </a:cubicBezTo>
                      <a:close/>
                    </a:path>
                  </a:pathLst>
                </a:custGeom>
                <a:solidFill>
                  <a:srgbClr val="A15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1" name="Google Shape;3361;p319"/>
                <p:cNvSpPr/>
                <p:nvPr/>
              </p:nvSpPr>
              <p:spPr>
                <a:xfrm>
                  <a:off x="5860550" y="1263300"/>
                  <a:ext cx="31925" cy="27325"/>
                </a:xfrm>
                <a:custGeom>
                  <a:rect b="b" l="l" r="r" t="t"/>
                  <a:pathLst>
                    <a:path extrusionOk="0" h="1093" w="1277">
                      <a:moveTo>
                        <a:pt x="730" y="1"/>
                      </a:moveTo>
                      <a:cubicBezTo>
                        <a:pt x="256" y="1"/>
                        <a:pt x="1" y="584"/>
                        <a:pt x="329" y="912"/>
                      </a:cubicBezTo>
                      <a:cubicBezTo>
                        <a:pt x="453" y="1036"/>
                        <a:pt x="603" y="1093"/>
                        <a:pt x="747" y="1093"/>
                      </a:cubicBezTo>
                      <a:cubicBezTo>
                        <a:pt x="1024" y="1093"/>
                        <a:pt x="1276" y="883"/>
                        <a:pt x="1276" y="547"/>
                      </a:cubicBezTo>
                      <a:cubicBezTo>
                        <a:pt x="1276" y="256"/>
                        <a:pt x="1058" y="1"/>
                        <a:pt x="730" y="1"/>
                      </a:cubicBezTo>
                      <a:close/>
                    </a:path>
                  </a:pathLst>
                </a:custGeom>
                <a:solidFill>
                  <a:srgbClr val="17171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2" name="Google Shape;3362;p319"/>
                <p:cNvSpPr/>
                <p:nvPr/>
              </p:nvSpPr>
              <p:spPr>
                <a:xfrm>
                  <a:off x="5972850" y="1238675"/>
                  <a:ext cx="31675" cy="27150"/>
                </a:xfrm>
                <a:custGeom>
                  <a:rect b="b" l="l" r="r" t="t"/>
                  <a:pathLst>
                    <a:path extrusionOk="0" h="1086" w="1267">
                      <a:moveTo>
                        <a:pt x="713" y="0"/>
                      </a:moveTo>
                      <a:cubicBezTo>
                        <a:pt x="232" y="0"/>
                        <a:pt x="0" y="594"/>
                        <a:pt x="319" y="913"/>
                      </a:cubicBezTo>
                      <a:cubicBezTo>
                        <a:pt x="439" y="1033"/>
                        <a:pt x="582" y="1086"/>
                        <a:pt x="721" y="1086"/>
                      </a:cubicBezTo>
                      <a:cubicBezTo>
                        <a:pt x="1004" y="1086"/>
                        <a:pt x="1266" y="866"/>
                        <a:pt x="1266" y="549"/>
                      </a:cubicBezTo>
                      <a:cubicBezTo>
                        <a:pt x="1266" y="257"/>
                        <a:pt x="1048" y="2"/>
                        <a:pt x="756" y="2"/>
                      </a:cubicBezTo>
                      <a:cubicBezTo>
                        <a:pt x="742" y="1"/>
                        <a:pt x="727" y="0"/>
                        <a:pt x="713" y="0"/>
                      </a:cubicBezTo>
                      <a:close/>
                    </a:path>
                  </a:pathLst>
                </a:custGeom>
                <a:solidFill>
                  <a:srgbClr val="17171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3" name="Google Shape;3363;p319"/>
                <p:cNvSpPr/>
                <p:nvPr/>
              </p:nvSpPr>
              <p:spPr>
                <a:xfrm>
                  <a:off x="5915225" y="1282450"/>
                  <a:ext cx="22800" cy="48300"/>
                </a:xfrm>
                <a:custGeom>
                  <a:rect b="b" l="l" r="r" t="t"/>
                  <a:pathLst>
                    <a:path extrusionOk="0" fill="none" h="1932" w="912">
                      <a:moveTo>
                        <a:pt x="146" y="0"/>
                      </a:moveTo>
                      <a:lnTo>
                        <a:pt x="37" y="1603"/>
                      </a:lnTo>
                      <a:cubicBezTo>
                        <a:pt x="0" y="1749"/>
                        <a:pt x="146" y="1895"/>
                        <a:pt x="328" y="1931"/>
                      </a:cubicBezTo>
                      <a:lnTo>
                        <a:pt x="911" y="1931"/>
                      </a:lnTo>
                    </a:path>
                  </a:pathLst>
                </a:custGeom>
                <a:noFill/>
                <a:ln cap="rnd" cmpd="sng" w="4550">
                  <a:solidFill>
                    <a:srgbClr val="1E0B0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4" name="Google Shape;3364;p319"/>
                <p:cNvSpPr/>
                <p:nvPr/>
              </p:nvSpPr>
              <p:spPr>
                <a:xfrm>
                  <a:off x="5932525" y="1161275"/>
                  <a:ext cx="111150" cy="38300"/>
                </a:xfrm>
                <a:custGeom>
                  <a:rect b="b" l="l" r="r" t="t"/>
                  <a:pathLst>
                    <a:path extrusionOk="0" h="1532" w="4446">
                      <a:moveTo>
                        <a:pt x="1640" y="1"/>
                      </a:moveTo>
                      <a:cubicBezTo>
                        <a:pt x="328" y="1"/>
                        <a:pt x="0" y="1531"/>
                        <a:pt x="0" y="1531"/>
                      </a:cubicBezTo>
                      <a:lnTo>
                        <a:pt x="4446" y="1385"/>
                      </a:lnTo>
                      <a:cubicBezTo>
                        <a:pt x="4446" y="1385"/>
                        <a:pt x="2952" y="1"/>
                        <a:pt x="1640" y="1"/>
                      </a:cubicBezTo>
                      <a:close/>
                    </a:path>
                  </a:pathLst>
                </a:custGeom>
                <a:solidFill>
                  <a:srgbClr val="17171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5" name="Google Shape;3365;p319"/>
                <p:cNvSpPr/>
                <p:nvPr/>
              </p:nvSpPr>
              <p:spPr>
                <a:xfrm>
                  <a:off x="5837775" y="1190250"/>
                  <a:ext cx="51950" cy="41200"/>
                </a:xfrm>
                <a:custGeom>
                  <a:rect b="b" l="l" r="r" t="t"/>
                  <a:pathLst>
                    <a:path extrusionOk="0" h="1648" w="2078">
                      <a:moveTo>
                        <a:pt x="1093" y="1"/>
                      </a:moveTo>
                      <a:cubicBezTo>
                        <a:pt x="1022" y="1"/>
                        <a:pt x="949" y="14"/>
                        <a:pt x="875" y="44"/>
                      </a:cubicBezTo>
                      <a:cubicBezTo>
                        <a:pt x="292" y="299"/>
                        <a:pt x="1" y="1647"/>
                        <a:pt x="1" y="1647"/>
                      </a:cubicBezTo>
                      <a:lnTo>
                        <a:pt x="2078" y="736"/>
                      </a:lnTo>
                      <a:cubicBezTo>
                        <a:pt x="2078" y="736"/>
                        <a:pt x="1625" y="1"/>
                        <a:pt x="1093" y="1"/>
                      </a:cubicBezTo>
                      <a:close/>
                    </a:path>
                  </a:pathLst>
                </a:custGeom>
                <a:solidFill>
                  <a:srgbClr val="17171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6" name="Google Shape;3366;p319"/>
                <p:cNvSpPr/>
                <p:nvPr/>
              </p:nvSpPr>
              <p:spPr>
                <a:xfrm>
                  <a:off x="5845075" y="964800"/>
                  <a:ext cx="473850" cy="345000"/>
                </a:xfrm>
                <a:custGeom>
                  <a:rect b="b" l="l" r="r" t="t"/>
                  <a:pathLst>
                    <a:path extrusionOk="0" h="13800" w="18954">
                      <a:moveTo>
                        <a:pt x="9531" y="0"/>
                      </a:moveTo>
                      <a:cubicBezTo>
                        <a:pt x="9131" y="0"/>
                        <a:pt x="8711" y="20"/>
                        <a:pt x="8272" y="62"/>
                      </a:cubicBezTo>
                      <a:cubicBezTo>
                        <a:pt x="948" y="754"/>
                        <a:pt x="0" y="6402"/>
                        <a:pt x="0" y="6402"/>
                      </a:cubicBezTo>
                      <a:cubicBezTo>
                        <a:pt x="2048" y="5457"/>
                        <a:pt x="5264" y="5276"/>
                        <a:pt x="7424" y="5276"/>
                      </a:cubicBezTo>
                      <a:cubicBezTo>
                        <a:pt x="8761" y="5276"/>
                        <a:pt x="9693" y="5345"/>
                        <a:pt x="9693" y="5345"/>
                      </a:cubicBezTo>
                      <a:cubicBezTo>
                        <a:pt x="9766" y="10702"/>
                        <a:pt x="11989" y="11467"/>
                        <a:pt x="11989" y="11467"/>
                      </a:cubicBezTo>
                      <a:lnTo>
                        <a:pt x="13118" y="13799"/>
                      </a:lnTo>
                      <a:cubicBezTo>
                        <a:pt x="17662" y="11108"/>
                        <a:pt x="18954" y="0"/>
                        <a:pt x="9531" y="0"/>
                      </a:cubicBezTo>
                      <a:close/>
                    </a:path>
                  </a:pathLst>
                </a:custGeom>
                <a:solidFill>
                  <a:srgbClr val="17171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7" name="Google Shape;3367;p319"/>
                <p:cNvSpPr/>
                <p:nvPr/>
              </p:nvSpPr>
              <p:spPr>
                <a:xfrm>
                  <a:off x="6112975" y="1182100"/>
                  <a:ext cx="169375" cy="144300"/>
                </a:xfrm>
                <a:custGeom>
                  <a:rect b="b" l="l" r="r" t="t"/>
                  <a:pathLst>
                    <a:path extrusionOk="0" h="5772" w="6775">
                      <a:moveTo>
                        <a:pt x="3794" y="1"/>
                      </a:moveTo>
                      <a:cubicBezTo>
                        <a:pt x="1353" y="1"/>
                        <a:pt x="0" y="2965"/>
                        <a:pt x="1673" y="4816"/>
                      </a:cubicBezTo>
                      <a:cubicBezTo>
                        <a:pt x="2268" y="5474"/>
                        <a:pt x="3038" y="5771"/>
                        <a:pt x="3797" y="5771"/>
                      </a:cubicBezTo>
                      <a:cubicBezTo>
                        <a:pt x="5223" y="5771"/>
                        <a:pt x="6607" y="4719"/>
                        <a:pt x="6702" y="3030"/>
                      </a:cubicBezTo>
                      <a:cubicBezTo>
                        <a:pt x="6775" y="1463"/>
                        <a:pt x="5572" y="79"/>
                        <a:pt x="3969" y="6"/>
                      </a:cubicBezTo>
                      <a:cubicBezTo>
                        <a:pt x="3910" y="2"/>
                        <a:pt x="3852" y="1"/>
                        <a:pt x="3794" y="1"/>
                      </a:cubicBezTo>
                      <a:close/>
                    </a:path>
                  </a:pathLst>
                </a:custGeom>
                <a:solidFill>
                  <a:srgbClr val="A15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8" name="Google Shape;3368;p319"/>
                <p:cNvSpPr/>
                <p:nvPr/>
              </p:nvSpPr>
              <p:spPr>
                <a:xfrm>
                  <a:off x="6177575" y="1225050"/>
                  <a:ext cx="57425" cy="58325"/>
                </a:xfrm>
                <a:custGeom>
                  <a:rect b="b" l="l" r="r" t="t"/>
                  <a:pathLst>
                    <a:path extrusionOk="0" fill="none" h="2333" w="2297">
                      <a:moveTo>
                        <a:pt x="2296" y="73"/>
                      </a:moveTo>
                      <a:cubicBezTo>
                        <a:pt x="1021" y="0"/>
                        <a:pt x="0" y="1057"/>
                        <a:pt x="110" y="2332"/>
                      </a:cubicBezTo>
                    </a:path>
                  </a:pathLst>
                </a:custGeom>
                <a:noFill/>
                <a:ln cap="rnd" cmpd="sng" w="5475">
                  <a:solidFill>
                    <a:srgbClr val="33172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9" name="Google Shape;3369;p319"/>
                <p:cNvSpPr/>
                <p:nvPr/>
              </p:nvSpPr>
              <p:spPr>
                <a:xfrm>
                  <a:off x="5291200" y="2075875"/>
                  <a:ext cx="390825" cy="282425"/>
                </a:xfrm>
                <a:custGeom>
                  <a:rect b="b" l="l" r="r" t="t"/>
                  <a:pathLst>
                    <a:path extrusionOk="0" h="11297" w="15633">
                      <a:moveTo>
                        <a:pt x="3062" y="1"/>
                      </a:moveTo>
                      <a:lnTo>
                        <a:pt x="1" y="3645"/>
                      </a:lnTo>
                      <a:lnTo>
                        <a:pt x="11698" y="11297"/>
                      </a:lnTo>
                      <a:lnTo>
                        <a:pt x="15633" y="6050"/>
                      </a:lnTo>
                      <a:lnTo>
                        <a:pt x="3062" y="1"/>
                      </a:lnTo>
                      <a:close/>
                    </a:path>
                  </a:pathLst>
                </a:custGeom>
                <a:solidFill>
                  <a:srgbClr val="A15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0" name="Google Shape;3370;p319"/>
                <p:cNvSpPr/>
                <p:nvPr/>
              </p:nvSpPr>
              <p:spPr>
                <a:xfrm>
                  <a:off x="5122675" y="1983875"/>
                  <a:ext cx="266950" cy="210450"/>
                </a:xfrm>
                <a:custGeom>
                  <a:rect b="b" l="l" r="r" t="t"/>
                  <a:pathLst>
                    <a:path extrusionOk="0" h="8418" w="10678">
                      <a:moveTo>
                        <a:pt x="6997" y="1"/>
                      </a:moveTo>
                      <a:lnTo>
                        <a:pt x="2151" y="219"/>
                      </a:lnTo>
                      <a:cubicBezTo>
                        <a:pt x="1276" y="219"/>
                        <a:pt x="256" y="1531"/>
                        <a:pt x="183" y="2187"/>
                      </a:cubicBezTo>
                      <a:cubicBezTo>
                        <a:pt x="1" y="3790"/>
                        <a:pt x="2005" y="5066"/>
                        <a:pt x="2479" y="6669"/>
                      </a:cubicBezTo>
                      <a:cubicBezTo>
                        <a:pt x="2770" y="7543"/>
                        <a:pt x="3207" y="8309"/>
                        <a:pt x="3936" y="8381"/>
                      </a:cubicBezTo>
                      <a:lnTo>
                        <a:pt x="9293" y="8418"/>
                      </a:lnTo>
                      <a:lnTo>
                        <a:pt x="10677" y="5685"/>
                      </a:lnTo>
                      <a:lnTo>
                        <a:pt x="7398" y="948"/>
                      </a:lnTo>
                      <a:lnTo>
                        <a:pt x="6997" y="1"/>
                      </a:lnTo>
                      <a:close/>
                    </a:path>
                  </a:pathLst>
                </a:custGeom>
                <a:solidFill>
                  <a:srgbClr val="A15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1" name="Google Shape;3371;p319"/>
                <p:cNvSpPr/>
                <p:nvPr/>
              </p:nvSpPr>
              <p:spPr>
                <a:xfrm>
                  <a:off x="5231075" y="1954275"/>
                  <a:ext cx="162175" cy="170825"/>
                </a:xfrm>
                <a:custGeom>
                  <a:rect b="b" l="l" r="r" t="t"/>
                  <a:pathLst>
                    <a:path extrusionOk="0" h="6833" w="6487">
                      <a:moveTo>
                        <a:pt x="1264" y="1"/>
                      </a:moveTo>
                      <a:cubicBezTo>
                        <a:pt x="694" y="1"/>
                        <a:pt x="142" y="167"/>
                        <a:pt x="1" y="638"/>
                      </a:cubicBezTo>
                      <a:lnTo>
                        <a:pt x="1896" y="2715"/>
                      </a:lnTo>
                      <a:lnTo>
                        <a:pt x="2989" y="5375"/>
                      </a:lnTo>
                      <a:lnTo>
                        <a:pt x="6487" y="6833"/>
                      </a:lnTo>
                      <a:cubicBezTo>
                        <a:pt x="6341" y="6723"/>
                        <a:pt x="4738" y="2897"/>
                        <a:pt x="4191" y="1330"/>
                      </a:cubicBezTo>
                      <a:cubicBezTo>
                        <a:pt x="4046" y="930"/>
                        <a:pt x="3718" y="638"/>
                        <a:pt x="3317" y="492"/>
                      </a:cubicBezTo>
                      <a:lnTo>
                        <a:pt x="2151" y="128"/>
                      </a:lnTo>
                      <a:cubicBezTo>
                        <a:pt x="1893" y="50"/>
                        <a:pt x="1576" y="1"/>
                        <a:pt x="1264" y="1"/>
                      </a:cubicBezTo>
                      <a:close/>
                    </a:path>
                  </a:pathLst>
                </a:custGeom>
                <a:solidFill>
                  <a:srgbClr val="A15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2" name="Google Shape;3372;p319"/>
                <p:cNvSpPr/>
                <p:nvPr/>
              </p:nvSpPr>
              <p:spPr>
                <a:xfrm>
                  <a:off x="5158200" y="1956550"/>
                  <a:ext cx="138500" cy="68900"/>
                </a:xfrm>
                <a:custGeom>
                  <a:rect b="b" l="l" r="r" t="t"/>
                  <a:pathLst>
                    <a:path extrusionOk="0" h="2756" w="5540">
                      <a:moveTo>
                        <a:pt x="3535" y="0"/>
                      </a:moveTo>
                      <a:lnTo>
                        <a:pt x="1349" y="583"/>
                      </a:lnTo>
                      <a:cubicBezTo>
                        <a:pt x="438" y="802"/>
                        <a:pt x="1" y="1932"/>
                        <a:pt x="766" y="2478"/>
                      </a:cubicBezTo>
                      <a:cubicBezTo>
                        <a:pt x="1054" y="2651"/>
                        <a:pt x="1366" y="2756"/>
                        <a:pt x="1681" y="2756"/>
                      </a:cubicBezTo>
                      <a:cubicBezTo>
                        <a:pt x="1765" y="2756"/>
                        <a:pt x="1848" y="2749"/>
                        <a:pt x="1932" y="2733"/>
                      </a:cubicBezTo>
                      <a:lnTo>
                        <a:pt x="5539" y="2660"/>
                      </a:lnTo>
                      <a:lnTo>
                        <a:pt x="4920" y="1130"/>
                      </a:lnTo>
                      <a:lnTo>
                        <a:pt x="3535" y="0"/>
                      </a:lnTo>
                      <a:close/>
                    </a:path>
                  </a:pathLst>
                </a:custGeom>
                <a:solidFill>
                  <a:srgbClr val="A15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3" name="Google Shape;3373;p319"/>
                <p:cNvSpPr/>
                <p:nvPr/>
              </p:nvSpPr>
              <p:spPr>
                <a:xfrm>
                  <a:off x="5140900" y="1992075"/>
                  <a:ext cx="175850" cy="177050"/>
                </a:xfrm>
                <a:custGeom>
                  <a:rect b="b" l="l" r="r" t="t"/>
                  <a:pathLst>
                    <a:path extrusionOk="0" h="7082" w="7034">
                      <a:moveTo>
                        <a:pt x="2661" y="1"/>
                      </a:moveTo>
                      <a:cubicBezTo>
                        <a:pt x="1822" y="438"/>
                        <a:pt x="911" y="693"/>
                        <a:pt x="1" y="802"/>
                      </a:cubicBezTo>
                      <a:lnTo>
                        <a:pt x="1932" y="4555"/>
                      </a:lnTo>
                      <a:lnTo>
                        <a:pt x="3280" y="6487"/>
                      </a:lnTo>
                      <a:cubicBezTo>
                        <a:pt x="3571" y="6915"/>
                        <a:pt x="3905" y="7081"/>
                        <a:pt x="4248" y="7081"/>
                      </a:cubicBezTo>
                      <a:cubicBezTo>
                        <a:pt x="5454" y="7081"/>
                        <a:pt x="6778" y="5029"/>
                        <a:pt x="6778" y="5029"/>
                      </a:cubicBezTo>
                      <a:lnTo>
                        <a:pt x="7033" y="1640"/>
                      </a:lnTo>
                      <a:lnTo>
                        <a:pt x="5831" y="256"/>
                      </a:lnTo>
                      <a:lnTo>
                        <a:pt x="2661" y="1"/>
                      </a:lnTo>
                      <a:close/>
                    </a:path>
                  </a:pathLst>
                </a:custGeom>
                <a:solidFill>
                  <a:srgbClr val="A15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4" name="Google Shape;3374;p319"/>
                <p:cNvSpPr/>
                <p:nvPr/>
              </p:nvSpPr>
              <p:spPr>
                <a:xfrm>
                  <a:off x="5322175" y="2058575"/>
                  <a:ext cx="634050" cy="446650"/>
                </a:xfrm>
                <a:custGeom>
                  <a:rect b="b" l="l" r="r" t="t"/>
                  <a:pathLst>
                    <a:path extrusionOk="0" h="17866" w="25362">
                      <a:moveTo>
                        <a:pt x="3244" y="1"/>
                      </a:moveTo>
                      <a:lnTo>
                        <a:pt x="1" y="6924"/>
                      </a:lnTo>
                      <a:lnTo>
                        <a:pt x="15815" y="16944"/>
                      </a:lnTo>
                      <a:cubicBezTo>
                        <a:pt x="16745" y="17559"/>
                        <a:pt x="17965" y="17866"/>
                        <a:pt x="19196" y="17866"/>
                      </a:cubicBezTo>
                      <a:cubicBezTo>
                        <a:pt x="20955" y="17866"/>
                        <a:pt x="22736" y="17240"/>
                        <a:pt x="23722" y="15997"/>
                      </a:cubicBezTo>
                      <a:cubicBezTo>
                        <a:pt x="25362" y="13884"/>
                        <a:pt x="24742" y="9693"/>
                        <a:pt x="22338" y="8454"/>
                      </a:cubicBezTo>
                      <a:lnTo>
                        <a:pt x="3244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5" name="Google Shape;3375;p319"/>
                <p:cNvSpPr/>
                <p:nvPr/>
              </p:nvSpPr>
              <p:spPr>
                <a:xfrm>
                  <a:off x="5664700" y="1667950"/>
                  <a:ext cx="500150" cy="834050"/>
                </a:xfrm>
                <a:custGeom>
                  <a:rect b="b" l="l" r="r" t="t"/>
                  <a:pathLst>
                    <a:path extrusionOk="0" h="33362" w="20006">
                      <a:moveTo>
                        <a:pt x="13510" y="0"/>
                      </a:moveTo>
                      <a:cubicBezTo>
                        <a:pt x="11259" y="0"/>
                        <a:pt x="9078" y="753"/>
                        <a:pt x="8345" y="2690"/>
                      </a:cubicBezTo>
                      <a:cubicBezTo>
                        <a:pt x="7616" y="4621"/>
                        <a:pt x="2150" y="25391"/>
                        <a:pt x="1130" y="28087"/>
                      </a:cubicBezTo>
                      <a:cubicBezTo>
                        <a:pt x="1" y="31075"/>
                        <a:pt x="1276" y="32788"/>
                        <a:pt x="4628" y="33298"/>
                      </a:cubicBezTo>
                      <a:cubicBezTo>
                        <a:pt x="4932" y="33341"/>
                        <a:pt x="5236" y="33362"/>
                        <a:pt x="5539" y="33362"/>
                      </a:cubicBezTo>
                      <a:cubicBezTo>
                        <a:pt x="8325" y="33362"/>
                        <a:pt x="10985" y="31599"/>
                        <a:pt x="11807" y="29035"/>
                      </a:cubicBezTo>
                      <a:cubicBezTo>
                        <a:pt x="11807" y="29035"/>
                        <a:pt x="17710" y="13439"/>
                        <a:pt x="19422" y="6042"/>
                      </a:cubicBezTo>
                      <a:cubicBezTo>
                        <a:pt x="20005" y="3419"/>
                        <a:pt x="18766" y="1014"/>
                        <a:pt x="16106" y="321"/>
                      </a:cubicBezTo>
                      <a:cubicBezTo>
                        <a:pt x="15285" y="116"/>
                        <a:pt x="14392" y="0"/>
                        <a:pt x="1351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6" name="Google Shape;3376;p319"/>
                <p:cNvSpPr/>
                <p:nvPr/>
              </p:nvSpPr>
              <p:spPr>
                <a:xfrm>
                  <a:off x="5891525" y="1575175"/>
                  <a:ext cx="840850" cy="1048300"/>
                </a:xfrm>
                <a:custGeom>
                  <a:rect b="b" l="l" r="r" t="t"/>
                  <a:pathLst>
                    <a:path extrusionOk="0" h="41932" w="33634">
                      <a:moveTo>
                        <a:pt x="19875" y="1"/>
                      </a:moveTo>
                      <a:cubicBezTo>
                        <a:pt x="18952" y="1"/>
                        <a:pt x="17914" y="39"/>
                        <a:pt x="16762" y="133"/>
                      </a:cubicBezTo>
                      <a:lnTo>
                        <a:pt x="5722" y="2028"/>
                      </a:lnTo>
                      <a:cubicBezTo>
                        <a:pt x="5722" y="2028"/>
                        <a:pt x="1786" y="3486"/>
                        <a:pt x="1" y="5381"/>
                      </a:cubicBezTo>
                      <a:lnTo>
                        <a:pt x="8746" y="41600"/>
                      </a:lnTo>
                      <a:cubicBezTo>
                        <a:pt x="10606" y="41831"/>
                        <a:pt x="12407" y="41931"/>
                        <a:pt x="14135" y="41931"/>
                      </a:cubicBezTo>
                      <a:cubicBezTo>
                        <a:pt x="25505" y="41931"/>
                        <a:pt x="33633" y="37592"/>
                        <a:pt x="33633" y="37592"/>
                      </a:cubicBezTo>
                      <a:lnTo>
                        <a:pt x="25435" y="607"/>
                      </a:lnTo>
                      <a:cubicBezTo>
                        <a:pt x="25435" y="607"/>
                        <a:pt x="23569" y="1"/>
                        <a:pt x="1987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7" name="Google Shape;3377;p319"/>
                <p:cNvSpPr/>
                <p:nvPr/>
              </p:nvSpPr>
              <p:spPr>
                <a:xfrm>
                  <a:off x="6015975" y="1579400"/>
                  <a:ext cx="294625" cy="128525"/>
                </a:xfrm>
                <a:custGeom>
                  <a:rect b="b" l="l" r="r" t="t"/>
                  <a:pathLst>
                    <a:path extrusionOk="0" h="5141" w="11785">
                      <a:moveTo>
                        <a:pt x="11784" y="1"/>
                      </a:moveTo>
                      <a:cubicBezTo>
                        <a:pt x="8031" y="1"/>
                        <a:pt x="4278" y="620"/>
                        <a:pt x="744" y="1859"/>
                      </a:cubicBezTo>
                      <a:cubicBezTo>
                        <a:pt x="744" y="1859"/>
                        <a:pt x="1" y="5141"/>
                        <a:pt x="3908" y="5141"/>
                      </a:cubicBezTo>
                      <a:cubicBezTo>
                        <a:pt x="4240" y="5141"/>
                        <a:pt x="4605" y="5117"/>
                        <a:pt x="5007" y="5066"/>
                      </a:cubicBezTo>
                      <a:cubicBezTo>
                        <a:pt x="10546" y="4264"/>
                        <a:pt x="11784" y="1"/>
                        <a:pt x="11784" y="1"/>
                      </a:cubicBezTo>
                      <a:close/>
                    </a:path>
                  </a:pathLst>
                </a:custGeom>
                <a:solidFill>
                  <a:srgbClr val="A15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8" name="Google Shape;3378;p319"/>
                <p:cNvSpPr/>
                <p:nvPr/>
              </p:nvSpPr>
              <p:spPr>
                <a:xfrm>
                  <a:off x="5915225" y="1575775"/>
                  <a:ext cx="817150" cy="1053525"/>
                </a:xfrm>
                <a:custGeom>
                  <a:rect b="b" l="l" r="r" t="t"/>
                  <a:pathLst>
                    <a:path extrusionOk="0" h="42141" w="32686">
                      <a:moveTo>
                        <a:pt x="17891" y="0"/>
                      </a:moveTo>
                      <a:lnTo>
                        <a:pt x="10312" y="15632"/>
                      </a:lnTo>
                      <a:cubicBezTo>
                        <a:pt x="4336" y="8417"/>
                        <a:pt x="3061" y="2624"/>
                        <a:pt x="3061" y="2624"/>
                      </a:cubicBezTo>
                      <a:lnTo>
                        <a:pt x="0" y="4409"/>
                      </a:lnTo>
                      <a:lnTo>
                        <a:pt x="2114" y="17236"/>
                      </a:lnTo>
                      <a:cubicBezTo>
                        <a:pt x="2369" y="18875"/>
                        <a:pt x="2697" y="20479"/>
                        <a:pt x="3097" y="22082"/>
                      </a:cubicBezTo>
                      <a:lnTo>
                        <a:pt x="7798" y="41576"/>
                      </a:lnTo>
                      <a:cubicBezTo>
                        <a:pt x="10229" y="41974"/>
                        <a:pt x="12520" y="42141"/>
                        <a:pt x="14654" y="42141"/>
                      </a:cubicBezTo>
                      <a:cubicBezTo>
                        <a:pt x="25827" y="42141"/>
                        <a:pt x="32685" y="37568"/>
                        <a:pt x="32685" y="37568"/>
                      </a:cubicBezTo>
                      <a:lnTo>
                        <a:pt x="28787" y="20005"/>
                      </a:lnTo>
                      <a:cubicBezTo>
                        <a:pt x="19057" y="15231"/>
                        <a:pt x="20989" y="0"/>
                        <a:pt x="20989" y="0"/>
                      </a:cubicBezTo>
                      <a:close/>
                    </a:path>
                  </a:pathLst>
                </a:custGeom>
                <a:solidFill>
                  <a:srgbClr val="F6B26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9" name="Google Shape;3379;p319"/>
                <p:cNvSpPr/>
                <p:nvPr/>
              </p:nvSpPr>
              <p:spPr>
                <a:xfrm>
                  <a:off x="5977150" y="1982050"/>
                  <a:ext cx="657750" cy="214775"/>
                </a:xfrm>
                <a:custGeom>
                  <a:rect b="b" l="l" r="r" t="t"/>
                  <a:pathLst>
                    <a:path extrusionOk="0" h="8591" w="26310">
                      <a:moveTo>
                        <a:pt x="21864" y="1"/>
                      </a:moveTo>
                      <a:cubicBezTo>
                        <a:pt x="15513" y="2250"/>
                        <a:pt x="8802" y="3388"/>
                        <a:pt x="2057" y="3388"/>
                      </a:cubicBezTo>
                      <a:cubicBezTo>
                        <a:pt x="1372" y="3388"/>
                        <a:pt x="686" y="3377"/>
                        <a:pt x="1" y="3353"/>
                      </a:cubicBezTo>
                      <a:lnTo>
                        <a:pt x="1" y="3353"/>
                      </a:lnTo>
                      <a:lnTo>
                        <a:pt x="1276" y="8491"/>
                      </a:lnTo>
                      <a:cubicBezTo>
                        <a:pt x="2418" y="8559"/>
                        <a:pt x="3529" y="8590"/>
                        <a:pt x="4608" y="8590"/>
                      </a:cubicBezTo>
                      <a:cubicBezTo>
                        <a:pt x="17978" y="8590"/>
                        <a:pt x="26310" y="3754"/>
                        <a:pt x="26310" y="3754"/>
                      </a:cubicBezTo>
                      <a:cubicBezTo>
                        <a:pt x="24925" y="3025"/>
                        <a:pt x="21864" y="1"/>
                        <a:pt x="21864" y="1"/>
                      </a:cubicBezTo>
                      <a:close/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0" name="Google Shape;3380;p319"/>
                <p:cNvSpPr/>
                <p:nvPr/>
              </p:nvSpPr>
              <p:spPr>
                <a:xfrm>
                  <a:off x="6041850" y="2218000"/>
                  <a:ext cx="649525" cy="225300"/>
                </a:xfrm>
                <a:custGeom>
                  <a:rect b="b" l="l" r="r" t="t"/>
                  <a:pathLst>
                    <a:path extrusionOk="0" h="9012" w="25981">
                      <a:moveTo>
                        <a:pt x="24960" y="0"/>
                      </a:moveTo>
                      <a:cubicBezTo>
                        <a:pt x="16276" y="4087"/>
                        <a:pt x="6818" y="4623"/>
                        <a:pt x="2456" y="4623"/>
                      </a:cubicBezTo>
                      <a:cubicBezTo>
                        <a:pt x="907" y="4623"/>
                        <a:pt x="0" y="4555"/>
                        <a:pt x="0" y="4555"/>
                      </a:cubicBezTo>
                      <a:lnTo>
                        <a:pt x="0" y="4555"/>
                      </a:lnTo>
                      <a:lnTo>
                        <a:pt x="984" y="8709"/>
                      </a:lnTo>
                      <a:cubicBezTo>
                        <a:pt x="2898" y="8920"/>
                        <a:pt x="4726" y="9012"/>
                        <a:pt x="6459" y="9012"/>
                      </a:cubicBezTo>
                      <a:cubicBezTo>
                        <a:pt x="18516" y="9012"/>
                        <a:pt x="25981" y="4555"/>
                        <a:pt x="25981" y="4555"/>
                      </a:cubicBezTo>
                      <a:lnTo>
                        <a:pt x="2496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1" name="Google Shape;3381;p319"/>
                <p:cNvSpPr/>
                <p:nvPr/>
              </p:nvSpPr>
              <p:spPr>
                <a:xfrm>
                  <a:off x="6438100" y="1583025"/>
                  <a:ext cx="696000" cy="641375"/>
                </a:xfrm>
                <a:custGeom>
                  <a:rect b="b" l="l" r="r" t="t"/>
                  <a:pathLst>
                    <a:path extrusionOk="0" h="25655" w="27840">
                      <a:moveTo>
                        <a:pt x="2485" y="1"/>
                      </a:moveTo>
                      <a:cubicBezTo>
                        <a:pt x="1662" y="1"/>
                        <a:pt x="1026" y="497"/>
                        <a:pt x="329" y="1532"/>
                      </a:cubicBezTo>
                      <a:cubicBezTo>
                        <a:pt x="37" y="1933"/>
                        <a:pt x="1" y="2443"/>
                        <a:pt x="147" y="2917"/>
                      </a:cubicBezTo>
                      <a:cubicBezTo>
                        <a:pt x="1058" y="5431"/>
                        <a:pt x="4191" y="13848"/>
                        <a:pt x="6122" y="15342"/>
                      </a:cubicBezTo>
                      <a:cubicBezTo>
                        <a:pt x="7799" y="16618"/>
                        <a:pt x="18256" y="22849"/>
                        <a:pt x="20552" y="24561"/>
                      </a:cubicBezTo>
                      <a:cubicBezTo>
                        <a:pt x="21504" y="25296"/>
                        <a:pt x="22380" y="25655"/>
                        <a:pt x="23178" y="25655"/>
                      </a:cubicBezTo>
                      <a:cubicBezTo>
                        <a:pt x="24518" y="25655"/>
                        <a:pt x="25637" y="24644"/>
                        <a:pt x="26528" y="22703"/>
                      </a:cubicBezTo>
                      <a:cubicBezTo>
                        <a:pt x="27840" y="19861"/>
                        <a:pt x="26965" y="16290"/>
                        <a:pt x="24524" y="14613"/>
                      </a:cubicBezTo>
                      <a:cubicBezTo>
                        <a:pt x="24524" y="14613"/>
                        <a:pt x="11260" y="4520"/>
                        <a:pt x="4665" y="767"/>
                      </a:cubicBezTo>
                      <a:cubicBezTo>
                        <a:pt x="3777" y="262"/>
                        <a:pt x="3082" y="1"/>
                        <a:pt x="248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2" name="Google Shape;3382;p319"/>
                <p:cNvSpPr/>
                <p:nvPr/>
              </p:nvSpPr>
              <p:spPr>
                <a:xfrm>
                  <a:off x="6615750" y="1966750"/>
                  <a:ext cx="513800" cy="683075"/>
                </a:xfrm>
                <a:custGeom>
                  <a:rect b="b" l="l" r="r" t="t"/>
                  <a:pathLst>
                    <a:path extrusionOk="0" h="27323" w="20552">
                      <a:moveTo>
                        <a:pt x="15163" y="0"/>
                      </a:moveTo>
                      <a:cubicBezTo>
                        <a:pt x="13534" y="0"/>
                        <a:pt x="11884" y="627"/>
                        <a:pt x="11041" y="1852"/>
                      </a:cubicBezTo>
                      <a:lnTo>
                        <a:pt x="0" y="21455"/>
                      </a:lnTo>
                      <a:lnTo>
                        <a:pt x="5758" y="27322"/>
                      </a:lnTo>
                      <a:lnTo>
                        <a:pt x="18620" y="9212"/>
                      </a:lnTo>
                      <a:cubicBezTo>
                        <a:pt x="20369" y="7172"/>
                        <a:pt x="20552" y="3200"/>
                        <a:pt x="18657" y="1269"/>
                      </a:cubicBezTo>
                      <a:cubicBezTo>
                        <a:pt x="17806" y="417"/>
                        <a:pt x="16491" y="0"/>
                        <a:pt x="1516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3" name="Google Shape;3383;p319"/>
                <p:cNvSpPr/>
                <p:nvPr/>
              </p:nvSpPr>
              <p:spPr>
                <a:xfrm>
                  <a:off x="6388925" y="2435700"/>
                  <a:ext cx="343450" cy="298675"/>
                </a:xfrm>
                <a:custGeom>
                  <a:rect b="b" l="l" r="r" t="t"/>
                  <a:pathLst>
                    <a:path extrusionOk="0" h="11947" w="13738">
                      <a:moveTo>
                        <a:pt x="5089" y="1"/>
                      </a:moveTo>
                      <a:cubicBezTo>
                        <a:pt x="4858" y="1"/>
                        <a:pt x="4628" y="105"/>
                        <a:pt x="4482" y="293"/>
                      </a:cubicBezTo>
                      <a:cubicBezTo>
                        <a:pt x="4191" y="657"/>
                        <a:pt x="4118" y="1167"/>
                        <a:pt x="4336" y="1568"/>
                      </a:cubicBezTo>
                      <a:lnTo>
                        <a:pt x="4919" y="2697"/>
                      </a:lnTo>
                      <a:lnTo>
                        <a:pt x="510" y="5977"/>
                      </a:lnTo>
                      <a:cubicBezTo>
                        <a:pt x="146" y="6268"/>
                        <a:pt x="0" y="6742"/>
                        <a:pt x="182" y="7216"/>
                      </a:cubicBezTo>
                      <a:cubicBezTo>
                        <a:pt x="265" y="7572"/>
                        <a:pt x="615" y="7805"/>
                        <a:pt x="986" y="7805"/>
                      </a:cubicBezTo>
                      <a:cubicBezTo>
                        <a:pt x="1107" y="7805"/>
                        <a:pt x="1231" y="7780"/>
                        <a:pt x="1348" y="7726"/>
                      </a:cubicBezTo>
                      <a:lnTo>
                        <a:pt x="2296" y="7325"/>
                      </a:lnTo>
                      <a:lnTo>
                        <a:pt x="1494" y="7908"/>
                      </a:lnTo>
                      <a:cubicBezTo>
                        <a:pt x="1166" y="8200"/>
                        <a:pt x="1020" y="8673"/>
                        <a:pt x="1203" y="9111"/>
                      </a:cubicBezTo>
                      <a:cubicBezTo>
                        <a:pt x="1306" y="9420"/>
                        <a:pt x="1591" y="9620"/>
                        <a:pt x="1905" y="9620"/>
                      </a:cubicBezTo>
                      <a:cubicBezTo>
                        <a:pt x="2034" y="9620"/>
                        <a:pt x="2168" y="9586"/>
                        <a:pt x="2296" y="9511"/>
                      </a:cubicBezTo>
                      <a:lnTo>
                        <a:pt x="2842" y="9184"/>
                      </a:lnTo>
                      <a:lnTo>
                        <a:pt x="2842" y="9184"/>
                      </a:lnTo>
                      <a:cubicBezTo>
                        <a:pt x="2442" y="9511"/>
                        <a:pt x="2296" y="10022"/>
                        <a:pt x="2478" y="10459"/>
                      </a:cubicBezTo>
                      <a:cubicBezTo>
                        <a:pt x="2603" y="10733"/>
                        <a:pt x="2864" y="10888"/>
                        <a:pt x="3146" y="10888"/>
                      </a:cubicBezTo>
                      <a:cubicBezTo>
                        <a:pt x="3275" y="10888"/>
                        <a:pt x="3408" y="10856"/>
                        <a:pt x="3535" y="10787"/>
                      </a:cubicBezTo>
                      <a:lnTo>
                        <a:pt x="4227" y="10277"/>
                      </a:lnTo>
                      <a:lnTo>
                        <a:pt x="4227" y="10277"/>
                      </a:lnTo>
                      <a:cubicBezTo>
                        <a:pt x="3535" y="10787"/>
                        <a:pt x="3608" y="11261"/>
                        <a:pt x="3753" y="11552"/>
                      </a:cubicBezTo>
                      <a:cubicBezTo>
                        <a:pt x="3877" y="11800"/>
                        <a:pt x="4135" y="11946"/>
                        <a:pt x="4391" y="11946"/>
                      </a:cubicBezTo>
                      <a:cubicBezTo>
                        <a:pt x="4512" y="11946"/>
                        <a:pt x="4632" y="11914"/>
                        <a:pt x="4737" y="11844"/>
                      </a:cubicBezTo>
                      <a:lnTo>
                        <a:pt x="8490" y="10131"/>
                      </a:lnTo>
                      <a:cubicBezTo>
                        <a:pt x="8600" y="10094"/>
                        <a:pt x="8709" y="10022"/>
                        <a:pt x="8818" y="9985"/>
                      </a:cubicBezTo>
                      <a:cubicBezTo>
                        <a:pt x="9053" y="10072"/>
                        <a:pt x="9326" y="10130"/>
                        <a:pt x="9636" y="10130"/>
                      </a:cubicBezTo>
                      <a:cubicBezTo>
                        <a:pt x="10623" y="10130"/>
                        <a:pt x="11990" y="9542"/>
                        <a:pt x="13737" y="7434"/>
                      </a:cubicBezTo>
                      <a:lnTo>
                        <a:pt x="10385" y="3608"/>
                      </a:lnTo>
                      <a:lnTo>
                        <a:pt x="5575" y="183"/>
                      </a:lnTo>
                      <a:cubicBezTo>
                        <a:pt x="5435" y="59"/>
                        <a:pt x="5262" y="1"/>
                        <a:pt x="5089" y="1"/>
                      </a:cubicBezTo>
                      <a:close/>
                    </a:path>
                  </a:pathLst>
                </a:custGeom>
                <a:solidFill>
                  <a:srgbClr val="A1594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384" name="Google Shape;3384;p319"/>
            <p:cNvSpPr/>
            <p:nvPr/>
          </p:nvSpPr>
          <p:spPr>
            <a:xfrm flipH="1" rot="-900535">
              <a:off x="2915067" y="1610337"/>
              <a:ext cx="45062" cy="17476"/>
            </a:xfrm>
            <a:custGeom>
              <a:rect b="b" l="l" r="r" t="t"/>
              <a:pathLst>
                <a:path extrusionOk="0" h="1223" w="3154">
                  <a:moveTo>
                    <a:pt x="3154" y="0"/>
                  </a:moveTo>
                  <a:lnTo>
                    <a:pt x="3154" y="0"/>
                  </a:lnTo>
                  <a:cubicBezTo>
                    <a:pt x="2167" y="631"/>
                    <a:pt x="573" y="677"/>
                    <a:pt x="123" y="677"/>
                  </a:cubicBezTo>
                  <a:cubicBezTo>
                    <a:pt x="45" y="677"/>
                    <a:pt x="1" y="676"/>
                    <a:pt x="1" y="676"/>
                  </a:cubicBezTo>
                  <a:lnTo>
                    <a:pt x="1" y="676"/>
                  </a:lnTo>
                  <a:cubicBezTo>
                    <a:pt x="582" y="1075"/>
                    <a:pt x="1073" y="1222"/>
                    <a:pt x="1482" y="1222"/>
                  </a:cubicBezTo>
                  <a:cubicBezTo>
                    <a:pt x="2658" y="1222"/>
                    <a:pt x="3154" y="0"/>
                    <a:pt x="3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319"/>
            <p:cNvSpPr/>
            <p:nvPr/>
          </p:nvSpPr>
          <p:spPr>
            <a:xfrm flipH="1" rot="-900535">
              <a:off x="2460817" y="1915137"/>
              <a:ext cx="45062" cy="17476"/>
            </a:xfrm>
            <a:custGeom>
              <a:rect b="b" l="l" r="r" t="t"/>
              <a:pathLst>
                <a:path extrusionOk="0" h="1223" w="3154">
                  <a:moveTo>
                    <a:pt x="3154" y="0"/>
                  </a:moveTo>
                  <a:lnTo>
                    <a:pt x="3154" y="0"/>
                  </a:lnTo>
                  <a:cubicBezTo>
                    <a:pt x="2167" y="631"/>
                    <a:pt x="573" y="677"/>
                    <a:pt x="123" y="677"/>
                  </a:cubicBezTo>
                  <a:cubicBezTo>
                    <a:pt x="45" y="677"/>
                    <a:pt x="1" y="676"/>
                    <a:pt x="1" y="676"/>
                  </a:cubicBezTo>
                  <a:lnTo>
                    <a:pt x="1" y="676"/>
                  </a:lnTo>
                  <a:cubicBezTo>
                    <a:pt x="582" y="1075"/>
                    <a:pt x="1073" y="1222"/>
                    <a:pt x="1482" y="1222"/>
                  </a:cubicBezTo>
                  <a:cubicBezTo>
                    <a:pt x="2658" y="1222"/>
                    <a:pt x="3154" y="0"/>
                    <a:pt x="3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p320"/>
          <p:cNvSpPr/>
          <p:nvPr/>
        </p:nvSpPr>
        <p:spPr>
          <a:xfrm flipH="1">
            <a:off x="6051986" y="1586927"/>
            <a:ext cx="950479" cy="6049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1" name="Google Shape;3391;p320"/>
          <p:cNvSpPr/>
          <p:nvPr/>
        </p:nvSpPr>
        <p:spPr>
          <a:xfrm flipH="1">
            <a:off x="2141611" y="1586927"/>
            <a:ext cx="950479" cy="604984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2" name="Google Shape;3392;p320"/>
          <p:cNvSpPr txBox="1"/>
          <p:nvPr>
            <p:ph type="title"/>
          </p:nvPr>
        </p:nvSpPr>
        <p:spPr>
          <a:xfrm>
            <a:off x="2163150" y="390525"/>
            <a:ext cx="48177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SURPRISING FINDS</a:t>
            </a:r>
            <a:endParaRPr/>
          </a:p>
        </p:txBody>
      </p:sp>
      <p:sp>
        <p:nvSpPr>
          <p:cNvPr id="3393" name="Google Shape;3393;p320"/>
          <p:cNvSpPr txBox="1"/>
          <p:nvPr>
            <p:ph idx="1" type="subTitle"/>
          </p:nvPr>
        </p:nvSpPr>
        <p:spPr>
          <a:xfrm>
            <a:off x="1774313" y="2569358"/>
            <a:ext cx="1685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SAFETY</a:t>
            </a:r>
            <a:endParaRPr/>
          </a:p>
        </p:txBody>
      </p:sp>
      <p:sp>
        <p:nvSpPr>
          <p:cNvPr id="3394" name="Google Shape;3394;p320"/>
          <p:cNvSpPr txBox="1"/>
          <p:nvPr>
            <p:ph idx="2" type="subTitle"/>
          </p:nvPr>
        </p:nvSpPr>
        <p:spPr>
          <a:xfrm>
            <a:off x="1166800" y="2940500"/>
            <a:ext cx="29001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High percentage of men also prioritized safety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Late-night goers</a:t>
            </a:r>
            <a:endParaRPr/>
          </a:p>
        </p:txBody>
      </p:sp>
      <p:sp>
        <p:nvSpPr>
          <p:cNvPr id="3395" name="Google Shape;3395;p320"/>
          <p:cNvSpPr txBox="1"/>
          <p:nvPr>
            <p:ph idx="3" type="subTitle"/>
          </p:nvPr>
        </p:nvSpPr>
        <p:spPr>
          <a:xfrm>
            <a:off x="5322425" y="2569350"/>
            <a:ext cx="2409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PRICE CONSCIOUSNESS</a:t>
            </a:r>
            <a:endParaRPr/>
          </a:p>
        </p:txBody>
      </p:sp>
      <p:grpSp>
        <p:nvGrpSpPr>
          <p:cNvPr id="3396" name="Google Shape;3396;p320"/>
          <p:cNvGrpSpPr/>
          <p:nvPr/>
        </p:nvGrpSpPr>
        <p:grpSpPr>
          <a:xfrm>
            <a:off x="2333056" y="1701065"/>
            <a:ext cx="567588" cy="547575"/>
            <a:chOff x="-32243500" y="2299850"/>
            <a:chExt cx="300900" cy="290275"/>
          </a:xfrm>
        </p:grpSpPr>
        <p:sp>
          <p:nvSpPr>
            <p:cNvPr id="3397" name="Google Shape;3397;p320"/>
            <p:cNvSpPr/>
            <p:nvPr/>
          </p:nvSpPr>
          <p:spPr>
            <a:xfrm>
              <a:off x="-32243500" y="2299850"/>
              <a:ext cx="300900" cy="290275"/>
            </a:xfrm>
            <a:custGeom>
              <a:rect b="b" l="l" r="r" t="t"/>
              <a:pathLst>
                <a:path extrusionOk="0" h="11611" w="12036">
                  <a:moveTo>
                    <a:pt x="7955" y="654"/>
                  </a:moveTo>
                  <a:cubicBezTo>
                    <a:pt x="8743" y="654"/>
                    <a:pt x="9531" y="946"/>
                    <a:pt x="10114" y="1529"/>
                  </a:cubicBezTo>
                  <a:cubicBezTo>
                    <a:pt x="11311" y="2726"/>
                    <a:pt x="11311" y="4679"/>
                    <a:pt x="10114" y="5876"/>
                  </a:cubicBezTo>
                  <a:cubicBezTo>
                    <a:pt x="9540" y="6450"/>
                    <a:pt x="8752" y="6766"/>
                    <a:pt x="7951" y="6766"/>
                  </a:cubicBezTo>
                  <a:cubicBezTo>
                    <a:pt x="7565" y="6766"/>
                    <a:pt x="7175" y="6692"/>
                    <a:pt x="6806" y="6538"/>
                  </a:cubicBezTo>
                  <a:cubicBezTo>
                    <a:pt x="6759" y="6526"/>
                    <a:pt x="6709" y="6519"/>
                    <a:pt x="6661" y="6519"/>
                  </a:cubicBezTo>
                  <a:cubicBezTo>
                    <a:pt x="6577" y="6519"/>
                    <a:pt x="6499" y="6541"/>
                    <a:pt x="6459" y="6601"/>
                  </a:cubicBezTo>
                  <a:lnTo>
                    <a:pt x="5545" y="7514"/>
                  </a:lnTo>
                  <a:lnTo>
                    <a:pt x="4726" y="7514"/>
                  </a:lnTo>
                  <a:cubicBezTo>
                    <a:pt x="4537" y="7514"/>
                    <a:pt x="4380" y="7672"/>
                    <a:pt x="4380" y="7861"/>
                  </a:cubicBezTo>
                  <a:lnTo>
                    <a:pt x="4380" y="8460"/>
                  </a:lnTo>
                  <a:lnTo>
                    <a:pt x="3907" y="8428"/>
                  </a:lnTo>
                  <a:cubicBezTo>
                    <a:pt x="3813" y="8428"/>
                    <a:pt x="3687" y="8428"/>
                    <a:pt x="3655" y="8491"/>
                  </a:cubicBezTo>
                  <a:cubicBezTo>
                    <a:pt x="3592" y="8554"/>
                    <a:pt x="3529" y="8649"/>
                    <a:pt x="3529" y="8743"/>
                  </a:cubicBezTo>
                  <a:lnTo>
                    <a:pt x="3466" y="9531"/>
                  </a:lnTo>
                  <a:lnTo>
                    <a:pt x="2678" y="9594"/>
                  </a:lnTo>
                  <a:cubicBezTo>
                    <a:pt x="2584" y="9594"/>
                    <a:pt x="2521" y="9657"/>
                    <a:pt x="2426" y="9720"/>
                  </a:cubicBezTo>
                  <a:cubicBezTo>
                    <a:pt x="2395" y="9814"/>
                    <a:pt x="2363" y="9877"/>
                    <a:pt x="2363" y="9972"/>
                  </a:cubicBezTo>
                  <a:lnTo>
                    <a:pt x="2426" y="10665"/>
                  </a:lnTo>
                  <a:lnTo>
                    <a:pt x="2174" y="10949"/>
                  </a:lnTo>
                  <a:lnTo>
                    <a:pt x="694" y="10949"/>
                  </a:lnTo>
                  <a:lnTo>
                    <a:pt x="694" y="9499"/>
                  </a:lnTo>
                  <a:lnTo>
                    <a:pt x="757" y="9499"/>
                  </a:lnTo>
                  <a:lnTo>
                    <a:pt x="5041" y="5215"/>
                  </a:lnTo>
                  <a:cubicBezTo>
                    <a:pt x="5104" y="5120"/>
                    <a:pt x="5167" y="4963"/>
                    <a:pt x="5104" y="4837"/>
                  </a:cubicBezTo>
                  <a:cubicBezTo>
                    <a:pt x="4695" y="3702"/>
                    <a:pt x="4947" y="2411"/>
                    <a:pt x="5797" y="1529"/>
                  </a:cubicBezTo>
                  <a:cubicBezTo>
                    <a:pt x="6380" y="946"/>
                    <a:pt x="7168" y="654"/>
                    <a:pt x="7955" y="654"/>
                  </a:cubicBezTo>
                  <a:close/>
                  <a:moveTo>
                    <a:pt x="7936" y="1"/>
                  </a:moveTo>
                  <a:cubicBezTo>
                    <a:pt x="6971" y="1"/>
                    <a:pt x="6002" y="363"/>
                    <a:pt x="5262" y="1088"/>
                  </a:cubicBezTo>
                  <a:cubicBezTo>
                    <a:pt x="4285" y="2096"/>
                    <a:pt x="3939" y="3576"/>
                    <a:pt x="4380" y="4931"/>
                  </a:cubicBezTo>
                  <a:lnTo>
                    <a:pt x="126" y="9184"/>
                  </a:lnTo>
                  <a:cubicBezTo>
                    <a:pt x="32" y="9247"/>
                    <a:pt x="0" y="9342"/>
                    <a:pt x="0" y="9405"/>
                  </a:cubicBezTo>
                  <a:lnTo>
                    <a:pt x="0" y="11358"/>
                  </a:lnTo>
                  <a:cubicBezTo>
                    <a:pt x="32" y="11453"/>
                    <a:pt x="189" y="11610"/>
                    <a:pt x="379" y="11610"/>
                  </a:cubicBezTo>
                  <a:lnTo>
                    <a:pt x="2332" y="11610"/>
                  </a:lnTo>
                  <a:cubicBezTo>
                    <a:pt x="2395" y="11610"/>
                    <a:pt x="2521" y="11579"/>
                    <a:pt x="2552" y="11516"/>
                  </a:cubicBezTo>
                  <a:lnTo>
                    <a:pt x="3025" y="11043"/>
                  </a:lnTo>
                  <a:cubicBezTo>
                    <a:pt x="3119" y="10949"/>
                    <a:pt x="3151" y="10823"/>
                    <a:pt x="3119" y="10759"/>
                  </a:cubicBezTo>
                  <a:lnTo>
                    <a:pt x="3025" y="10255"/>
                  </a:lnTo>
                  <a:lnTo>
                    <a:pt x="3750" y="10161"/>
                  </a:lnTo>
                  <a:cubicBezTo>
                    <a:pt x="3907" y="10161"/>
                    <a:pt x="4002" y="10003"/>
                    <a:pt x="4065" y="9846"/>
                  </a:cubicBezTo>
                  <a:lnTo>
                    <a:pt x="4128" y="9153"/>
                  </a:lnTo>
                  <a:lnTo>
                    <a:pt x="4663" y="9216"/>
                  </a:lnTo>
                  <a:cubicBezTo>
                    <a:pt x="4726" y="9216"/>
                    <a:pt x="4852" y="9216"/>
                    <a:pt x="4915" y="9153"/>
                  </a:cubicBezTo>
                  <a:cubicBezTo>
                    <a:pt x="5010" y="9058"/>
                    <a:pt x="5041" y="8995"/>
                    <a:pt x="5041" y="8901"/>
                  </a:cubicBezTo>
                  <a:lnTo>
                    <a:pt x="5041" y="8271"/>
                  </a:lnTo>
                  <a:lnTo>
                    <a:pt x="5671" y="8271"/>
                  </a:lnTo>
                  <a:cubicBezTo>
                    <a:pt x="5734" y="8271"/>
                    <a:pt x="5829" y="8239"/>
                    <a:pt x="5892" y="8145"/>
                  </a:cubicBezTo>
                  <a:lnTo>
                    <a:pt x="6774" y="7325"/>
                  </a:lnTo>
                  <a:cubicBezTo>
                    <a:pt x="7153" y="7452"/>
                    <a:pt x="7548" y="7514"/>
                    <a:pt x="7941" y="7514"/>
                  </a:cubicBezTo>
                  <a:cubicBezTo>
                    <a:pt x="8920" y="7514"/>
                    <a:pt x="9889" y="7131"/>
                    <a:pt x="10586" y="6412"/>
                  </a:cubicBezTo>
                  <a:cubicBezTo>
                    <a:pt x="12035" y="4963"/>
                    <a:pt x="12035" y="2568"/>
                    <a:pt x="10586" y="1088"/>
                  </a:cubicBezTo>
                  <a:cubicBezTo>
                    <a:pt x="9862" y="363"/>
                    <a:pt x="8901" y="1"/>
                    <a:pt x="7936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320"/>
            <p:cNvSpPr/>
            <p:nvPr/>
          </p:nvSpPr>
          <p:spPr>
            <a:xfrm>
              <a:off x="-32048175" y="2342775"/>
              <a:ext cx="55950" cy="51025"/>
            </a:xfrm>
            <a:custGeom>
              <a:rect b="b" l="l" r="r" t="t"/>
              <a:pathLst>
                <a:path extrusionOk="0" h="2041" w="2238">
                  <a:moveTo>
                    <a:pt x="1119" y="662"/>
                  </a:moveTo>
                  <a:cubicBezTo>
                    <a:pt x="1206" y="662"/>
                    <a:pt x="1292" y="694"/>
                    <a:pt x="1355" y="757"/>
                  </a:cubicBezTo>
                  <a:cubicBezTo>
                    <a:pt x="1481" y="883"/>
                    <a:pt x="1481" y="1135"/>
                    <a:pt x="1355" y="1229"/>
                  </a:cubicBezTo>
                  <a:cubicBezTo>
                    <a:pt x="1292" y="1292"/>
                    <a:pt x="1206" y="1324"/>
                    <a:pt x="1119" y="1324"/>
                  </a:cubicBezTo>
                  <a:cubicBezTo>
                    <a:pt x="1032" y="1324"/>
                    <a:pt x="946" y="1292"/>
                    <a:pt x="883" y="1229"/>
                  </a:cubicBezTo>
                  <a:cubicBezTo>
                    <a:pt x="725" y="1135"/>
                    <a:pt x="725" y="914"/>
                    <a:pt x="883" y="757"/>
                  </a:cubicBezTo>
                  <a:cubicBezTo>
                    <a:pt x="946" y="694"/>
                    <a:pt x="1032" y="662"/>
                    <a:pt x="1119" y="662"/>
                  </a:cubicBezTo>
                  <a:close/>
                  <a:moveTo>
                    <a:pt x="1115" y="1"/>
                  </a:moveTo>
                  <a:cubicBezTo>
                    <a:pt x="851" y="1"/>
                    <a:pt x="584" y="95"/>
                    <a:pt x="379" y="284"/>
                  </a:cubicBezTo>
                  <a:cubicBezTo>
                    <a:pt x="1" y="694"/>
                    <a:pt x="1" y="1355"/>
                    <a:pt x="379" y="1733"/>
                  </a:cubicBezTo>
                  <a:cubicBezTo>
                    <a:pt x="599" y="1938"/>
                    <a:pt x="867" y="2041"/>
                    <a:pt x="1127" y="2041"/>
                  </a:cubicBezTo>
                  <a:cubicBezTo>
                    <a:pt x="1387" y="2041"/>
                    <a:pt x="1639" y="1938"/>
                    <a:pt x="1828" y="1733"/>
                  </a:cubicBezTo>
                  <a:cubicBezTo>
                    <a:pt x="2238" y="1355"/>
                    <a:pt x="2238" y="694"/>
                    <a:pt x="1828" y="284"/>
                  </a:cubicBezTo>
                  <a:cubicBezTo>
                    <a:pt x="1639" y="95"/>
                    <a:pt x="1379" y="1"/>
                    <a:pt x="1115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99" name="Google Shape;3399;p320"/>
          <p:cNvGrpSpPr/>
          <p:nvPr/>
        </p:nvGrpSpPr>
        <p:grpSpPr>
          <a:xfrm>
            <a:off x="6244714" y="1691254"/>
            <a:ext cx="565023" cy="557369"/>
            <a:chOff x="-34421275" y="2631050"/>
            <a:chExt cx="295375" cy="291450"/>
          </a:xfrm>
        </p:grpSpPr>
        <p:sp>
          <p:nvSpPr>
            <p:cNvPr id="3400" name="Google Shape;3400;p320"/>
            <p:cNvSpPr/>
            <p:nvPr/>
          </p:nvSpPr>
          <p:spPr>
            <a:xfrm>
              <a:off x="-34421275" y="2639125"/>
              <a:ext cx="288275" cy="283375"/>
            </a:xfrm>
            <a:custGeom>
              <a:rect b="b" l="l" r="r" t="t"/>
              <a:pathLst>
                <a:path extrusionOk="0" h="11335" w="11531">
                  <a:moveTo>
                    <a:pt x="5592" y="717"/>
                  </a:moveTo>
                  <a:cubicBezTo>
                    <a:pt x="5679" y="717"/>
                    <a:pt x="5766" y="749"/>
                    <a:pt x="5829" y="812"/>
                  </a:cubicBezTo>
                  <a:lnTo>
                    <a:pt x="10680" y="5663"/>
                  </a:lnTo>
                  <a:cubicBezTo>
                    <a:pt x="10775" y="5758"/>
                    <a:pt x="10775" y="6010"/>
                    <a:pt x="10680" y="6136"/>
                  </a:cubicBezTo>
                  <a:cubicBezTo>
                    <a:pt x="10617" y="6183"/>
                    <a:pt x="10523" y="6207"/>
                    <a:pt x="10432" y="6207"/>
                  </a:cubicBezTo>
                  <a:cubicBezTo>
                    <a:pt x="10342" y="6207"/>
                    <a:pt x="10255" y="6183"/>
                    <a:pt x="10208" y="6136"/>
                  </a:cubicBezTo>
                  <a:lnTo>
                    <a:pt x="5356" y="1284"/>
                  </a:lnTo>
                  <a:cubicBezTo>
                    <a:pt x="5230" y="1158"/>
                    <a:pt x="5230" y="938"/>
                    <a:pt x="5356" y="812"/>
                  </a:cubicBezTo>
                  <a:cubicBezTo>
                    <a:pt x="5419" y="749"/>
                    <a:pt x="5506" y="717"/>
                    <a:pt x="5592" y="717"/>
                  </a:cubicBezTo>
                  <a:close/>
                  <a:moveTo>
                    <a:pt x="8444" y="7239"/>
                  </a:moveTo>
                  <a:lnTo>
                    <a:pt x="8538" y="7396"/>
                  </a:lnTo>
                  <a:cubicBezTo>
                    <a:pt x="8696" y="7554"/>
                    <a:pt x="8664" y="7806"/>
                    <a:pt x="8475" y="7932"/>
                  </a:cubicBezTo>
                  <a:lnTo>
                    <a:pt x="5923" y="9223"/>
                  </a:lnTo>
                  <a:cubicBezTo>
                    <a:pt x="5873" y="9261"/>
                    <a:pt x="5819" y="9278"/>
                    <a:pt x="5763" y="9278"/>
                  </a:cubicBezTo>
                  <a:cubicBezTo>
                    <a:pt x="5678" y="9278"/>
                    <a:pt x="5590" y="9237"/>
                    <a:pt x="5514" y="9160"/>
                  </a:cubicBezTo>
                  <a:lnTo>
                    <a:pt x="5230" y="8877"/>
                  </a:lnTo>
                  <a:cubicBezTo>
                    <a:pt x="6301" y="8089"/>
                    <a:pt x="7341" y="7617"/>
                    <a:pt x="8444" y="7239"/>
                  </a:cubicBezTo>
                  <a:close/>
                  <a:moveTo>
                    <a:pt x="5230" y="2198"/>
                  </a:moveTo>
                  <a:lnTo>
                    <a:pt x="9294" y="6230"/>
                  </a:lnTo>
                  <a:cubicBezTo>
                    <a:pt x="7908" y="6703"/>
                    <a:pt x="5797" y="7270"/>
                    <a:pt x="3560" y="9381"/>
                  </a:cubicBezTo>
                  <a:lnTo>
                    <a:pt x="2080" y="7932"/>
                  </a:lnTo>
                  <a:cubicBezTo>
                    <a:pt x="3340" y="6608"/>
                    <a:pt x="4285" y="5033"/>
                    <a:pt x="4852" y="3395"/>
                  </a:cubicBezTo>
                  <a:lnTo>
                    <a:pt x="5230" y="2198"/>
                  </a:lnTo>
                  <a:close/>
                  <a:moveTo>
                    <a:pt x="1138" y="8089"/>
                  </a:moveTo>
                  <a:cubicBezTo>
                    <a:pt x="1229" y="8089"/>
                    <a:pt x="1323" y="8121"/>
                    <a:pt x="1386" y="8184"/>
                  </a:cubicBezTo>
                  <a:lnTo>
                    <a:pt x="3308" y="10105"/>
                  </a:lnTo>
                  <a:cubicBezTo>
                    <a:pt x="3434" y="10231"/>
                    <a:pt x="3434" y="10452"/>
                    <a:pt x="3308" y="10578"/>
                  </a:cubicBezTo>
                  <a:cubicBezTo>
                    <a:pt x="3245" y="10641"/>
                    <a:pt x="3159" y="10673"/>
                    <a:pt x="3072" y="10673"/>
                  </a:cubicBezTo>
                  <a:cubicBezTo>
                    <a:pt x="2985" y="10673"/>
                    <a:pt x="2899" y="10641"/>
                    <a:pt x="2836" y="10578"/>
                  </a:cubicBezTo>
                  <a:lnTo>
                    <a:pt x="914" y="8656"/>
                  </a:lnTo>
                  <a:cubicBezTo>
                    <a:pt x="788" y="8530"/>
                    <a:pt x="788" y="8278"/>
                    <a:pt x="914" y="8184"/>
                  </a:cubicBezTo>
                  <a:cubicBezTo>
                    <a:pt x="961" y="8121"/>
                    <a:pt x="1048" y="8089"/>
                    <a:pt x="1138" y="8089"/>
                  </a:cubicBezTo>
                  <a:close/>
                  <a:moveTo>
                    <a:pt x="5565" y="0"/>
                  </a:moveTo>
                  <a:cubicBezTo>
                    <a:pt x="5301" y="0"/>
                    <a:pt x="5041" y="103"/>
                    <a:pt x="4852" y="307"/>
                  </a:cubicBezTo>
                  <a:cubicBezTo>
                    <a:pt x="4474" y="654"/>
                    <a:pt x="4442" y="1158"/>
                    <a:pt x="4694" y="1568"/>
                  </a:cubicBezTo>
                  <a:lnTo>
                    <a:pt x="4159" y="3143"/>
                  </a:lnTo>
                  <a:cubicBezTo>
                    <a:pt x="3655" y="4655"/>
                    <a:pt x="2710" y="6199"/>
                    <a:pt x="1575" y="7428"/>
                  </a:cubicBezTo>
                  <a:cubicBezTo>
                    <a:pt x="1422" y="7357"/>
                    <a:pt x="1259" y="7321"/>
                    <a:pt x="1100" y="7321"/>
                  </a:cubicBezTo>
                  <a:cubicBezTo>
                    <a:pt x="834" y="7321"/>
                    <a:pt x="575" y="7420"/>
                    <a:pt x="378" y="7617"/>
                  </a:cubicBezTo>
                  <a:cubicBezTo>
                    <a:pt x="0" y="8026"/>
                    <a:pt x="0" y="8688"/>
                    <a:pt x="378" y="9066"/>
                  </a:cubicBezTo>
                  <a:lnTo>
                    <a:pt x="2363" y="11051"/>
                  </a:lnTo>
                  <a:cubicBezTo>
                    <a:pt x="2552" y="11240"/>
                    <a:pt x="2820" y="11334"/>
                    <a:pt x="3088" y="11334"/>
                  </a:cubicBezTo>
                  <a:cubicBezTo>
                    <a:pt x="3356" y="11334"/>
                    <a:pt x="3623" y="11240"/>
                    <a:pt x="3812" y="11051"/>
                  </a:cubicBezTo>
                  <a:cubicBezTo>
                    <a:pt x="4127" y="10736"/>
                    <a:pt x="4222" y="10263"/>
                    <a:pt x="4001" y="9853"/>
                  </a:cubicBezTo>
                  <a:cubicBezTo>
                    <a:pt x="4222" y="9664"/>
                    <a:pt x="4442" y="9475"/>
                    <a:pt x="4694" y="9286"/>
                  </a:cubicBezTo>
                  <a:lnTo>
                    <a:pt x="5041" y="9633"/>
                  </a:lnTo>
                  <a:cubicBezTo>
                    <a:pt x="5238" y="9830"/>
                    <a:pt x="5496" y="9928"/>
                    <a:pt x="5755" y="9928"/>
                  </a:cubicBezTo>
                  <a:cubicBezTo>
                    <a:pt x="5910" y="9928"/>
                    <a:pt x="6065" y="9893"/>
                    <a:pt x="6207" y="9822"/>
                  </a:cubicBezTo>
                  <a:lnTo>
                    <a:pt x="8790" y="8530"/>
                  </a:lnTo>
                  <a:cubicBezTo>
                    <a:pt x="9357" y="8215"/>
                    <a:pt x="9515" y="7459"/>
                    <a:pt x="9137" y="6986"/>
                  </a:cubicBezTo>
                  <a:lnTo>
                    <a:pt x="9893" y="6766"/>
                  </a:lnTo>
                  <a:cubicBezTo>
                    <a:pt x="10050" y="6858"/>
                    <a:pt x="10229" y="6906"/>
                    <a:pt x="10412" y="6906"/>
                  </a:cubicBezTo>
                  <a:cubicBezTo>
                    <a:pt x="10668" y="6906"/>
                    <a:pt x="10932" y="6811"/>
                    <a:pt x="11153" y="6608"/>
                  </a:cubicBezTo>
                  <a:cubicBezTo>
                    <a:pt x="11531" y="6199"/>
                    <a:pt x="11531" y="5537"/>
                    <a:pt x="11153" y="5128"/>
                  </a:cubicBezTo>
                  <a:lnTo>
                    <a:pt x="6301" y="307"/>
                  </a:lnTo>
                  <a:cubicBezTo>
                    <a:pt x="6096" y="103"/>
                    <a:pt x="5829" y="0"/>
                    <a:pt x="5565" y="0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320"/>
            <p:cNvSpPr/>
            <p:nvPr/>
          </p:nvSpPr>
          <p:spPr>
            <a:xfrm>
              <a:off x="-34181850" y="2644625"/>
              <a:ext cx="41775" cy="41575"/>
            </a:xfrm>
            <a:custGeom>
              <a:rect b="b" l="l" r="r" t="t"/>
              <a:pathLst>
                <a:path extrusionOk="0" h="1663" w="1671">
                  <a:moveTo>
                    <a:pt x="1328" y="1"/>
                  </a:moveTo>
                  <a:cubicBezTo>
                    <a:pt x="1237" y="1"/>
                    <a:pt x="1151" y="40"/>
                    <a:pt x="1103" y="119"/>
                  </a:cubicBezTo>
                  <a:lnTo>
                    <a:pt x="95" y="1096"/>
                  </a:lnTo>
                  <a:cubicBezTo>
                    <a:pt x="1" y="1222"/>
                    <a:pt x="1" y="1442"/>
                    <a:pt x="95" y="1568"/>
                  </a:cubicBezTo>
                  <a:cubicBezTo>
                    <a:pt x="158" y="1631"/>
                    <a:pt x="253" y="1663"/>
                    <a:pt x="343" y="1663"/>
                  </a:cubicBezTo>
                  <a:cubicBezTo>
                    <a:pt x="434" y="1663"/>
                    <a:pt x="521" y="1631"/>
                    <a:pt x="568" y="1568"/>
                  </a:cubicBezTo>
                  <a:lnTo>
                    <a:pt x="1576" y="592"/>
                  </a:lnTo>
                  <a:cubicBezTo>
                    <a:pt x="1671" y="466"/>
                    <a:pt x="1671" y="213"/>
                    <a:pt x="1576" y="119"/>
                  </a:cubicBezTo>
                  <a:cubicBezTo>
                    <a:pt x="1513" y="40"/>
                    <a:pt x="1418" y="1"/>
                    <a:pt x="1328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320"/>
            <p:cNvSpPr/>
            <p:nvPr/>
          </p:nvSpPr>
          <p:spPr>
            <a:xfrm>
              <a:off x="-34217275" y="2631050"/>
              <a:ext cx="17350" cy="41775"/>
            </a:xfrm>
            <a:custGeom>
              <a:rect b="b" l="l" r="r" t="t"/>
              <a:pathLst>
                <a:path extrusionOk="0" h="1671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24"/>
                  </a:lnTo>
                  <a:cubicBezTo>
                    <a:pt x="0" y="1513"/>
                    <a:pt x="158" y="1670"/>
                    <a:pt x="347" y="1670"/>
                  </a:cubicBezTo>
                  <a:cubicBezTo>
                    <a:pt x="536" y="1670"/>
                    <a:pt x="693" y="1513"/>
                    <a:pt x="693" y="1324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320"/>
            <p:cNvSpPr/>
            <p:nvPr/>
          </p:nvSpPr>
          <p:spPr>
            <a:xfrm>
              <a:off x="-34168450" y="2704300"/>
              <a:ext cx="42550" cy="18125"/>
            </a:xfrm>
            <a:custGeom>
              <a:rect b="b" l="l" r="r" t="t"/>
              <a:pathLst>
                <a:path extrusionOk="0" h="725" w="1702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355" y="725"/>
                  </a:lnTo>
                  <a:cubicBezTo>
                    <a:pt x="1544" y="725"/>
                    <a:pt x="1702" y="567"/>
                    <a:pt x="1702" y="378"/>
                  </a:cubicBezTo>
                  <a:cubicBezTo>
                    <a:pt x="1670" y="158"/>
                    <a:pt x="1544" y="0"/>
                    <a:pt x="1355" y="0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7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p321"/>
          <p:cNvSpPr txBox="1"/>
          <p:nvPr>
            <p:ph type="title"/>
          </p:nvPr>
        </p:nvSpPr>
        <p:spPr>
          <a:xfrm>
            <a:off x="2757650" y="390525"/>
            <a:ext cx="34704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DIMENSIONS</a:t>
            </a:r>
            <a:endParaRPr/>
          </a:p>
        </p:txBody>
      </p:sp>
      <p:pic>
        <p:nvPicPr>
          <p:cNvPr id="3409" name="Google Shape;3409;p3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2925"/>
            <a:ext cx="8839199" cy="2357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3" name="Shape 3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4" name="Google Shape;3414;p322"/>
          <p:cNvSpPr txBox="1"/>
          <p:nvPr>
            <p:ph type="title"/>
          </p:nvPr>
        </p:nvSpPr>
        <p:spPr>
          <a:xfrm>
            <a:off x="1991025" y="391575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RESEARCH</a:t>
            </a:r>
            <a:endParaRPr/>
          </a:p>
        </p:txBody>
      </p:sp>
      <p:sp>
        <p:nvSpPr>
          <p:cNvPr id="3415" name="Google Shape;3415;p322"/>
          <p:cNvSpPr txBox="1"/>
          <p:nvPr/>
        </p:nvSpPr>
        <p:spPr>
          <a:xfrm>
            <a:off x="952725" y="1458150"/>
            <a:ext cx="71412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6B26B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Analysing the data</a:t>
            </a:r>
            <a:endParaRPr sz="2300">
              <a:solidFill>
                <a:srgbClr val="F6B26B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416" name="Google Shape;3416;p322"/>
          <p:cNvSpPr txBox="1"/>
          <p:nvPr/>
        </p:nvSpPr>
        <p:spPr>
          <a:xfrm>
            <a:off x="952725" y="1979550"/>
            <a:ext cx="5834100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700"/>
              <a:buFont typeface="Lato"/>
              <a:buChar char="-"/>
            </a:pPr>
            <a:r>
              <a:rPr lang="en"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We focused on Segmentation</a:t>
            </a:r>
            <a:endParaRPr sz="17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700"/>
              <a:buFont typeface="Lato"/>
              <a:buChar char="-"/>
            </a:pPr>
            <a:r>
              <a:rPr lang="en"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Trends that showed up through the survey</a:t>
            </a:r>
            <a:endParaRPr sz="17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700"/>
              <a:buFont typeface="Lato"/>
              <a:buChar char="-"/>
            </a:pPr>
            <a:r>
              <a:rPr lang="en" sz="17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Prioritized features</a:t>
            </a:r>
            <a:endParaRPr sz="17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0" name="Shape 3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323"/>
          <p:cNvSpPr/>
          <p:nvPr/>
        </p:nvSpPr>
        <p:spPr>
          <a:xfrm flipH="1">
            <a:off x="2015426" y="1306404"/>
            <a:ext cx="979875" cy="62368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2" name="Google Shape;3422;p323"/>
          <p:cNvSpPr/>
          <p:nvPr/>
        </p:nvSpPr>
        <p:spPr>
          <a:xfrm flipH="1">
            <a:off x="6213573" y="1392646"/>
            <a:ext cx="979875" cy="623687"/>
          </a:xfrm>
          <a:custGeom>
            <a:rect b="b" l="l" r="r" t="t"/>
            <a:pathLst>
              <a:path extrusionOk="0" h="99750" w="156780">
                <a:moveTo>
                  <a:pt x="78442" y="1"/>
                </a:moveTo>
                <a:cubicBezTo>
                  <a:pt x="38913" y="1"/>
                  <a:pt x="0" y="20209"/>
                  <a:pt x="10798" y="53477"/>
                </a:cubicBezTo>
                <a:cubicBezTo>
                  <a:pt x="16027" y="69606"/>
                  <a:pt x="25323" y="73597"/>
                  <a:pt x="36170" y="73597"/>
                </a:cubicBezTo>
                <a:cubicBezTo>
                  <a:pt x="46794" y="73597"/>
                  <a:pt x="58906" y="69768"/>
                  <a:pt x="70140" y="69768"/>
                </a:cubicBezTo>
                <a:cubicBezTo>
                  <a:pt x="75093" y="69768"/>
                  <a:pt x="79875" y="70512"/>
                  <a:pt x="84284" y="72657"/>
                </a:cubicBezTo>
                <a:cubicBezTo>
                  <a:pt x="98093" y="79362"/>
                  <a:pt x="96492" y="99276"/>
                  <a:pt x="116673" y="99743"/>
                </a:cubicBezTo>
                <a:cubicBezTo>
                  <a:pt x="116864" y="99747"/>
                  <a:pt x="117055" y="99749"/>
                  <a:pt x="117244" y="99749"/>
                </a:cubicBezTo>
                <a:cubicBezTo>
                  <a:pt x="135157" y="99749"/>
                  <a:pt x="147886" y="81163"/>
                  <a:pt x="150164" y="65418"/>
                </a:cubicBezTo>
                <a:cubicBezTo>
                  <a:pt x="156779" y="19541"/>
                  <a:pt x="117312" y="1"/>
                  <a:pt x="78442" y="1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3" name="Google Shape;3423;p323"/>
          <p:cNvSpPr txBox="1"/>
          <p:nvPr>
            <p:ph type="title"/>
          </p:nvPr>
        </p:nvSpPr>
        <p:spPr>
          <a:xfrm>
            <a:off x="1687375" y="392900"/>
            <a:ext cx="57693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IMPROVEMENTS</a:t>
            </a:r>
            <a:endParaRPr/>
          </a:p>
        </p:txBody>
      </p:sp>
      <p:sp>
        <p:nvSpPr>
          <p:cNvPr id="3424" name="Google Shape;3424;p323"/>
          <p:cNvSpPr txBox="1"/>
          <p:nvPr>
            <p:ph idx="1" type="subTitle"/>
          </p:nvPr>
        </p:nvSpPr>
        <p:spPr>
          <a:xfrm>
            <a:off x="5540825" y="2363475"/>
            <a:ext cx="2303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SPECIFIC QUESTIONS</a:t>
            </a:r>
            <a:endParaRPr/>
          </a:p>
        </p:txBody>
      </p:sp>
      <p:sp>
        <p:nvSpPr>
          <p:cNvPr id="3425" name="Google Shape;3425;p323"/>
          <p:cNvSpPr txBox="1"/>
          <p:nvPr>
            <p:ph idx="2" type="subTitle"/>
          </p:nvPr>
        </p:nvSpPr>
        <p:spPr>
          <a:xfrm>
            <a:off x="5270550" y="2754150"/>
            <a:ext cx="3215700" cy="21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en" sz="1600">
                <a:solidFill>
                  <a:srgbClr val="595959"/>
                </a:solidFill>
              </a:rPr>
              <a:t>Add more location-based questions to understand urban vs. rural differences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en" sz="1600">
                <a:solidFill>
                  <a:srgbClr val="595959"/>
                </a:solidFill>
              </a:rPr>
              <a:t>Include more behavioral questions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en" sz="1600">
                <a:solidFill>
                  <a:srgbClr val="595959"/>
                </a:solidFill>
              </a:rPr>
              <a:t>Add questions about emerging trends </a:t>
            </a:r>
            <a:endParaRPr/>
          </a:p>
        </p:txBody>
      </p:sp>
      <p:sp>
        <p:nvSpPr>
          <p:cNvPr id="3426" name="Google Shape;3426;p323"/>
          <p:cNvSpPr txBox="1"/>
          <p:nvPr>
            <p:ph idx="3" type="subTitle"/>
          </p:nvPr>
        </p:nvSpPr>
        <p:spPr>
          <a:xfrm>
            <a:off x="1703159" y="2277163"/>
            <a:ext cx="16851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FREQUENCY USE</a:t>
            </a:r>
            <a:endParaRPr/>
          </a:p>
        </p:txBody>
      </p:sp>
      <p:sp>
        <p:nvSpPr>
          <p:cNvPr id="3427" name="Google Shape;3427;p323"/>
          <p:cNvSpPr txBox="1"/>
          <p:nvPr>
            <p:ph idx="4" type="subTitle"/>
          </p:nvPr>
        </p:nvSpPr>
        <p:spPr>
          <a:xfrm>
            <a:off x="1102125" y="2643950"/>
            <a:ext cx="3642300" cy="23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en" sz="1600">
                <a:solidFill>
                  <a:srgbClr val="595959"/>
                </a:solidFill>
              </a:rPr>
              <a:t>Ask how frequently customers use it 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en" sz="1600">
                <a:solidFill>
                  <a:srgbClr val="595959"/>
                </a:solidFill>
              </a:rPr>
              <a:t>Daily, weekly, or monthly for deeper behavioral insights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en" sz="1600">
                <a:solidFill>
                  <a:srgbClr val="595959"/>
                </a:solidFill>
              </a:rPr>
              <a:t>Implement in-app surveys immediately after rides for new feedback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-"/>
            </a:pPr>
            <a:r>
              <a:rPr lang="en" sz="1600">
                <a:solidFill>
                  <a:srgbClr val="595959"/>
                </a:solidFill>
              </a:rPr>
              <a:t>Add more open-ended questions for qualitative insights</a:t>
            </a:r>
            <a:endParaRPr b="1"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428" name="Google Shape;3428;p323"/>
          <p:cNvSpPr/>
          <p:nvPr/>
        </p:nvSpPr>
        <p:spPr>
          <a:xfrm>
            <a:off x="2338712" y="1503171"/>
            <a:ext cx="548806" cy="546809"/>
          </a:xfrm>
          <a:custGeom>
            <a:rect b="b" l="l" r="r" t="t"/>
            <a:pathLst>
              <a:path extrusionOk="0" h="19327" w="19401">
                <a:moveTo>
                  <a:pt x="14796" y="1700"/>
                </a:moveTo>
                <a:lnTo>
                  <a:pt x="17815" y="3965"/>
                </a:lnTo>
                <a:lnTo>
                  <a:pt x="14796" y="6229"/>
                </a:lnTo>
                <a:lnTo>
                  <a:pt x="14796" y="5097"/>
                </a:lnTo>
                <a:cubicBezTo>
                  <a:pt x="14796" y="4783"/>
                  <a:pt x="14542" y="4529"/>
                  <a:pt x="14231" y="4529"/>
                </a:cubicBezTo>
                <a:lnTo>
                  <a:pt x="10795" y="4529"/>
                </a:lnTo>
                <a:cubicBezTo>
                  <a:pt x="9807" y="4529"/>
                  <a:pt x="8893" y="5046"/>
                  <a:pt x="8379" y="5888"/>
                </a:cubicBezTo>
                <a:cubicBezTo>
                  <a:pt x="8177" y="5547"/>
                  <a:pt x="7932" y="5230"/>
                  <a:pt x="7658" y="4946"/>
                </a:cubicBezTo>
                <a:cubicBezTo>
                  <a:pt x="8409" y="3974"/>
                  <a:pt x="9566" y="3403"/>
                  <a:pt x="10795" y="3397"/>
                </a:cubicBezTo>
                <a:lnTo>
                  <a:pt x="14231" y="3397"/>
                </a:lnTo>
                <a:cubicBezTo>
                  <a:pt x="14542" y="3397"/>
                  <a:pt x="14796" y="3143"/>
                  <a:pt x="14796" y="2832"/>
                </a:cubicBezTo>
                <a:lnTo>
                  <a:pt x="14796" y="1700"/>
                </a:lnTo>
                <a:close/>
                <a:moveTo>
                  <a:pt x="5807" y="13011"/>
                </a:moveTo>
                <a:cubicBezTo>
                  <a:pt x="5888" y="13398"/>
                  <a:pt x="6015" y="13778"/>
                  <a:pt x="6184" y="14137"/>
                </a:cubicBezTo>
                <a:cubicBezTo>
                  <a:pt x="5538" y="14566"/>
                  <a:pt x="4777" y="14796"/>
                  <a:pt x="4001" y="14796"/>
                </a:cubicBezTo>
                <a:lnTo>
                  <a:pt x="1700" y="14796"/>
                </a:lnTo>
                <a:cubicBezTo>
                  <a:pt x="1386" y="14796"/>
                  <a:pt x="1133" y="14542"/>
                  <a:pt x="1133" y="14231"/>
                </a:cubicBezTo>
                <a:cubicBezTo>
                  <a:pt x="1133" y="13917"/>
                  <a:pt x="1386" y="13663"/>
                  <a:pt x="1700" y="13663"/>
                </a:cubicBezTo>
                <a:lnTo>
                  <a:pt x="4001" y="13663"/>
                </a:lnTo>
                <a:cubicBezTo>
                  <a:pt x="4662" y="13663"/>
                  <a:pt x="5299" y="13434"/>
                  <a:pt x="5807" y="13011"/>
                </a:cubicBezTo>
                <a:close/>
                <a:moveTo>
                  <a:pt x="4001" y="4529"/>
                </a:moveTo>
                <a:cubicBezTo>
                  <a:pt x="6190" y="4532"/>
                  <a:pt x="7963" y="6305"/>
                  <a:pt x="7966" y="8494"/>
                </a:cubicBezTo>
                <a:lnTo>
                  <a:pt x="7966" y="11966"/>
                </a:lnTo>
                <a:cubicBezTo>
                  <a:pt x="7966" y="13527"/>
                  <a:pt x="9231" y="14792"/>
                  <a:pt x="10795" y="14796"/>
                </a:cubicBezTo>
                <a:lnTo>
                  <a:pt x="14231" y="14796"/>
                </a:lnTo>
                <a:cubicBezTo>
                  <a:pt x="14542" y="14796"/>
                  <a:pt x="14796" y="14542"/>
                  <a:pt x="14796" y="14231"/>
                </a:cubicBezTo>
                <a:lnTo>
                  <a:pt x="14796" y="13099"/>
                </a:lnTo>
                <a:lnTo>
                  <a:pt x="17815" y="15363"/>
                </a:lnTo>
                <a:lnTo>
                  <a:pt x="14796" y="17628"/>
                </a:lnTo>
                <a:lnTo>
                  <a:pt x="14796" y="16495"/>
                </a:lnTo>
                <a:cubicBezTo>
                  <a:pt x="14796" y="16181"/>
                  <a:pt x="14542" y="15928"/>
                  <a:pt x="14231" y="15928"/>
                </a:cubicBezTo>
                <a:lnTo>
                  <a:pt x="10795" y="15928"/>
                </a:lnTo>
                <a:cubicBezTo>
                  <a:pt x="8606" y="15925"/>
                  <a:pt x="6833" y="14152"/>
                  <a:pt x="6833" y="11966"/>
                </a:cubicBezTo>
                <a:lnTo>
                  <a:pt x="6833" y="8494"/>
                </a:lnTo>
                <a:cubicBezTo>
                  <a:pt x="6830" y="6930"/>
                  <a:pt x="5565" y="5665"/>
                  <a:pt x="4001" y="5662"/>
                </a:cubicBezTo>
                <a:lnTo>
                  <a:pt x="1700" y="5662"/>
                </a:lnTo>
                <a:cubicBezTo>
                  <a:pt x="1386" y="5662"/>
                  <a:pt x="1133" y="5408"/>
                  <a:pt x="1133" y="5097"/>
                </a:cubicBezTo>
                <a:cubicBezTo>
                  <a:pt x="1133" y="4783"/>
                  <a:pt x="1386" y="4529"/>
                  <a:pt x="1700" y="4529"/>
                </a:cubicBezTo>
                <a:close/>
                <a:moveTo>
                  <a:pt x="14230" y="0"/>
                </a:moveTo>
                <a:cubicBezTo>
                  <a:pt x="13937" y="0"/>
                  <a:pt x="13663" y="232"/>
                  <a:pt x="13663" y="568"/>
                </a:cubicBezTo>
                <a:lnTo>
                  <a:pt x="13663" y="2265"/>
                </a:lnTo>
                <a:lnTo>
                  <a:pt x="10795" y="2265"/>
                </a:lnTo>
                <a:cubicBezTo>
                  <a:pt x="9228" y="2265"/>
                  <a:pt x="7745" y="2989"/>
                  <a:pt x="6782" y="4224"/>
                </a:cubicBezTo>
                <a:cubicBezTo>
                  <a:pt x="5955" y="3684"/>
                  <a:pt x="4988" y="3397"/>
                  <a:pt x="4001" y="3397"/>
                </a:cubicBezTo>
                <a:lnTo>
                  <a:pt x="1700" y="3397"/>
                </a:lnTo>
                <a:cubicBezTo>
                  <a:pt x="761" y="3397"/>
                  <a:pt x="0" y="4158"/>
                  <a:pt x="0" y="5097"/>
                </a:cubicBezTo>
                <a:cubicBezTo>
                  <a:pt x="0" y="6033"/>
                  <a:pt x="761" y="6794"/>
                  <a:pt x="1700" y="6794"/>
                </a:cubicBezTo>
                <a:lnTo>
                  <a:pt x="4001" y="6794"/>
                </a:lnTo>
                <a:cubicBezTo>
                  <a:pt x="4940" y="6794"/>
                  <a:pt x="5698" y="7555"/>
                  <a:pt x="5701" y="8494"/>
                </a:cubicBezTo>
                <a:lnTo>
                  <a:pt x="5701" y="10834"/>
                </a:lnTo>
                <a:cubicBezTo>
                  <a:pt x="5698" y="11770"/>
                  <a:pt x="4940" y="12531"/>
                  <a:pt x="4001" y="12531"/>
                </a:cubicBezTo>
                <a:lnTo>
                  <a:pt x="1700" y="12531"/>
                </a:lnTo>
                <a:cubicBezTo>
                  <a:pt x="761" y="12531"/>
                  <a:pt x="0" y="13292"/>
                  <a:pt x="0" y="14231"/>
                </a:cubicBezTo>
                <a:cubicBezTo>
                  <a:pt x="0" y="15167"/>
                  <a:pt x="761" y="15928"/>
                  <a:pt x="1700" y="15928"/>
                </a:cubicBezTo>
                <a:lnTo>
                  <a:pt x="4001" y="15928"/>
                </a:lnTo>
                <a:cubicBezTo>
                  <a:pt x="4988" y="15928"/>
                  <a:pt x="5955" y="15641"/>
                  <a:pt x="6782" y="15100"/>
                </a:cubicBezTo>
                <a:cubicBezTo>
                  <a:pt x="7745" y="16338"/>
                  <a:pt x="9228" y="17060"/>
                  <a:pt x="10795" y="17060"/>
                </a:cubicBezTo>
                <a:lnTo>
                  <a:pt x="13663" y="17060"/>
                </a:lnTo>
                <a:lnTo>
                  <a:pt x="13663" y="18760"/>
                </a:lnTo>
                <a:cubicBezTo>
                  <a:pt x="13663" y="19095"/>
                  <a:pt x="13938" y="19326"/>
                  <a:pt x="14232" y="19326"/>
                </a:cubicBezTo>
                <a:cubicBezTo>
                  <a:pt x="14347" y="19326"/>
                  <a:pt x="14464" y="19291"/>
                  <a:pt x="14569" y="19213"/>
                </a:cubicBezTo>
                <a:lnTo>
                  <a:pt x="19098" y="15816"/>
                </a:lnTo>
                <a:cubicBezTo>
                  <a:pt x="19400" y="15590"/>
                  <a:pt x="19400" y="15134"/>
                  <a:pt x="19098" y="14910"/>
                </a:cubicBezTo>
                <a:lnTo>
                  <a:pt x="14569" y="11513"/>
                </a:lnTo>
                <a:cubicBezTo>
                  <a:pt x="14464" y="11434"/>
                  <a:pt x="14345" y="11398"/>
                  <a:pt x="14230" y="11398"/>
                </a:cubicBezTo>
                <a:cubicBezTo>
                  <a:pt x="13937" y="11398"/>
                  <a:pt x="13663" y="11630"/>
                  <a:pt x="13663" y="11966"/>
                </a:cubicBezTo>
                <a:lnTo>
                  <a:pt x="13663" y="13663"/>
                </a:lnTo>
                <a:lnTo>
                  <a:pt x="10795" y="13663"/>
                </a:lnTo>
                <a:cubicBezTo>
                  <a:pt x="9856" y="13663"/>
                  <a:pt x="9098" y="12902"/>
                  <a:pt x="9098" y="11966"/>
                </a:cubicBezTo>
                <a:lnTo>
                  <a:pt x="9098" y="7362"/>
                </a:lnTo>
                <a:cubicBezTo>
                  <a:pt x="9098" y="6423"/>
                  <a:pt x="9856" y="5662"/>
                  <a:pt x="10795" y="5662"/>
                </a:cubicBezTo>
                <a:lnTo>
                  <a:pt x="13663" y="5662"/>
                </a:lnTo>
                <a:lnTo>
                  <a:pt x="13663" y="7362"/>
                </a:lnTo>
                <a:cubicBezTo>
                  <a:pt x="13663" y="7576"/>
                  <a:pt x="13784" y="7769"/>
                  <a:pt x="13977" y="7866"/>
                </a:cubicBezTo>
                <a:cubicBezTo>
                  <a:pt x="14057" y="7906"/>
                  <a:pt x="14144" y="7926"/>
                  <a:pt x="14230" y="7926"/>
                </a:cubicBezTo>
                <a:cubicBezTo>
                  <a:pt x="14350" y="7926"/>
                  <a:pt x="14469" y="7888"/>
                  <a:pt x="14569" y="7815"/>
                </a:cubicBezTo>
                <a:lnTo>
                  <a:pt x="19098" y="4418"/>
                </a:lnTo>
                <a:cubicBezTo>
                  <a:pt x="19400" y="4191"/>
                  <a:pt x="19400" y="3735"/>
                  <a:pt x="19098" y="3512"/>
                </a:cubicBezTo>
                <a:lnTo>
                  <a:pt x="14569" y="115"/>
                </a:lnTo>
                <a:cubicBezTo>
                  <a:pt x="14464" y="36"/>
                  <a:pt x="14345" y="0"/>
                  <a:pt x="14230" y="0"/>
                </a:cubicBezTo>
                <a:close/>
              </a:path>
            </a:pathLst>
          </a:custGeom>
          <a:solidFill>
            <a:srgbClr val="201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3429" name="Google Shape;3429;p323"/>
          <p:cNvGrpSpPr/>
          <p:nvPr/>
        </p:nvGrpSpPr>
        <p:grpSpPr>
          <a:xfrm>
            <a:off x="6429990" y="1534991"/>
            <a:ext cx="547960" cy="547960"/>
            <a:chOff x="892750" y="4993750"/>
            <a:chExt cx="483125" cy="483125"/>
          </a:xfrm>
        </p:grpSpPr>
        <p:sp>
          <p:nvSpPr>
            <p:cNvPr id="3430" name="Google Shape;3430;p323"/>
            <p:cNvSpPr/>
            <p:nvPr/>
          </p:nvSpPr>
          <p:spPr>
            <a:xfrm>
              <a:off x="892750" y="4993750"/>
              <a:ext cx="483125" cy="483125"/>
            </a:xfrm>
            <a:custGeom>
              <a:rect b="b" l="l" r="r" t="t"/>
              <a:pathLst>
                <a:path extrusionOk="0" h="19325" w="19325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5" y="17352"/>
                    <a:pt x="11823" y="18193"/>
                    <a:pt x="9662" y="18193"/>
                  </a:cubicBezTo>
                  <a:cubicBezTo>
                    <a:pt x="7501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1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6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6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4" y="12208"/>
                    <a:pt x="19324" y="9663"/>
                  </a:cubicBezTo>
                  <a:cubicBezTo>
                    <a:pt x="19324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31" name="Google Shape;3431;p323"/>
            <p:cNvSpPr/>
            <p:nvPr/>
          </p:nvSpPr>
          <p:spPr>
            <a:xfrm>
              <a:off x="1021000" y="5052250"/>
              <a:ext cx="230775" cy="253450"/>
            </a:xfrm>
            <a:custGeom>
              <a:rect b="b" l="l" r="r" t="t"/>
              <a:pathLst>
                <a:path extrusionOk="0" h="10138" w="9231">
                  <a:moveTo>
                    <a:pt x="4532" y="1133"/>
                  </a:moveTo>
                  <a:cubicBezTo>
                    <a:pt x="5450" y="1133"/>
                    <a:pt x="6326" y="1483"/>
                    <a:pt x="6936" y="2090"/>
                  </a:cubicBezTo>
                  <a:cubicBezTo>
                    <a:pt x="8261" y="3419"/>
                    <a:pt x="8261" y="5568"/>
                    <a:pt x="6936" y="6894"/>
                  </a:cubicBezTo>
                  <a:lnTo>
                    <a:pt x="6933" y="6894"/>
                  </a:lnTo>
                  <a:cubicBezTo>
                    <a:pt x="6688" y="7142"/>
                    <a:pt x="6404" y="7347"/>
                    <a:pt x="6096" y="7510"/>
                  </a:cubicBezTo>
                  <a:cubicBezTo>
                    <a:pt x="5595" y="7767"/>
                    <a:pt x="5275" y="8135"/>
                    <a:pt x="5154" y="8600"/>
                  </a:cubicBezTo>
                  <a:cubicBezTo>
                    <a:pt x="5079" y="8842"/>
                    <a:pt x="4856" y="9000"/>
                    <a:pt x="4614" y="9000"/>
                  </a:cubicBezTo>
                  <a:cubicBezTo>
                    <a:pt x="4566" y="9000"/>
                    <a:pt x="4517" y="8993"/>
                    <a:pt x="4469" y="8980"/>
                  </a:cubicBezTo>
                  <a:cubicBezTo>
                    <a:pt x="4176" y="8905"/>
                    <a:pt x="3995" y="8612"/>
                    <a:pt x="4058" y="8316"/>
                  </a:cubicBezTo>
                  <a:cubicBezTo>
                    <a:pt x="4254" y="7534"/>
                    <a:pt x="4765" y="6924"/>
                    <a:pt x="5574" y="6504"/>
                  </a:cubicBezTo>
                  <a:cubicBezTo>
                    <a:pt x="6936" y="5801"/>
                    <a:pt x="7220" y="3974"/>
                    <a:pt x="6136" y="2890"/>
                  </a:cubicBezTo>
                  <a:cubicBezTo>
                    <a:pt x="5690" y="2458"/>
                    <a:pt x="5113" y="2243"/>
                    <a:pt x="4535" y="2243"/>
                  </a:cubicBezTo>
                  <a:cubicBezTo>
                    <a:pt x="3958" y="2243"/>
                    <a:pt x="3380" y="2458"/>
                    <a:pt x="2935" y="2890"/>
                  </a:cubicBezTo>
                  <a:cubicBezTo>
                    <a:pt x="2506" y="3313"/>
                    <a:pt x="2268" y="3890"/>
                    <a:pt x="2268" y="4494"/>
                  </a:cubicBezTo>
                  <a:cubicBezTo>
                    <a:pt x="2268" y="4805"/>
                    <a:pt x="2014" y="5058"/>
                    <a:pt x="1703" y="5058"/>
                  </a:cubicBezTo>
                  <a:cubicBezTo>
                    <a:pt x="1389" y="5058"/>
                    <a:pt x="1135" y="4805"/>
                    <a:pt x="1135" y="4494"/>
                  </a:cubicBezTo>
                  <a:cubicBezTo>
                    <a:pt x="1132" y="3591"/>
                    <a:pt x="1492" y="2724"/>
                    <a:pt x="2132" y="2090"/>
                  </a:cubicBezTo>
                  <a:cubicBezTo>
                    <a:pt x="2739" y="1483"/>
                    <a:pt x="3614" y="1133"/>
                    <a:pt x="4532" y="1133"/>
                  </a:cubicBezTo>
                  <a:close/>
                  <a:moveTo>
                    <a:pt x="4532" y="1"/>
                  </a:moveTo>
                  <a:cubicBezTo>
                    <a:pt x="3315" y="1"/>
                    <a:pt x="2150" y="469"/>
                    <a:pt x="1332" y="1290"/>
                  </a:cubicBezTo>
                  <a:cubicBezTo>
                    <a:pt x="477" y="2135"/>
                    <a:pt x="0" y="3289"/>
                    <a:pt x="3" y="4494"/>
                  </a:cubicBezTo>
                  <a:cubicBezTo>
                    <a:pt x="3" y="5430"/>
                    <a:pt x="764" y="6190"/>
                    <a:pt x="1703" y="6190"/>
                  </a:cubicBezTo>
                  <a:cubicBezTo>
                    <a:pt x="2639" y="6190"/>
                    <a:pt x="3400" y="5430"/>
                    <a:pt x="3400" y="4494"/>
                  </a:cubicBezTo>
                  <a:cubicBezTo>
                    <a:pt x="3400" y="3830"/>
                    <a:pt x="3944" y="3358"/>
                    <a:pt x="4535" y="3358"/>
                  </a:cubicBezTo>
                  <a:cubicBezTo>
                    <a:pt x="4731" y="3358"/>
                    <a:pt x="4933" y="3410"/>
                    <a:pt x="5121" y="3524"/>
                  </a:cubicBezTo>
                  <a:cubicBezTo>
                    <a:pt x="5876" y="3986"/>
                    <a:pt x="5837" y="5094"/>
                    <a:pt x="5052" y="5499"/>
                  </a:cubicBezTo>
                  <a:cubicBezTo>
                    <a:pt x="3959" y="6064"/>
                    <a:pt x="3234" y="6945"/>
                    <a:pt x="2959" y="8041"/>
                  </a:cubicBezTo>
                  <a:cubicBezTo>
                    <a:pt x="2742" y="8941"/>
                    <a:pt x="3288" y="9850"/>
                    <a:pt x="4185" y="10083"/>
                  </a:cubicBezTo>
                  <a:cubicBezTo>
                    <a:pt x="4327" y="10119"/>
                    <a:pt x="4470" y="10137"/>
                    <a:pt x="4611" y="10137"/>
                  </a:cubicBezTo>
                  <a:cubicBezTo>
                    <a:pt x="5356" y="10137"/>
                    <a:pt x="6039" y="9642"/>
                    <a:pt x="6247" y="8893"/>
                  </a:cubicBezTo>
                  <a:cubicBezTo>
                    <a:pt x="6262" y="8832"/>
                    <a:pt x="6305" y="8675"/>
                    <a:pt x="6616" y="8515"/>
                  </a:cubicBezTo>
                  <a:cubicBezTo>
                    <a:pt x="7899" y="7851"/>
                    <a:pt x="8787" y="6613"/>
                    <a:pt x="9007" y="5188"/>
                  </a:cubicBezTo>
                  <a:cubicBezTo>
                    <a:pt x="9230" y="3760"/>
                    <a:pt x="8756" y="2313"/>
                    <a:pt x="7736" y="1290"/>
                  </a:cubicBezTo>
                  <a:cubicBezTo>
                    <a:pt x="6918" y="472"/>
                    <a:pt x="5749" y="1"/>
                    <a:pt x="4532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32" name="Google Shape;3432;p323"/>
            <p:cNvSpPr/>
            <p:nvPr/>
          </p:nvSpPr>
          <p:spPr>
            <a:xfrm>
              <a:off x="1088475" y="5334425"/>
              <a:ext cx="88350" cy="84925"/>
            </a:xfrm>
            <a:custGeom>
              <a:rect b="b" l="l" r="r" t="t"/>
              <a:pathLst>
                <a:path extrusionOk="0" h="3397" w="3534">
                  <a:moveTo>
                    <a:pt x="1829" y="1129"/>
                  </a:moveTo>
                  <a:cubicBezTo>
                    <a:pt x="2121" y="1129"/>
                    <a:pt x="2401" y="1356"/>
                    <a:pt x="2401" y="1697"/>
                  </a:cubicBezTo>
                  <a:cubicBezTo>
                    <a:pt x="2401" y="2011"/>
                    <a:pt x="2147" y="2265"/>
                    <a:pt x="1833" y="2265"/>
                  </a:cubicBezTo>
                  <a:cubicBezTo>
                    <a:pt x="1329" y="2265"/>
                    <a:pt x="1075" y="1655"/>
                    <a:pt x="1432" y="1296"/>
                  </a:cubicBezTo>
                  <a:cubicBezTo>
                    <a:pt x="1548" y="1181"/>
                    <a:pt x="1690" y="1129"/>
                    <a:pt x="1829" y="1129"/>
                  </a:cubicBezTo>
                  <a:close/>
                  <a:moveTo>
                    <a:pt x="1833" y="0"/>
                  </a:moveTo>
                  <a:cubicBezTo>
                    <a:pt x="1145" y="0"/>
                    <a:pt x="526" y="414"/>
                    <a:pt x="263" y="1048"/>
                  </a:cubicBezTo>
                  <a:cubicBezTo>
                    <a:pt x="0" y="1682"/>
                    <a:pt x="145" y="2413"/>
                    <a:pt x="631" y="2899"/>
                  </a:cubicBezTo>
                  <a:cubicBezTo>
                    <a:pt x="957" y="3224"/>
                    <a:pt x="1391" y="3397"/>
                    <a:pt x="1833" y="3397"/>
                  </a:cubicBezTo>
                  <a:cubicBezTo>
                    <a:pt x="2052" y="3397"/>
                    <a:pt x="2272" y="3354"/>
                    <a:pt x="2482" y="3267"/>
                  </a:cubicBezTo>
                  <a:cubicBezTo>
                    <a:pt x="3116" y="3005"/>
                    <a:pt x="3533" y="2386"/>
                    <a:pt x="3533" y="1697"/>
                  </a:cubicBezTo>
                  <a:cubicBezTo>
                    <a:pt x="3530" y="758"/>
                    <a:pt x="2772" y="0"/>
                    <a:pt x="1833" y="0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6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p324"/>
          <p:cNvSpPr txBox="1"/>
          <p:nvPr>
            <p:ph type="title"/>
          </p:nvPr>
        </p:nvSpPr>
        <p:spPr>
          <a:xfrm>
            <a:off x="1781350" y="379250"/>
            <a:ext cx="5162100" cy="5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124D"/>
                </a:solidFill>
              </a:rPr>
              <a:t>OTHER WAYS TO RESEARCH</a:t>
            </a:r>
            <a:endParaRPr>
              <a:solidFill>
                <a:srgbClr val="20124D"/>
              </a:solidFill>
            </a:endParaRPr>
          </a:p>
        </p:txBody>
      </p:sp>
      <p:sp>
        <p:nvSpPr>
          <p:cNvPr id="3438" name="Google Shape;3438;p324"/>
          <p:cNvSpPr txBox="1"/>
          <p:nvPr/>
        </p:nvSpPr>
        <p:spPr>
          <a:xfrm>
            <a:off x="968350" y="1174075"/>
            <a:ext cx="73371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Competitor Analysis</a:t>
            </a:r>
            <a:r>
              <a:rPr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See what others in your industry are doing</a:t>
            </a:r>
            <a:br>
              <a:rPr lang="en" sz="1500">
                <a:latin typeface="Lato"/>
                <a:ea typeface="Lato"/>
                <a:cs typeface="Lato"/>
                <a:sym typeface="Lato"/>
              </a:rPr>
            </a:b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Focus Groups</a:t>
            </a:r>
            <a:r>
              <a:rPr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Small group discussions for in-depth insights</a:t>
            </a:r>
            <a:br>
              <a:rPr lang="en" sz="1500">
                <a:latin typeface="Lato"/>
                <a:ea typeface="Lato"/>
                <a:cs typeface="Lato"/>
                <a:sym typeface="Lato"/>
              </a:rPr>
            </a:b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Customer Interviews</a:t>
            </a:r>
            <a:r>
              <a:rPr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One-on-one conversations to understand customer motivations</a:t>
            </a:r>
            <a:br>
              <a:rPr lang="en" sz="1500">
                <a:latin typeface="Lato"/>
                <a:ea typeface="Lato"/>
                <a:cs typeface="Lato"/>
                <a:sym typeface="Lato"/>
              </a:rPr>
            </a:b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Social Media Listening</a:t>
            </a:r>
            <a:r>
              <a:rPr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Monitor social media to catch trends and customer sentiment</a:t>
            </a:r>
            <a:br>
              <a:rPr lang="en" sz="1500">
                <a:latin typeface="Lato"/>
                <a:ea typeface="Lato"/>
                <a:cs typeface="Lato"/>
                <a:sym typeface="Lato"/>
              </a:rPr>
            </a:b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Sales and Web Analytics</a:t>
            </a:r>
            <a:r>
              <a:rPr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Look at how customers are interacting with website and sales process</a:t>
            </a:r>
            <a:br>
              <a:rPr lang="en" sz="1500">
                <a:latin typeface="Lato"/>
                <a:ea typeface="Lato"/>
                <a:cs typeface="Lato"/>
                <a:sym typeface="Lato"/>
              </a:rPr>
            </a:b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Strategy Testing</a:t>
            </a:r>
            <a:r>
              <a:rPr lang="en" sz="150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Experiment with different strategies to see what works best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E6913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2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p325"/>
          <p:cNvSpPr txBox="1"/>
          <p:nvPr>
            <p:ph type="ctrTitle"/>
          </p:nvPr>
        </p:nvSpPr>
        <p:spPr>
          <a:xfrm>
            <a:off x="729100" y="922025"/>
            <a:ext cx="24042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</a:t>
            </a:r>
            <a:endParaRPr/>
          </a:p>
        </p:txBody>
      </p:sp>
      <p:grpSp>
        <p:nvGrpSpPr>
          <p:cNvPr id="3444" name="Google Shape;3444;p325"/>
          <p:cNvGrpSpPr/>
          <p:nvPr/>
        </p:nvGrpSpPr>
        <p:grpSpPr>
          <a:xfrm>
            <a:off x="4166470" y="772941"/>
            <a:ext cx="4890405" cy="3357660"/>
            <a:chOff x="4166470" y="772941"/>
            <a:chExt cx="4890405" cy="3357660"/>
          </a:xfrm>
        </p:grpSpPr>
        <p:sp>
          <p:nvSpPr>
            <p:cNvPr id="3445" name="Google Shape;3445;p325"/>
            <p:cNvSpPr/>
            <p:nvPr/>
          </p:nvSpPr>
          <p:spPr>
            <a:xfrm flipH="1">
              <a:off x="6647861" y="3488439"/>
              <a:ext cx="619670" cy="625790"/>
            </a:xfrm>
            <a:custGeom>
              <a:rect b="b" l="l" r="r" t="t"/>
              <a:pathLst>
                <a:path extrusionOk="0" h="36199" w="35845">
                  <a:moveTo>
                    <a:pt x="13997" y="1"/>
                  </a:moveTo>
                  <a:cubicBezTo>
                    <a:pt x="6275" y="1"/>
                    <a:pt x="1" y="8109"/>
                    <a:pt x="1" y="18083"/>
                  </a:cubicBezTo>
                  <a:cubicBezTo>
                    <a:pt x="1" y="28090"/>
                    <a:pt x="6275" y="36198"/>
                    <a:pt x="13997" y="36198"/>
                  </a:cubicBezTo>
                  <a:lnTo>
                    <a:pt x="21880" y="36198"/>
                  </a:lnTo>
                  <a:cubicBezTo>
                    <a:pt x="29602" y="36198"/>
                    <a:pt x="35844" y="28090"/>
                    <a:pt x="35844" y="18083"/>
                  </a:cubicBezTo>
                  <a:cubicBezTo>
                    <a:pt x="35844" y="8109"/>
                    <a:pt x="29602" y="1"/>
                    <a:pt x="218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325"/>
            <p:cNvSpPr/>
            <p:nvPr/>
          </p:nvSpPr>
          <p:spPr>
            <a:xfrm flipH="1">
              <a:off x="8711459" y="3150266"/>
              <a:ext cx="53972" cy="52295"/>
            </a:xfrm>
            <a:custGeom>
              <a:rect b="b" l="l" r="r" t="t"/>
              <a:pathLst>
                <a:path extrusionOk="0" h="3025" w="3122">
                  <a:moveTo>
                    <a:pt x="773" y="0"/>
                  </a:moveTo>
                  <a:cubicBezTo>
                    <a:pt x="355" y="0"/>
                    <a:pt x="1" y="322"/>
                    <a:pt x="1" y="772"/>
                  </a:cubicBezTo>
                  <a:lnTo>
                    <a:pt x="1" y="2253"/>
                  </a:lnTo>
                  <a:cubicBezTo>
                    <a:pt x="1" y="2671"/>
                    <a:pt x="355" y="3025"/>
                    <a:pt x="773" y="3025"/>
                  </a:cubicBezTo>
                  <a:lnTo>
                    <a:pt x="2382" y="3025"/>
                  </a:lnTo>
                  <a:cubicBezTo>
                    <a:pt x="2800" y="3025"/>
                    <a:pt x="3122" y="2671"/>
                    <a:pt x="3122" y="2253"/>
                  </a:cubicBezTo>
                  <a:lnTo>
                    <a:pt x="3122" y="772"/>
                  </a:lnTo>
                  <a:cubicBezTo>
                    <a:pt x="3122" y="322"/>
                    <a:pt x="2800" y="0"/>
                    <a:pt x="23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325"/>
            <p:cNvSpPr/>
            <p:nvPr/>
          </p:nvSpPr>
          <p:spPr>
            <a:xfrm flipH="1">
              <a:off x="7111171" y="772941"/>
              <a:ext cx="1294367" cy="2528643"/>
            </a:xfrm>
            <a:custGeom>
              <a:rect b="b" l="l" r="r" t="t"/>
              <a:pathLst>
                <a:path extrusionOk="0" h="146270" w="74873">
                  <a:moveTo>
                    <a:pt x="7851" y="0"/>
                  </a:moveTo>
                  <a:cubicBezTo>
                    <a:pt x="3508" y="0"/>
                    <a:pt x="0" y="3507"/>
                    <a:pt x="0" y="7851"/>
                  </a:cubicBezTo>
                  <a:lnTo>
                    <a:pt x="0" y="138418"/>
                  </a:lnTo>
                  <a:cubicBezTo>
                    <a:pt x="0" y="142762"/>
                    <a:pt x="3508" y="146269"/>
                    <a:pt x="7851" y="146269"/>
                  </a:cubicBezTo>
                  <a:lnTo>
                    <a:pt x="66990" y="146269"/>
                  </a:lnTo>
                  <a:cubicBezTo>
                    <a:pt x="71366" y="146269"/>
                    <a:pt x="74873" y="142762"/>
                    <a:pt x="74873" y="138418"/>
                  </a:cubicBezTo>
                  <a:lnTo>
                    <a:pt x="74873" y="7851"/>
                  </a:lnTo>
                  <a:cubicBezTo>
                    <a:pt x="74873" y="3507"/>
                    <a:pt x="71366" y="0"/>
                    <a:pt x="66990" y="0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325"/>
            <p:cNvSpPr/>
            <p:nvPr/>
          </p:nvSpPr>
          <p:spPr>
            <a:xfrm flipH="1">
              <a:off x="6918712" y="772941"/>
              <a:ext cx="1331639" cy="2528643"/>
            </a:xfrm>
            <a:custGeom>
              <a:rect b="b" l="l" r="r" t="t"/>
              <a:pathLst>
                <a:path extrusionOk="0" h="146270" w="77029">
                  <a:moveTo>
                    <a:pt x="7851" y="0"/>
                  </a:moveTo>
                  <a:cubicBezTo>
                    <a:pt x="3508" y="0"/>
                    <a:pt x="0" y="3507"/>
                    <a:pt x="0" y="7851"/>
                  </a:cubicBezTo>
                  <a:lnTo>
                    <a:pt x="0" y="138418"/>
                  </a:lnTo>
                  <a:cubicBezTo>
                    <a:pt x="0" y="142762"/>
                    <a:pt x="3508" y="146269"/>
                    <a:pt x="7851" y="146269"/>
                  </a:cubicBezTo>
                  <a:lnTo>
                    <a:pt x="69145" y="146269"/>
                  </a:lnTo>
                  <a:cubicBezTo>
                    <a:pt x="73521" y="146269"/>
                    <a:pt x="77028" y="142762"/>
                    <a:pt x="77028" y="138418"/>
                  </a:cubicBezTo>
                  <a:lnTo>
                    <a:pt x="77028" y="7851"/>
                  </a:lnTo>
                  <a:cubicBezTo>
                    <a:pt x="77028" y="3507"/>
                    <a:pt x="73521" y="0"/>
                    <a:pt x="69145" y="0"/>
                  </a:cubicBez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325"/>
            <p:cNvSpPr/>
            <p:nvPr/>
          </p:nvSpPr>
          <p:spPr>
            <a:xfrm flipH="1">
              <a:off x="8211313" y="3448955"/>
              <a:ext cx="517558" cy="670043"/>
            </a:xfrm>
            <a:custGeom>
              <a:rect b="b" l="l" r="r" t="t"/>
              <a:pathLst>
                <a:path extrusionOk="0" h="36199" w="27961">
                  <a:moveTo>
                    <a:pt x="13997" y="1"/>
                  </a:moveTo>
                  <a:cubicBezTo>
                    <a:pt x="6242" y="1"/>
                    <a:pt x="0" y="8109"/>
                    <a:pt x="0" y="18083"/>
                  </a:cubicBezTo>
                  <a:cubicBezTo>
                    <a:pt x="0" y="28090"/>
                    <a:pt x="6242" y="36198"/>
                    <a:pt x="13997" y="36198"/>
                  </a:cubicBezTo>
                  <a:cubicBezTo>
                    <a:pt x="21719" y="36198"/>
                    <a:pt x="27961" y="28090"/>
                    <a:pt x="27961" y="18083"/>
                  </a:cubicBezTo>
                  <a:cubicBezTo>
                    <a:pt x="27961" y="8109"/>
                    <a:pt x="21719" y="1"/>
                    <a:pt x="139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325"/>
            <p:cNvSpPr/>
            <p:nvPr/>
          </p:nvSpPr>
          <p:spPr>
            <a:xfrm flipH="1">
              <a:off x="8380422" y="3460558"/>
              <a:ext cx="518150" cy="670043"/>
            </a:xfrm>
            <a:custGeom>
              <a:rect b="b" l="l" r="r" t="t"/>
              <a:pathLst>
                <a:path extrusionOk="0" h="36199" w="27993">
                  <a:moveTo>
                    <a:pt x="13997" y="1"/>
                  </a:moveTo>
                  <a:cubicBezTo>
                    <a:pt x="6274" y="1"/>
                    <a:pt x="0" y="8109"/>
                    <a:pt x="0" y="18083"/>
                  </a:cubicBezTo>
                  <a:cubicBezTo>
                    <a:pt x="0" y="28090"/>
                    <a:pt x="6274" y="36198"/>
                    <a:pt x="13997" y="36198"/>
                  </a:cubicBezTo>
                  <a:cubicBezTo>
                    <a:pt x="21719" y="36198"/>
                    <a:pt x="27993" y="28090"/>
                    <a:pt x="27993" y="18083"/>
                  </a:cubicBezTo>
                  <a:cubicBezTo>
                    <a:pt x="27993" y="8109"/>
                    <a:pt x="21719" y="1"/>
                    <a:pt x="13997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325"/>
            <p:cNvSpPr/>
            <p:nvPr/>
          </p:nvSpPr>
          <p:spPr>
            <a:xfrm flipH="1">
              <a:off x="8537782" y="3626095"/>
              <a:ext cx="250163" cy="338900"/>
            </a:xfrm>
            <a:custGeom>
              <a:rect b="b" l="l" r="r" t="t"/>
              <a:pathLst>
                <a:path extrusionOk="0" h="18309" w="13515">
                  <a:moveTo>
                    <a:pt x="6757" y="0"/>
                  </a:moveTo>
                  <a:cubicBezTo>
                    <a:pt x="3025" y="0"/>
                    <a:pt x="0" y="4087"/>
                    <a:pt x="0" y="9170"/>
                  </a:cubicBezTo>
                  <a:cubicBezTo>
                    <a:pt x="0" y="14222"/>
                    <a:pt x="3025" y="18308"/>
                    <a:pt x="6757" y="18308"/>
                  </a:cubicBezTo>
                  <a:cubicBezTo>
                    <a:pt x="10490" y="18308"/>
                    <a:pt x="13514" y="14222"/>
                    <a:pt x="13514" y="9170"/>
                  </a:cubicBezTo>
                  <a:cubicBezTo>
                    <a:pt x="13514" y="4087"/>
                    <a:pt x="10490" y="0"/>
                    <a:pt x="6757" y="0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325"/>
            <p:cNvSpPr/>
            <p:nvPr/>
          </p:nvSpPr>
          <p:spPr>
            <a:xfrm flipH="1">
              <a:off x="6973221" y="826324"/>
              <a:ext cx="1223177" cy="2415185"/>
            </a:xfrm>
            <a:custGeom>
              <a:rect b="b" l="l" r="r" t="t"/>
              <a:pathLst>
                <a:path extrusionOk="0" h="139707" w="70755">
                  <a:moveTo>
                    <a:pt x="7433" y="1"/>
                  </a:moveTo>
                  <a:cubicBezTo>
                    <a:pt x="3314" y="1"/>
                    <a:pt x="0" y="3315"/>
                    <a:pt x="0" y="7433"/>
                  </a:cubicBezTo>
                  <a:lnTo>
                    <a:pt x="0" y="132274"/>
                  </a:lnTo>
                  <a:cubicBezTo>
                    <a:pt x="0" y="136392"/>
                    <a:pt x="3314" y="139706"/>
                    <a:pt x="7433" y="139706"/>
                  </a:cubicBezTo>
                  <a:lnTo>
                    <a:pt x="63322" y="139706"/>
                  </a:lnTo>
                  <a:cubicBezTo>
                    <a:pt x="67440" y="139706"/>
                    <a:pt x="70754" y="136392"/>
                    <a:pt x="70754" y="132274"/>
                  </a:cubicBezTo>
                  <a:lnTo>
                    <a:pt x="70754" y="7433"/>
                  </a:lnTo>
                  <a:cubicBezTo>
                    <a:pt x="70754" y="3315"/>
                    <a:pt x="67440" y="1"/>
                    <a:pt x="63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325"/>
            <p:cNvSpPr/>
            <p:nvPr/>
          </p:nvSpPr>
          <p:spPr>
            <a:xfrm flipH="1">
              <a:off x="7259127" y="799633"/>
              <a:ext cx="619670" cy="92350"/>
            </a:xfrm>
            <a:custGeom>
              <a:rect b="b" l="l" r="r" t="t"/>
              <a:pathLst>
                <a:path extrusionOk="0" h="5342" w="35845">
                  <a:moveTo>
                    <a:pt x="1" y="0"/>
                  </a:moveTo>
                  <a:lnTo>
                    <a:pt x="2768" y="3894"/>
                  </a:lnTo>
                  <a:cubicBezTo>
                    <a:pt x="3411" y="4795"/>
                    <a:pt x="4441" y="5342"/>
                    <a:pt x="5567" y="5342"/>
                  </a:cubicBezTo>
                  <a:lnTo>
                    <a:pt x="30632" y="5342"/>
                  </a:lnTo>
                  <a:cubicBezTo>
                    <a:pt x="31790" y="5342"/>
                    <a:pt x="32884" y="4730"/>
                    <a:pt x="33527" y="3733"/>
                  </a:cubicBezTo>
                  <a:lnTo>
                    <a:pt x="35844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325"/>
            <p:cNvSpPr/>
            <p:nvPr/>
          </p:nvSpPr>
          <p:spPr>
            <a:xfrm flipH="1">
              <a:off x="7283007" y="2270955"/>
              <a:ext cx="608259" cy="107563"/>
            </a:xfrm>
            <a:custGeom>
              <a:rect b="b" l="l" r="r" t="t"/>
              <a:pathLst>
                <a:path extrusionOk="0" h="4120" w="23296">
                  <a:moveTo>
                    <a:pt x="11648" y="1"/>
                  </a:moveTo>
                  <a:cubicBezTo>
                    <a:pt x="5213" y="1"/>
                    <a:pt x="1" y="902"/>
                    <a:pt x="1" y="2060"/>
                  </a:cubicBezTo>
                  <a:cubicBezTo>
                    <a:pt x="1" y="3186"/>
                    <a:pt x="5213" y="4119"/>
                    <a:pt x="11648" y="4119"/>
                  </a:cubicBezTo>
                  <a:cubicBezTo>
                    <a:pt x="18084" y="4119"/>
                    <a:pt x="23296" y="3186"/>
                    <a:pt x="23296" y="2060"/>
                  </a:cubicBezTo>
                  <a:cubicBezTo>
                    <a:pt x="23296" y="902"/>
                    <a:pt x="18084" y="1"/>
                    <a:pt x="11648" y="1"/>
                  </a:cubicBez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325"/>
            <p:cNvSpPr/>
            <p:nvPr/>
          </p:nvSpPr>
          <p:spPr>
            <a:xfrm flipH="1">
              <a:off x="7221807" y="1285500"/>
              <a:ext cx="725420" cy="1055201"/>
            </a:xfrm>
            <a:custGeom>
              <a:rect b="b" l="l" r="r" t="t"/>
              <a:pathLst>
                <a:path extrusionOk="0" h="34349" w="23612">
                  <a:moveTo>
                    <a:pt x="13053" y="5891"/>
                  </a:moveTo>
                  <a:cubicBezTo>
                    <a:pt x="15804" y="5891"/>
                    <a:pt x="18437" y="8029"/>
                    <a:pt x="18437" y="11271"/>
                  </a:cubicBezTo>
                  <a:cubicBezTo>
                    <a:pt x="18437" y="14231"/>
                    <a:pt x="16056" y="16612"/>
                    <a:pt x="13096" y="16612"/>
                  </a:cubicBezTo>
                  <a:cubicBezTo>
                    <a:pt x="8302" y="16612"/>
                    <a:pt x="5921" y="10853"/>
                    <a:pt x="9300" y="7474"/>
                  </a:cubicBezTo>
                  <a:cubicBezTo>
                    <a:pt x="10393" y="6381"/>
                    <a:pt x="11737" y="5891"/>
                    <a:pt x="13053" y="5891"/>
                  </a:cubicBezTo>
                  <a:close/>
                  <a:moveTo>
                    <a:pt x="12672" y="1"/>
                  </a:moveTo>
                  <a:cubicBezTo>
                    <a:pt x="12039" y="1"/>
                    <a:pt x="11396" y="56"/>
                    <a:pt x="10748" y="171"/>
                  </a:cubicBezTo>
                  <a:cubicBezTo>
                    <a:pt x="3991" y="1361"/>
                    <a:pt x="1" y="8375"/>
                    <a:pt x="2414" y="14778"/>
                  </a:cubicBezTo>
                  <a:lnTo>
                    <a:pt x="2511" y="15004"/>
                  </a:lnTo>
                  <a:cubicBezTo>
                    <a:pt x="2607" y="15325"/>
                    <a:pt x="2768" y="15615"/>
                    <a:pt x="2929" y="15937"/>
                  </a:cubicBezTo>
                  <a:lnTo>
                    <a:pt x="11134" y="33408"/>
                  </a:lnTo>
                  <a:cubicBezTo>
                    <a:pt x="11439" y="34035"/>
                    <a:pt x="12051" y="34349"/>
                    <a:pt x="12658" y="34349"/>
                  </a:cubicBezTo>
                  <a:cubicBezTo>
                    <a:pt x="13265" y="34349"/>
                    <a:pt x="13869" y="34035"/>
                    <a:pt x="14158" y="33408"/>
                  </a:cubicBezTo>
                  <a:lnTo>
                    <a:pt x="22395" y="15872"/>
                  </a:lnTo>
                  <a:cubicBezTo>
                    <a:pt x="22524" y="15583"/>
                    <a:pt x="22685" y="15325"/>
                    <a:pt x="22813" y="15004"/>
                  </a:cubicBezTo>
                  <a:lnTo>
                    <a:pt x="22910" y="14778"/>
                  </a:lnTo>
                  <a:lnTo>
                    <a:pt x="22878" y="14778"/>
                  </a:lnTo>
                  <a:cubicBezTo>
                    <a:pt x="23328" y="13588"/>
                    <a:pt x="23553" y="12301"/>
                    <a:pt x="23553" y="11046"/>
                  </a:cubicBezTo>
                  <a:cubicBezTo>
                    <a:pt x="23611" y="4853"/>
                    <a:pt x="18600" y="1"/>
                    <a:pt x="12672" y="1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325"/>
            <p:cNvSpPr/>
            <p:nvPr/>
          </p:nvSpPr>
          <p:spPr>
            <a:xfrm flipH="1">
              <a:off x="5733421" y="3488439"/>
              <a:ext cx="619670" cy="625790"/>
            </a:xfrm>
            <a:custGeom>
              <a:rect b="b" l="l" r="r" t="t"/>
              <a:pathLst>
                <a:path extrusionOk="0" h="36199" w="35845">
                  <a:moveTo>
                    <a:pt x="13997" y="1"/>
                  </a:moveTo>
                  <a:cubicBezTo>
                    <a:pt x="6275" y="1"/>
                    <a:pt x="1" y="8109"/>
                    <a:pt x="1" y="18083"/>
                  </a:cubicBezTo>
                  <a:cubicBezTo>
                    <a:pt x="1" y="28090"/>
                    <a:pt x="6275" y="36198"/>
                    <a:pt x="13997" y="36198"/>
                  </a:cubicBezTo>
                  <a:lnTo>
                    <a:pt x="21880" y="36198"/>
                  </a:lnTo>
                  <a:cubicBezTo>
                    <a:pt x="29602" y="36198"/>
                    <a:pt x="35844" y="28090"/>
                    <a:pt x="35844" y="18083"/>
                  </a:cubicBezTo>
                  <a:cubicBezTo>
                    <a:pt x="35844" y="8109"/>
                    <a:pt x="29602" y="1"/>
                    <a:pt x="218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325"/>
            <p:cNvSpPr/>
            <p:nvPr/>
          </p:nvSpPr>
          <p:spPr>
            <a:xfrm flipH="1">
              <a:off x="7311982" y="3488439"/>
              <a:ext cx="619670" cy="625790"/>
            </a:xfrm>
            <a:custGeom>
              <a:rect b="b" l="l" r="r" t="t"/>
              <a:pathLst>
                <a:path extrusionOk="0" h="36199" w="35845">
                  <a:moveTo>
                    <a:pt x="13997" y="1"/>
                  </a:moveTo>
                  <a:cubicBezTo>
                    <a:pt x="6275" y="1"/>
                    <a:pt x="1" y="8109"/>
                    <a:pt x="1" y="18083"/>
                  </a:cubicBezTo>
                  <a:cubicBezTo>
                    <a:pt x="1" y="28090"/>
                    <a:pt x="6275" y="36198"/>
                    <a:pt x="13997" y="36198"/>
                  </a:cubicBezTo>
                  <a:lnTo>
                    <a:pt x="21880" y="36198"/>
                  </a:lnTo>
                  <a:cubicBezTo>
                    <a:pt x="29602" y="36198"/>
                    <a:pt x="35844" y="28090"/>
                    <a:pt x="35844" y="18083"/>
                  </a:cubicBezTo>
                  <a:cubicBezTo>
                    <a:pt x="35844" y="8109"/>
                    <a:pt x="29602" y="1"/>
                    <a:pt x="218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325"/>
            <p:cNvSpPr/>
            <p:nvPr/>
          </p:nvSpPr>
          <p:spPr>
            <a:xfrm flipH="1">
              <a:off x="6635068" y="3372753"/>
              <a:ext cx="663045" cy="527321"/>
            </a:xfrm>
            <a:custGeom>
              <a:rect b="b" l="l" r="r" t="t"/>
              <a:pathLst>
                <a:path extrusionOk="0" h="30503" w="38354">
                  <a:moveTo>
                    <a:pt x="9267" y="0"/>
                  </a:moveTo>
                  <a:lnTo>
                    <a:pt x="1" y="4698"/>
                  </a:lnTo>
                  <a:lnTo>
                    <a:pt x="1" y="30503"/>
                  </a:lnTo>
                  <a:lnTo>
                    <a:pt x="38354" y="30503"/>
                  </a:lnTo>
                  <a:lnTo>
                    <a:pt x="37260" y="3411"/>
                  </a:lnTo>
                  <a:lnTo>
                    <a:pt x="9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325"/>
            <p:cNvSpPr/>
            <p:nvPr/>
          </p:nvSpPr>
          <p:spPr>
            <a:xfrm flipH="1">
              <a:off x="6654536" y="3488439"/>
              <a:ext cx="483376" cy="625790"/>
            </a:xfrm>
            <a:custGeom>
              <a:rect b="b" l="l" r="r" t="t"/>
              <a:pathLst>
                <a:path extrusionOk="0" h="36199" w="27961">
                  <a:moveTo>
                    <a:pt x="13997" y="1"/>
                  </a:moveTo>
                  <a:cubicBezTo>
                    <a:pt x="6242" y="1"/>
                    <a:pt x="0" y="8109"/>
                    <a:pt x="0" y="18083"/>
                  </a:cubicBezTo>
                  <a:cubicBezTo>
                    <a:pt x="0" y="28090"/>
                    <a:pt x="6242" y="36198"/>
                    <a:pt x="13997" y="36198"/>
                  </a:cubicBezTo>
                  <a:cubicBezTo>
                    <a:pt x="21719" y="36198"/>
                    <a:pt x="27961" y="28090"/>
                    <a:pt x="27961" y="18083"/>
                  </a:cubicBezTo>
                  <a:cubicBezTo>
                    <a:pt x="27961" y="8109"/>
                    <a:pt x="21719" y="1"/>
                    <a:pt x="139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325"/>
            <p:cNvSpPr/>
            <p:nvPr/>
          </p:nvSpPr>
          <p:spPr>
            <a:xfrm flipH="1">
              <a:off x="6756880" y="3488439"/>
              <a:ext cx="275355" cy="625790"/>
            </a:xfrm>
            <a:custGeom>
              <a:rect b="b" l="l" r="r" t="t"/>
              <a:pathLst>
                <a:path extrusionOk="0" h="36199" w="15928">
                  <a:moveTo>
                    <a:pt x="1" y="1"/>
                  </a:moveTo>
                  <a:lnTo>
                    <a:pt x="1" y="36198"/>
                  </a:lnTo>
                  <a:lnTo>
                    <a:pt x="7884" y="36198"/>
                  </a:lnTo>
                  <a:lnTo>
                    <a:pt x="15927" y="28154"/>
                  </a:lnTo>
                  <a:lnTo>
                    <a:pt x="788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325"/>
            <p:cNvSpPr/>
            <p:nvPr/>
          </p:nvSpPr>
          <p:spPr>
            <a:xfrm flipH="1">
              <a:off x="5506438" y="2844887"/>
              <a:ext cx="3550438" cy="1055194"/>
            </a:xfrm>
            <a:custGeom>
              <a:rect b="b" l="l" r="r" t="t"/>
              <a:pathLst>
                <a:path extrusionOk="0" h="61038" w="205376">
                  <a:moveTo>
                    <a:pt x="53829" y="1"/>
                  </a:moveTo>
                  <a:cubicBezTo>
                    <a:pt x="47394" y="1"/>
                    <a:pt x="41152" y="2060"/>
                    <a:pt x="35972" y="5889"/>
                  </a:cubicBezTo>
                  <a:lnTo>
                    <a:pt x="12709" y="23071"/>
                  </a:lnTo>
                  <a:lnTo>
                    <a:pt x="7046" y="25098"/>
                  </a:lnTo>
                  <a:cubicBezTo>
                    <a:pt x="4376" y="26031"/>
                    <a:pt x="2574" y="28540"/>
                    <a:pt x="2574" y="31404"/>
                  </a:cubicBezTo>
                  <a:lnTo>
                    <a:pt x="2574" y="41089"/>
                  </a:lnTo>
                  <a:cubicBezTo>
                    <a:pt x="1158" y="41121"/>
                    <a:pt x="0" y="42247"/>
                    <a:pt x="0" y="43695"/>
                  </a:cubicBezTo>
                  <a:lnTo>
                    <a:pt x="0" y="50967"/>
                  </a:lnTo>
                  <a:cubicBezTo>
                    <a:pt x="0" y="55439"/>
                    <a:pt x="3636" y="59075"/>
                    <a:pt x="8108" y="59075"/>
                  </a:cubicBezTo>
                  <a:lnTo>
                    <a:pt x="8977" y="59075"/>
                  </a:lnTo>
                  <a:cubicBezTo>
                    <a:pt x="8977" y="59075"/>
                    <a:pt x="6926" y="35297"/>
                    <a:pt x="24571" y="35297"/>
                  </a:cubicBezTo>
                  <a:cubicBezTo>
                    <a:pt x="24607" y="35297"/>
                    <a:pt x="24643" y="35297"/>
                    <a:pt x="24679" y="35297"/>
                  </a:cubicBezTo>
                  <a:cubicBezTo>
                    <a:pt x="43244" y="35394"/>
                    <a:pt x="41699" y="61038"/>
                    <a:pt x="41699" y="61038"/>
                  </a:cubicBezTo>
                  <a:lnTo>
                    <a:pt x="101739" y="61038"/>
                  </a:lnTo>
                  <a:cubicBezTo>
                    <a:pt x="101290" y="52360"/>
                    <a:pt x="102627" y="35714"/>
                    <a:pt x="117674" y="35714"/>
                  </a:cubicBezTo>
                  <a:cubicBezTo>
                    <a:pt x="117746" y="35714"/>
                    <a:pt x="117818" y="35715"/>
                    <a:pt x="117891" y="35716"/>
                  </a:cubicBezTo>
                  <a:cubicBezTo>
                    <a:pt x="132048" y="35876"/>
                    <a:pt x="133721" y="52157"/>
                    <a:pt x="133721" y="52157"/>
                  </a:cubicBezTo>
                  <a:lnTo>
                    <a:pt x="205118" y="52157"/>
                  </a:lnTo>
                  <a:cubicBezTo>
                    <a:pt x="205376" y="48907"/>
                    <a:pt x="205311" y="45690"/>
                    <a:pt x="205022" y="42440"/>
                  </a:cubicBezTo>
                  <a:cubicBezTo>
                    <a:pt x="204378" y="36713"/>
                    <a:pt x="200710" y="31726"/>
                    <a:pt x="195401" y="29441"/>
                  </a:cubicBezTo>
                  <a:lnTo>
                    <a:pt x="160073" y="21172"/>
                  </a:lnTo>
                  <a:lnTo>
                    <a:pt x="125130" y="1256"/>
                  </a:lnTo>
                  <a:cubicBezTo>
                    <a:pt x="123618" y="419"/>
                    <a:pt x="121945" y="1"/>
                    <a:pt x="120240" y="1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325"/>
            <p:cNvSpPr/>
            <p:nvPr/>
          </p:nvSpPr>
          <p:spPr>
            <a:xfrm flipH="1">
              <a:off x="7296960" y="2734214"/>
              <a:ext cx="619670" cy="111262"/>
            </a:xfrm>
            <a:custGeom>
              <a:rect b="b" l="l" r="r" t="t"/>
              <a:pathLst>
                <a:path extrusionOk="0" h="6436" w="35845">
                  <a:moveTo>
                    <a:pt x="1" y="0"/>
                  </a:moveTo>
                  <a:lnTo>
                    <a:pt x="1835" y="6435"/>
                  </a:lnTo>
                  <a:lnTo>
                    <a:pt x="35844" y="6435"/>
                  </a:lnTo>
                  <a:lnTo>
                    <a:pt x="296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325"/>
            <p:cNvSpPr/>
            <p:nvPr/>
          </p:nvSpPr>
          <p:spPr>
            <a:xfrm flipH="1">
              <a:off x="7884906" y="2734214"/>
              <a:ext cx="130175" cy="111262"/>
            </a:xfrm>
            <a:custGeom>
              <a:rect b="b" l="l" r="r" t="t"/>
              <a:pathLst>
                <a:path extrusionOk="0" h="6436" w="7530">
                  <a:moveTo>
                    <a:pt x="3347" y="0"/>
                  </a:moveTo>
                  <a:lnTo>
                    <a:pt x="1" y="6435"/>
                  </a:lnTo>
                  <a:lnTo>
                    <a:pt x="7530" y="6435"/>
                  </a:lnTo>
                  <a:lnTo>
                    <a:pt x="56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325"/>
            <p:cNvSpPr/>
            <p:nvPr/>
          </p:nvSpPr>
          <p:spPr>
            <a:xfrm flipH="1">
              <a:off x="5508140" y="3746537"/>
              <a:ext cx="1237076" cy="165770"/>
            </a:xfrm>
            <a:custGeom>
              <a:rect b="b" l="l" r="r" t="t"/>
              <a:pathLst>
                <a:path extrusionOk="0" h="9589" w="71559">
                  <a:moveTo>
                    <a:pt x="0" y="0"/>
                  </a:moveTo>
                  <a:lnTo>
                    <a:pt x="0" y="5502"/>
                  </a:lnTo>
                  <a:cubicBezTo>
                    <a:pt x="0" y="7754"/>
                    <a:pt x="1834" y="9588"/>
                    <a:pt x="4086" y="9588"/>
                  </a:cubicBezTo>
                  <a:lnTo>
                    <a:pt x="66603" y="9588"/>
                  </a:lnTo>
                  <a:cubicBezTo>
                    <a:pt x="69338" y="9588"/>
                    <a:pt x="71558" y="7368"/>
                    <a:pt x="71558" y="4633"/>
                  </a:cubicBezTo>
                  <a:lnTo>
                    <a:pt x="71558" y="0"/>
                  </a:lnTo>
                  <a:close/>
                </a:path>
              </a:pathLst>
            </a:custGeom>
            <a:solidFill>
              <a:srgbClr val="404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325"/>
            <p:cNvSpPr/>
            <p:nvPr/>
          </p:nvSpPr>
          <p:spPr>
            <a:xfrm flipH="1">
              <a:off x="5795177" y="3706483"/>
              <a:ext cx="267005" cy="94580"/>
            </a:xfrm>
            <a:custGeom>
              <a:rect b="b" l="l" r="r" t="t"/>
              <a:pathLst>
                <a:path extrusionOk="0" h="5471" w="15445">
                  <a:moveTo>
                    <a:pt x="1" y="1"/>
                  </a:moveTo>
                  <a:lnTo>
                    <a:pt x="1" y="5470"/>
                  </a:lnTo>
                  <a:lnTo>
                    <a:pt x="15445" y="5470"/>
                  </a:lnTo>
                  <a:lnTo>
                    <a:pt x="154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325"/>
            <p:cNvSpPr/>
            <p:nvPr/>
          </p:nvSpPr>
          <p:spPr>
            <a:xfrm flipH="1">
              <a:off x="5663338" y="3465084"/>
              <a:ext cx="666952" cy="17"/>
            </a:xfrm>
            <a:custGeom>
              <a:rect b="b" l="l" r="r" t="t"/>
              <a:pathLst>
                <a:path extrusionOk="0" fill="none" h="1" w="38580">
                  <a:moveTo>
                    <a:pt x="1" y="0"/>
                  </a:moveTo>
                  <a:lnTo>
                    <a:pt x="38579" y="0"/>
                  </a:lnTo>
                </a:path>
              </a:pathLst>
            </a:custGeom>
            <a:noFill/>
            <a:ln cap="rnd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325"/>
            <p:cNvSpPr/>
            <p:nvPr/>
          </p:nvSpPr>
          <p:spPr>
            <a:xfrm flipH="1">
              <a:off x="6569985" y="3465637"/>
              <a:ext cx="449458" cy="114046"/>
            </a:xfrm>
            <a:custGeom>
              <a:rect b="b" l="l" r="r" t="t"/>
              <a:pathLst>
                <a:path extrusionOk="0" fill="none" h="6597" w="25999">
                  <a:moveTo>
                    <a:pt x="25998" y="6564"/>
                  </a:moveTo>
                  <a:lnTo>
                    <a:pt x="19949" y="6564"/>
                  </a:lnTo>
                  <a:cubicBezTo>
                    <a:pt x="17826" y="6597"/>
                    <a:pt x="15767" y="5760"/>
                    <a:pt x="14254" y="4280"/>
                  </a:cubicBezTo>
                  <a:cubicBezTo>
                    <a:pt x="12324" y="2349"/>
                    <a:pt x="8270" y="1"/>
                    <a:pt x="1" y="194"/>
                  </a:cubicBezTo>
                </a:path>
              </a:pathLst>
            </a:custGeom>
            <a:noFill/>
            <a:ln cap="rnd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325"/>
            <p:cNvSpPr/>
            <p:nvPr/>
          </p:nvSpPr>
          <p:spPr>
            <a:xfrm flipH="1">
              <a:off x="5712298" y="3465084"/>
              <a:ext cx="544003" cy="100146"/>
            </a:xfrm>
            <a:custGeom>
              <a:rect b="b" l="l" r="r" t="t"/>
              <a:pathLst>
                <a:path extrusionOk="0" h="5793" w="31468">
                  <a:moveTo>
                    <a:pt x="31468" y="0"/>
                  </a:moveTo>
                  <a:lnTo>
                    <a:pt x="0" y="194"/>
                  </a:lnTo>
                  <a:lnTo>
                    <a:pt x="2607" y="3797"/>
                  </a:lnTo>
                  <a:cubicBezTo>
                    <a:pt x="3540" y="5052"/>
                    <a:pt x="4987" y="5792"/>
                    <a:pt x="6564" y="5792"/>
                  </a:cubicBezTo>
                  <a:lnTo>
                    <a:pt x="25065" y="5792"/>
                  </a:lnTo>
                  <a:cubicBezTo>
                    <a:pt x="26706" y="5792"/>
                    <a:pt x="28283" y="4955"/>
                    <a:pt x="29183" y="3572"/>
                  </a:cubicBezTo>
                  <a:lnTo>
                    <a:pt x="314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325"/>
            <p:cNvSpPr/>
            <p:nvPr/>
          </p:nvSpPr>
          <p:spPr>
            <a:xfrm flipH="1">
              <a:off x="6255168" y="3537949"/>
              <a:ext cx="455577" cy="85124"/>
            </a:xfrm>
            <a:custGeom>
              <a:rect b="b" l="l" r="r" t="t"/>
              <a:pathLst>
                <a:path extrusionOk="0" h="4924" w="26353">
                  <a:moveTo>
                    <a:pt x="25420" y="0"/>
                  </a:moveTo>
                  <a:lnTo>
                    <a:pt x="323" y="580"/>
                  </a:lnTo>
                  <a:lnTo>
                    <a:pt x="162" y="2060"/>
                  </a:lnTo>
                  <a:cubicBezTo>
                    <a:pt x="1" y="3572"/>
                    <a:pt x="1191" y="4923"/>
                    <a:pt x="2736" y="4923"/>
                  </a:cubicBezTo>
                  <a:lnTo>
                    <a:pt x="23393" y="4923"/>
                  </a:lnTo>
                  <a:cubicBezTo>
                    <a:pt x="25098" y="4923"/>
                    <a:pt x="26353" y="3282"/>
                    <a:pt x="25870" y="1609"/>
                  </a:cubicBezTo>
                  <a:lnTo>
                    <a:pt x="25420" y="0"/>
                  </a:lnTo>
                  <a:close/>
                </a:path>
              </a:pathLst>
            </a:custGeom>
            <a:solidFill>
              <a:srgbClr val="CB9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325"/>
            <p:cNvSpPr/>
            <p:nvPr/>
          </p:nvSpPr>
          <p:spPr>
            <a:xfrm flipH="1">
              <a:off x="6261841" y="3448955"/>
              <a:ext cx="445551" cy="136848"/>
            </a:xfrm>
            <a:custGeom>
              <a:rect b="b" l="l" r="r" t="t"/>
              <a:pathLst>
                <a:path extrusionOk="0" h="7916" w="25773">
                  <a:moveTo>
                    <a:pt x="2510" y="0"/>
                  </a:moveTo>
                  <a:cubicBezTo>
                    <a:pt x="1448" y="0"/>
                    <a:pt x="547" y="773"/>
                    <a:pt x="483" y="1834"/>
                  </a:cubicBezTo>
                  <a:lnTo>
                    <a:pt x="129" y="5728"/>
                  </a:lnTo>
                  <a:cubicBezTo>
                    <a:pt x="0" y="6918"/>
                    <a:pt x="933" y="7916"/>
                    <a:pt x="2124" y="7916"/>
                  </a:cubicBezTo>
                  <a:lnTo>
                    <a:pt x="23359" y="7916"/>
                  </a:lnTo>
                  <a:cubicBezTo>
                    <a:pt x="24775" y="7916"/>
                    <a:pt x="25773" y="6468"/>
                    <a:pt x="25226" y="5148"/>
                  </a:cubicBezTo>
                  <a:lnTo>
                    <a:pt x="23681" y="1255"/>
                  </a:lnTo>
                  <a:cubicBezTo>
                    <a:pt x="23359" y="515"/>
                    <a:pt x="22619" y="0"/>
                    <a:pt x="21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325"/>
            <p:cNvSpPr/>
            <p:nvPr/>
          </p:nvSpPr>
          <p:spPr>
            <a:xfrm flipH="1">
              <a:off x="5509283" y="3543516"/>
              <a:ext cx="200258" cy="79557"/>
            </a:xfrm>
            <a:custGeom>
              <a:rect b="b" l="l" r="r" t="t"/>
              <a:pathLst>
                <a:path extrusionOk="0" h="4602" w="11584">
                  <a:moveTo>
                    <a:pt x="11037" y="0"/>
                  </a:moveTo>
                  <a:lnTo>
                    <a:pt x="323" y="258"/>
                  </a:lnTo>
                  <a:lnTo>
                    <a:pt x="162" y="1738"/>
                  </a:lnTo>
                  <a:cubicBezTo>
                    <a:pt x="1" y="3250"/>
                    <a:pt x="1223" y="4601"/>
                    <a:pt x="2736" y="4601"/>
                  </a:cubicBezTo>
                  <a:lnTo>
                    <a:pt x="11584" y="4601"/>
                  </a:lnTo>
                  <a:cubicBezTo>
                    <a:pt x="11520" y="3057"/>
                    <a:pt x="11359" y="1512"/>
                    <a:pt x="11037" y="0"/>
                  </a:cubicBezTo>
                  <a:close/>
                </a:path>
              </a:pathLst>
            </a:custGeom>
            <a:solidFill>
              <a:srgbClr val="CB9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325"/>
            <p:cNvSpPr/>
            <p:nvPr/>
          </p:nvSpPr>
          <p:spPr>
            <a:xfrm flipH="1">
              <a:off x="5511496" y="3451185"/>
              <a:ext cx="194709" cy="136848"/>
            </a:xfrm>
            <a:custGeom>
              <a:rect b="b" l="l" r="r" t="t"/>
              <a:pathLst>
                <a:path extrusionOk="0" h="7916" w="11263">
                  <a:moveTo>
                    <a:pt x="2478" y="0"/>
                  </a:moveTo>
                  <a:cubicBezTo>
                    <a:pt x="1449" y="0"/>
                    <a:pt x="548" y="772"/>
                    <a:pt x="483" y="1834"/>
                  </a:cubicBezTo>
                  <a:lnTo>
                    <a:pt x="130" y="5727"/>
                  </a:lnTo>
                  <a:cubicBezTo>
                    <a:pt x="1" y="6886"/>
                    <a:pt x="934" y="7915"/>
                    <a:pt x="2124" y="7915"/>
                  </a:cubicBezTo>
                  <a:lnTo>
                    <a:pt x="11262" y="7915"/>
                  </a:lnTo>
                  <a:cubicBezTo>
                    <a:pt x="10715" y="2606"/>
                    <a:pt x="8334" y="0"/>
                    <a:pt x="8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325"/>
            <p:cNvSpPr/>
            <p:nvPr/>
          </p:nvSpPr>
          <p:spPr>
            <a:xfrm flipH="1">
              <a:off x="6289643" y="2894951"/>
              <a:ext cx="1146956" cy="312074"/>
            </a:xfrm>
            <a:custGeom>
              <a:rect b="b" l="l" r="r" t="t"/>
              <a:pathLst>
                <a:path extrusionOk="0" h="18052" w="66346">
                  <a:moveTo>
                    <a:pt x="1609" y="1"/>
                  </a:moveTo>
                  <a:cubicBezTo>
                    <a:pt x="547" y="1"/>
                    <a:pt x="0" y="1256"/>
                    <a:pt x="740" y="2028"/>
                  </a:cubicBezTo>
                  <a:lnTo>
                    <a:pt x="14222" y="16346"/>
                  </a:lnTo>
                  <a:cubicBezTo>
                    <a:pt x="15251" y="17408"/>
                    <a:pt x="16667" y="18051"/>
                    <a:pt x="18179" y="18051"/>
                  </a:cubicBezTo>
                  <a:lnTo>
                    <a:pt x="66346" y="18051"/>
                  </a:lnTo>
                  <a:lnTo>
                    <a:pt x="3449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325"/>
            <p:cNvSpPr/>
            <p:nvPr/>
          </p:nvSpPr>
          <p:spPr>
            <a:xfrm flipH="1">
              <a:off x="7243001" y="2894951"/>
              <a:ext cx="932263" cy="312074"/>
            </a:xfrm>
            <a:custGeom>
              <a:rect b="b" l="l" r="r" t="t"/>
              <a:pathLst>
                <a:path extrusionOk="0" h="18052" w="53927">
                  <a:moveTo>
                    <a:pt x="4119" y="1"/>
                  </a:moveTo>
                  <a:cubicBezTo>
                    <a:pt x="1834" y="1"/>
                    <a:pt x="0" y="1835"/>
                    <a:pt x="0" y="4087"/>
                  </a:cubicBezTo>
                  <a:lnTo>
                    <a:pt x="0" y="18051"/>
                  </a:lnTo>
                  <a:lnTo>
                    <a:pt x="53637" y="18051"/>
                  </a:lnTo>
                  <a:cubicBezTo>
                    <a:pt x="53830" y="18051"/>
                    <a:pt x="53926" y="17826"/>
                    <a:pt x="53797" y="17697"/>
                  </a:cubicBezTo>
                  <a:lnTo>
                    <a:pt x="38031" y="1256"/>
                  </a:lnTo>
                  <a:cubicBezTo>
                    <a:pt x="37259" y="451"/>
                    <a:pt x="36197" y="1"/>
                    <a:pt x="350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325"/>
            <p:cNvSpPr/>
            <p:nvPr/>
          </p:nvSpPr>
          <p:spPr>
            <a:xfrm flipH="1">
              <a:off x="7248567" y="3203666"/>
              <a:ext cx="926696" cy="597404"/>
            </a:xfrm>
            <a:custGeom>
              <a:rect b="b" l="l" r="r" t="t"/>
              <a:pathLst>
                <a:path extrusionOk="0" fill="none" h="34557" w="53605">
                  <a:moveTo>
                    <a:pt x="53604" y="0"/>
                  </a:moveTo>
                  <a:cubicBezTo>
                    <a:pt x="53604" y="0"/>
                    <a:pt x="44756" y="2992"/>
                    <a:pt x="44756" y="13932"/>
                  </a:cubicBezTo>
                  <a:lnTo>
                    <a:pt x="44756" y="34556"/>
                  </a:lnTo>
                  <a:lnTo>
                    <a:pt x="0" y="34556"/>
                  </a:lnTo>
                  <a:lnTo>
                    <a:pt x="0" y="193"/>
                  </a:lnTo>
                </a:path>
              </a:pathLst>
            </a:custGeom>
            <a:noFill/>
            <a:ln cap="rnd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325"/>
            <p:cNvSpPr/>
            <p:nvPr/>
          </p:nvSpPr>
          <p:spPr>
            <a:xfrm flipH="1">
              <a:off x="7876555" y="3297104"/>
              <a:ext cx="185253" cy="45622"/>
            </a:xfrm>
            <a:custGeom>
              <a:rect b="b" l="l" r="r" t="t"/>
              <a:pathLst>
                <a:path extrusionOk="0" h="2639" w="10716">
                  <a:moveTo>
                    <a:pt x="1320" y="1"/>
                  </a:moveTo>
                  <a:cubicBezTo>
                    <a:pt x="612" y="1"/>
                    <a:pt x="1" y="580"/>
                    <a:pt x="1" y="1320"/>
                  </a:cubicBezTo>
                  <a:cubicBezTo>
                    <a:pt x="1" y="2060"/>
                    <a:pt x="612" y="2639"/>
                    <a:pt x="1320" y="2639"/>
                  </a:cubicBezTo>
                  <a:lnTo>
                    <a:pt x="9396" y="2639"/>
                  </a:lnTo>
                  <a:cubicBezTo>
                    <a:pt x="10136" y="2639"/>
                    <a:pt x="10715" y="2060"/>
                    <a:pt x="10715" y="1320"/>
                  </a:cubicBezTo>
                  <a:cubicBezTo>
                    <a:pt x="10715" y="580"/>
                    <a:pt x="10136" y="1"/>
                    <a:pt x="93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325"/>
            <p:cNvSpPr/>
            <p:nvPr/>
          </p:nvSpPr>
          <p:spPr>
            <a:xfrm flipH="1">
              <a:off x="6831419" y="2894951"/>
              <a:ext cx="446657" cy="312074"/>
            </a:xfrm>
            <a:custGeom>
              <a:rect b="b" l="l" r="r" t="t"/>
              <a:pathLst>
                <a:path extrusionOk="0" h="18052" w="25837">
                  <a:moveTo>
                    <a:pt x="0" y="1"/>
                  </a:moveTo>
                  <a:lnTo>
                    <a:pt x="22555" y="18051"/>
                  </a:lnTo>
                  <a:lnTo>
                    <a:pt x="25837" y="18051"/>
                  </a:lnTo>
                  <a:lnTo>
                    <a:pt x="3250" y="1"/>
                  </a:lnTo>
                  <a:close/>
                </a:path>
              </a:pathLst>
            </a:custGeom>
            <a:solidFill>
              <a:srgbClr val="5656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325"/>
            <p:cNvSpPr/>
            <p:nvPr/>
          </p:nvSpPr>
          <p:spPr>
            <a:xfrm flipH="1">
              <a:off x="6542738" y="2894951"/>
              <a:ext cx="587395" cy="312074"/>
            </a:xfrm>
            <a:custGeom>
              <a:rect b="b" l="l" r="r" t="t"/>
              <a:pathLst>
                <a:path extrusionOk="0" h="18052" w="33978">
                  <a:moveTo>
                    <a:pt x="1" y="1"/>
                  </a:moveTo>
                  <a:lnTo>
                    <a:pt x="24872" y="18051"/>
                  </a:lnTo>
                  <a:lnTo>
                    <a:pt x="33978" y="18051"/>
                  </a:lnTo>
                  <a:lnTo>
                    <a:pt x="9106" y="1"/>
                  </a:lnTo>
                  <a:close/>
                </a:path>
              </a:pathLst>
            </a:custGeom>
            <a:solidFill>
              <a:srgbClr val="5656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325"/>
            <p:cNvSpPr/>
            <p:nvPr/>
          </p:nvSpPr>
          <p:spPr>
            <a:xfrm flipH="1">
              <a:off x="4745029" y="1723551"/>
              <a:ext cx="501735" cy="386047"/>
            </a:xfrm>
            <a:custGeom>
              <a:rect b="b" l="l" r="r" t="t"/>
              <a:pathLst>
                <a:path extrusionOk="0" h="22331" w="29023">
                  <a:moveTo>
                    <a:pt x="17215" y="0"/>
                  </a:moveTo>
                  <a:lnTo>
                    <a:pt x="7594" y="1127"/>
                  </a:lnTo>
                  <a:cubicBezTo>
                    <a:pt x="7594" y="1127"/>
                    <a:pt x="1" y="13321"/>
                    <a:pt x="4344" y="22041"/>
                  </a:cubicBezTo>
                  <a:lnTo>
                    <a:pt x="26159" y="22330"/>
                  </a:lnTo>
                  <a:cubicBezTo>
                    <a:pt x="26159" y="22330"/>
                    <a:pt x="29023" y="11744"/>
                    <a:pt x="172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325"/>
            <p:cNvSpPr/>
            <p:nvPr/>
          </p:nvSpPr>
          <p:spPr>
            <a:xfrm flipH="1">
              <a:off x="5137715" y="1613172"/>
              <a:ext cx="91157" cy="209957"/>
            </a:xfrm>
            <a:custGeom>
              <a:rect b="b" l="l" r="r" t="t"/>
              <a:pathLst>
                <a:path extrusionOk="0" h="12145" w="5273">
                  <a:moveTo>
                    <a:pt x="4487" y="0"/>
                  </a:moveTo>
                  <a:cubicBezTo>
                    <a:pt x="3356" y="0"/>
                    <a:pt x="1" y="356"/>
                    <a:pt x="27" y="4584"/>
                  </a:cubicBezTo>
                  <a:cubicBezTo>
                    <a:pt x="60" y="9410"/>
                    <a:pt x="5272" y="12145"/>
                    <a:pt x="5272" y="12145"/>
                  </a:cubicBezTo>
                  <a:lnTo>
                    <a:pt x="4854" y="15"/>
                  </a:lnTo>
                  <a:cubicBezTo>
                    <a:pt x="4854" y="15"/>
                    <a:pt x="4716" y="0"/>
                    <a:pt x="44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325"/>
            <p:cNvSpPr/>
            <p:nvPr/>
          </p:nvSpPr>
          <p:spPr>
            <a:xfrm flipH="1">
              <a:off x="4914119" y="1574691"/>
              <a:ext cx="302600" cy="292747"/>
            </a:xfrm>
            <a:custGeom>
              <a:rect b="b" l="l" r="r" t="t"/>
              <a:pathLst>
                <a:path extrusionOk="0" h="16934" w="17504">
                  <a:moveTo>
                    <a:pt x="8738" y="0"/>
                  </a:moveTo>
                  <a:cubicBezTo>
                    <a:pt x="4329" y="0"/>
                    <a:pt x="630" y="3405"/>
                    <a:pt x="322" y="7871"/>
                  </a:cubicBezTo>
                  <a:cubicBezTo>
                    <a:pt x="0" y="12537"/>
                    <a:pt x="3507" y="16591"/>
                    <a:pt x="8173" y="16913"/>
                  </a:cubicBezTo>
                  <a:cubicBezTo>
                    <a:pt x="8372" y="16926"/>
                    <a:pt x="8570" y="16933"/>
                    <a:pt x="8766" y="16933"/>
                  </a:cubicBezTo>
                  <a:cubicBezTo>
                    <a:pt x="13175" y="16933"/>
                    <a:pt x="16874" y="13528"/>
                    <a:pt x="17182" y="9062"/>
                  </a:cubicBezTo>
                  <a:cubicBezTo>
                    <a:pt x="17504" y="4397"/>
                    <a:pt x="13996" y="342"/>
                    <a:pt x="9331" y="21"/>
                  </a:cubicBezTo>
                  <a:cubicBezTo>
                    <a:pt x="9132" y="7"/>
                    <a:pt x="8934" y="0"/>
                    <a:pt x="87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325"/>
            <p:cNvSpPr/>
            <p:nvPr/>
          </p:nvSpPr>
          <p:spPr>
            <a:xfrm flipH="1">
              <a:off x="5141138" y="1760148"/>
              <a:ext cx="90604" cy="77552"/>
            </a:xfrm>
            <a:custGeom>
              <a:rect b="b" l="l" r="r" t="t"/>
              <a:pathLst>
                <a:path extrusionOk="0" h="4486" w="5241">
                  <a:moveTo>
                    <a:pt x="2618" y="0"/>
                  </a:moveTo>
                  <a:cubicBezTo>
                    <a:pt x="2394" y="0"/>
                    <a:pt x="2155" y="61"/>
                    <a:pt x="1899" y="200"/>
                  </a:cubicBezTo>
                  <a:cubicBezTo>
                    <a:pt x="0" y="1230"/>
                    <a:pt x="2092" y="4319"/>
                    <a:pt x="4119" y="4479"/>
                  </a:cubicBezTo>
                  <a:cubicBezTo>
                    <a:pt x="4158" y="4484"/>
                    <a:pt x="4197" y="4486"/>
                    <a:pt x="4236" y="4486"/>
                  </a:cubicBezTo>
                  <a:cubicBezTo>
                    <a:pt x="4794" y="4486"/>
                    <a:pt x="5241" y="4062"/>
                    <a:pt x="5181" y="3611"/>
                  </a:cubicBezTo>
                  <a:cubicBezTo>
                    <a:pt x="5052" y="2838"/>
                    <a:pt x="4795" y="2098"/>
                    <a:pt x="4408" y="1423"/>
                  </a:cubicBezTo>
                  <a:cubicBezTo>
                    <a:pt x="3961" y="702"/>
                    <a:pt x="3379" y="0"/>
                    <a:pt x="2618" y="0"/>
                  </a:cubicBezTo>
                  <a:close/>
                </a:path>
              </a:pathLst>
            </a:custGeom>
            <a:solidFill>
              <a:srgbClr val="9953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325"/>
            <p:cNvSpPr/>
            <p:nvPr/>
          </p:nvSpPr>
          <p:spPr>
            <a:xfrm flipH="1">
              <a:off x="4998674" y="1837578"/>
              <a:ext cx="118489" cy="216941"/>
            </a:xfrm>
            <a:custGeom>
              <a:rect b="b" l="l" r="r" t="t"/>
              <a:pathLst>
                <a:path extrusionOk="0" h="12549" w="6854">
                  <a:moveTo>
                    <a:pt x="4891" y="0"/>
                  </a:moveTo>
                  <a:lnTo>
                    <a:pt x="1" y="1448"/>
                  </a:lnTo>
                  <a:lnTo>
                    <a:pt x="226" y="12549"/>
                  </a:lnTo>
                  <a:lnTo>
                    <a:pt x="6854" y="12549"/>
                  </a:lnTo>
                  <a:lnTo>
                    <a:pt x="4891" y="0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325"/>
            <p:cNvSpPr/>
            <p:nvPr/>
          </p:nvSpPr>
          <p:spPr>
            <a:xfrm flipH="1">
              <a:off x="5028149" y="1885411"/>
              <a:ext cx="88460" cy="82894"/>
            </a:xfrm>
            <a:custGeom>
              <a:rect b="b" l="l" r="r" t="t"/>
              <a:pathLst>
                <a:path extrusionOk="0" h="4795" w="5117">
                  <a:moveTo>
                    <a:pt x="5117" y="1"/>
                  </a:moveTo>
                  <a:lnTo>
                    <a:pt x="1" y="869"/>
                  </a:lnTo>
                  <a:lnTo>
                    <a:pt x="65" y="4795"/>
                  </a:lnTo>
                  <a:lnTo>
                    <a:pt x="5117" y="1"/>
                  </a:lnTo>
                  <a:close/>
                </a:path>
              </a:pathLst>
            </a:custGeom>
            <a:solidFill>
              <a:srgbClr val="9953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325"/>
            <p:cNvSpPr/>
            <p:nvPr/>
          </p:nvSpPr>
          <p:spPr>
            <a:xfrm flipH="1">
              <a:off x="4962334" y="1638913"/>
              <a:ext cx="242717" cy="277637"/>
            </a:xfrm>
            <a:custGeom>
              <a:rect b="b" l="l" r="r" t="t"/>
              <a:pathLst>
                <a:path extrusionOk="0" h="16060" w="14040">
                  <a:moveTo>
                    <a:pt x="6139" y="0"/>
                  </a:moveTo>
                  <a:cubicBezTo>
                    <a:pt x="5775" y="0"/>
                    <a:pt x="5391" y="12"/>
                    <a:pt x="4988" y="38"/>
                  </a:cubicBezTo>
                  <a:cubicBezTo>
                    <a:pt x="4988" y="38"/>
                    <a:pt x="1" y="682"/>
                    <a:pt x="451" y="5443"/>
                  </a:cubicBezTo>
                  <a:cubicBezTo>
                    <a:pt x="1030" y="11267"/>
                    <a:pt x="1513" y="14774"/>
                    <a:pt x="4956" y="15836"/>
                  </a:cubicBezTo>
                  <a:cubicBezTo>
                    <a:pt x="5440" y="15987"/>
                    <a:pt x="5936" y="16060"/>
                    <a:pt x="6432" y="16060"/>
                  </a:cubicBezTo>
                  <a:cubicBezTo>
                    <a:pt x="8376" y="16060"/>
                    <a:pt x="10321" y="14933"/>
                    <a:pt x="11552" y="12908"/>
                  </a:cubicBezTo>
                  <a:cubicBezTo>
                    <a:pt x="12131" y="11911"/>
                    <a:pt x="12099" y="9337"/>
                    <a:pt x="12163" y="8178"/>
                  </a:cubicBezTo>
                  <a:lnTo>
                    <a:pt x="13128" y="5733"/>
                  </a:lnTo>
                  <a:cubicBezTo>
                    <a:pt x="13128" y="5733"/>
                    <a:pt x="14040" y="0"/>
                    <a:pt x="6139" y="0"/>
                  </a:cubicBez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325"/>
            <p:cNvSpPr/>
            <p:nvPr/>
          </p:nvSpPr>
          <p:spPr>
            <a:xfrm flipH="1">
              <a:off x="4944721" y="1711865"/>
              <a:ext cx="55078" cy="87907"/>
            </a:xfrm>
            <a:custGeom>
              <a:rect b="b" l="l" r="r" t="t"/>
              <a:pathLst>
                <a:path extrusionOk="0" h="5085" w="3186">
                  <a:moveTo>
                    <a:pt x="65" y="1"/>
                  </a:moveTo>
                  <a:lnTo>
                    <a:pt x="1" y="5085"/>
                  </a:lnTo>
                  <a:lnTo>
                    <a:pt x="3186" y="709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325"/>
            <p:cNvSpPr/>
            <p:nvPr/>
          </p:nvSpPr>
          <p:spPr>
            <a:xfrm flipH="1">
              <a:off x="4919119" y="1759128"/>
              <a:ext cx="88356" cy="78710"/>
            </a:xfrm>
            <a:custGeom>
              <a:rect b="b" l="l" r="r" t="t"/>
              <a:pathLst>
                <a:path extrusionOk="0" h="4553" w="5111">
                  <a:moveTo>
                    <a:pt x="2497" y="0"/>
                  </a:moveTo>
                  <a:cubicBezTo>
                    <a:pt x="1715" y="0"/>
                    <a:pt x="1143" y="747"/>
                    <a:pt x="734" y="1514"/>
                  </a:cubicBezTo>
                  <a:cubicBezTo>
                    <a:pt x="380" y="2190"/>
                    <a:pt x="155" y="2930"/>
                    <a:pt x="58" y="3734"/>
                  </a:cubicBezTo>
                  <a:cubicBezTo>
                    <a:pt x="0" y="4169"/>
                    <a:pt x="440" y="4552"/>
                    <a:pt x="952" y="4552"/>
                  </a:cubicBezTo>
                  <a:cubicBezTo>
                    <a:pt x="1007" y="4552"/>
                    <a:pt x="1064" y="4548"/>
                    <a:pt x="1120" y="4538"/>
                  </a:cubicBezTo>
                  <a:cubicBezTo>
                    <a:pt x="3147" y="4281"/>
                    <a:pt x="5110" y="1096"/>
                    <a:pt x="3147" y="163"/>
                  </a:cubicBezTo>
                  <a:cubicBezTo>
                    <a:pt x="2916" y="50"/>
                    <a:pt x="2700" y="0"/>
                    <a:pt x="2497" y="0"/>
                  </a:cubicBez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325"/>
            <p:cNvSpPr/>
            <p:nvPr/>
          </p:nvSpPr>
          <p:spPr>
            <a:xfrm flipH="1">
              <a:off x="4958068" y="1788638"/>
              <a:ext cx="29492" cy="21143"/>
            </a:xfrm>
            <a:custGeom>
              <a:rect b="b" l="l" r="r" t="t"/>
              <a:pathLst>
                <a:path extrusionOk="0" fill="none" h="1223" w="1706">
                  <a:moveTo>
                    <a:pt x="1706" y="0"/>
                  </a:moveTo>
                  <a:cubicBezTo>
                    <a:pt x="805" y="0"/>
                    <a:pt x="0" y="1223"/>
                    <a:pt x="0" y="1223"/>
                  </a:cubicBezTo>
                </a:path>
              </a:pathLst>
            </a:custGeom>
            <a:noFill/>
            <a:ln cap="rnd" cmpd="sng" w="4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325"/>
            <p:cNvSpPr/>
            <p:nvPr/>
          </p:nvSpPr>
          <p:spPr>
            <a:xfrm flipH="1">
              <a:off x="4910229" y="1604909"/>
              <a:ext cx="279245" cy="128014"/>
            </a:xfrm>
            <a:custGeom>
              <a:rect b="b" l="l" r="r" t="t"/>
              <a:pathLst>
                <a:path extrusionOk="0" h="7405" w="16153">
                  <a:moveTo>
                    <a:pt x="6198" y="0"/>
                  </a:moveTo>
                  <a:cubicBezTo>
                    <a:pt x="3781" y="0"/>
                    <a:pt x="1419" y="596"/>
                    <a:pt x="1" y="1297"/>
                  </a:cubicBezTo>
                  <a:cubicBezTo>
                    <a:pt x="1" y="1297"/>
                    <a:pt x="1284" y="7405"/>
                    <a:pt x="9648" y="7405"/>
                  </a:cubicBezTo>
                  <a:cubicBezTo>
                    <a:pt x="10650" y="7405"/>
                    <a:pt x="11753" y="7317"/>
                    <a:pt x="12967" y="7121"/>
                  </a:cubicBezTo>
                  <a:cubicBezTo>
                    <a:pt x="12967" y="7121"/>
                    <a:pt x="16153" y="6413"/>
                    <a:pt x="13032" y="2616"/>
                  </a:cubicBezTo>
                  <a:cubicBezTo>
                    <a:pt x="11406" y="675"/>
                    <a:pt x="8771" y="0"/>
                    <a:pt x="619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325"/>
            <p:cNvSpPr/>
            <p:nvPr/>
          </p:nvSpPr>
          <p:spPr>
            <a:xfrm flipH="1">
              <a:off x="5134380" y="1806979"/>
              <a:ext cx="14487" cy="29510"/>
            </a:xfrm>
            <a:custGeom>
              <a:rect b="b" l="l" r="r" t="t"/>
              <a:pathLst>
                <a:path extrusionOk="0" fill="none" h="1707" w="838">
                  <a:moveTo>
                    <a:pt x="451" y="1"/>
                  </a:moveTo>
                  <a:lnTo>
                    <a:pt x="1" y="1320"/>
                  </a:lnTo>
                  <a:lnTo>
                    <a:pt x="837" y="1706"/>
                  </a:lnTo>
                </a:path>
              </a:pathLst>
            </a:custGeom>
            <a:noFill/>
            <a:ln cap="rnd" cmpd="sng" w="4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325"/>
            <p:cNvSpPr/>
            <p:nvPr/>
          </p:nvSpPr>
          <p:spPr>
            <a:xfrm flipH="1">
              <a:off x="5079320" y="1780824"/>
              <a:ext cx="23234" cy="19552"/>
            </a:xfrm>
            <a:custGeom>
              <a:rect b="b" l="l" r="r" t="t"/>
              <a:pathLst>
                <a:path extrusionOk="0" h="1131" w="1344">
                  <a:moveTo>
                    <a:pt x="727" y="0"/>
                  </a:moveTo>
                  <a:cubicBezTo>
                    <a:pt x="237" y="0"/>
                    <a:pt x="1" y="621"/>
                    <a:pt x="346" y="967"/>
                  </a:cubicBezTo>
                  <a:cubicBezTo>
                    <a:pt x="459" y="1080"/>
                    <a:pt x="601" y="1130"/>
                    <a:pt x="743" y="1130"/>
                  </a:cubicBezTo>
                  <a:cubicBezTo>
                    <a:pt x="1045" y="1130"/>
                    <a:pt x="1344" y="899"/>
                    <a:pt x="1344" y="549"/>
                  </a:cubicBezTo>
                  <a:cubicBezTo>
                    <a:pt x="1344" y="259"/>
                    <a:pt x="1086" y="2"/>
                    <a:pt x="764" y="2"/>
                  </a:cubicBezTo>
                  <a:cubicBezTo>
                    <a:pt x="752" y="1"/>
                    <a:pt x="740" y="0"/>
                    <a:pt x="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325"/>
            <p:cNvSpPr/>
            <p:nvPr/>
          </p:nvSpPr>
          <p:spPr>
            <a:xfrm flipH="1">
              <a:off x="5158858" y="1779735"/>
              <a:ext cx="21160" cy="18446"/>
            </a:xfrm>
            <a:custGeom>
              <a:rect b="b" l="l" r="r" t="t"/>
              <a:pathLst>
                <a:path extrusionOk="0" h="1067" w="1224">
                  <a:moveTo>
                    <a:pt x="709" y="0"/>
                  </a:moveTo>
                  <a:cubicBezTo>
                    <a:pt x="226" y="0"/>
                    <a:pt x="1" y="579"/>
                    <a:pt x="323" y="901"/>
                  </a:cubicBezTo>
                  <a:cubicBezTo>
                    <a:pt x="427" y="1016"/>
                    <a:pt x="559" y="1067"/>
                    <a:pt x="690" y="1067"/>
                  </a:cubicBezTo>
                  <a:cubicBezTo>
                    <a:pt x="960" y="1067"/>
                    <a:pt x="1223" y="851"/>
                    <a:pt x="1223" y="547"/>
                  </a:cubicBezTo>
                  <a:cubicBezTo>
                    <a:pt x="1223" y="225"/>
                    <a:pt x="998" y="0"/>
                    <a:pt x="7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325"/>
            <p:cNvSpPr/>
            <p:nvPr/>
          </p:nvSpPr>
          <p:spPr>
            <a:xfrm flipH="1">
              <a:off x="5147172" y="1717224"/>
              <a:ext cx="46192" cy="31584"/>
            </a:xfrm>
            <a:custGeom>
              <a:rect b="b" l="l" r="r" t="t"/>
              <a:pathLst>
                <a:path extrusionOk="0" h="1827" w="2672">
                  <a:moveTo>
                    <a:pt x="1770" y="0"/>
                  </a:moveTo>
                  <a:cubicBezTo>
                    <a:pt x="1666" y="0"/>
                    <a:pt x="1549" y="14"/>
                    <a:pt x="1416" y="45"/>
                  </a:cubicBezTo>
                  <a:cubicBezTo>
                    <a:pt x="837" y="173"/>
                    <a:pt x="354" y="527"/>
                    <a:pt x="97" y="1042"/>
                  </a:cubicBezTo>
                  <a:cubicBezTo>
                    <a:pt x="1" y="1235"/>
                    <a:pt x="1" y="1428"/>
                    <a:pt x="97" y="1621"/>
                  </a:cubicBezTo>
                  <a:cubicBezTo>
                    <a:pt x="164" y="1755"/>
                    <a:pt x="292" y="1827"/>
                    <a:pt x="428" y="1827"/>
                  </a:cubicBezTo>
                  <a:cubicBezTo>
                    <a:pt x="489" y="1827"/>
                    <a:pt x="552" y="1812"/>
                    <a:pt x="612" y="1782"/>
                  </a:cubicBezTo>
                  <a:cubicBezTo>
                    <a:pt x="1062" y="1621"/>
                    <a:pt x="1481" y="1493"/>
                    <a:pt x="1963" y="1428"/>
                  </a:cubicBezTo>
                  <a:cubicBezTo>
                    <a:pt x="2382" y="1364"/>
                    <a:pt x="2671" y="946"/>
                    <a:pt x="2542" y="527"/>
                  </a:cubicBezTo>
                  <a:cubicBezTo>
                    <a:pt x="2542" y="527"/>
                    <a:pt x="2423" y="0"/>
                    <a:pt x="17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325"/>
            <p:cNvSpPr/>
            <p:nvPr/>
          </p:nvSpPr>
          <p:spPr>
            <a:xfrm flipH="1">
              <a:off x="5042048" y="1717017"/>
              <a:ext cx="68994" cy="36684"/>
            </a:xfrm>
            <a:custGeom>
              <a:rect b="b" l="l" r="r" t="t"/>
              <a:pathLst>
                <a:path extrusionOk="0" h="2122" w="3991">
                  <a:moveTo>
                    <a:pt x="1353" y="1"/>
                  </a:moveTo>
                  <a:cubicBezTo>
                    <a:pt x="407" y="1"/>
                    <a:pt x="226" y="572"/>
                    <a:pt x="226" y="572"/>
                  </a:cubicBezTo>
                  <a:cubicBezTo>
                    <a:pt x="226" y="572"/>
                    <a:pt x="1" y="1312"/>
                    <a:pt x="1030" y="1472"/>
                  </a:cubicBezTo>
                  <a:cubicBezTo>
                    <a:pt x="1770" y="1601"/>
                    <a:pt x="2510" y="1794"/>
                    <a:pt x="3186" y="2084"/>
                  </a:cubicBezTo>
                  <a:cubicBezTo>
                    <a:pt x="3253" y="2109"/>
                    <a:pt x="3323" y="2121"/>
                    <a:pt x="3391" y="2121"/>
                  </a:cubicBezTo>
                  <a:cubicBezTo>
                    <a:pt x="3586" y="2121"/>
                    <a:pt x="3775" y="2025"/>
                    <a:pt x="3894" y="1859"/>
                  </a:cubicBezTo>
                  <a:cubicBezTo>
                    <a:pt x="3990" y="1698"/>
                    <a:pt x="3990" y="1472"/>
                    <a:pt x="3894" y="1312"/>
                  </a:cubicBezTo>
                  <a:cubicBezTo>
                    <a:pt x="3315" y="668"/>
                    <a:pt x="2542" y="218"/>
                    <a:pt x="1706" y="25"/>
                  </a:cubicBezTo>
                  <a:cubicBezTo>
                    <a:pt x="1578" y="8"/>
                    <a:pt x="1460" y="1"/>
                    <a:pt x="13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325"/>
            <p:cNvSpPr/>
            <p:nvPr/>
          </p:nvSpPr>
          <p:spPr>
            <a:xfrm flipH="1">
              <a:off x="5087669" y="1840361"/>
              <a:ext cx="54525" cy="21143"/>
            </a:xfrm>
            <a:custGeom>
              <a:rect b="b" l="l" r="r" t="t"/>
              <a:pathLst>
                <a:path extrusionOk="0" h="1223" w="3154">
                  <a:moveTo>
                    <a:pt x="3154" y="0"/>
                  </a:moveTo>
                  <a:lnTo>
                    <a:pt x="3154" y="0"/>
                  </a:lnTo>
                  <a:cubicBezTo>
                    <a:pt x="2167" y="631"/>
                    <a:pt x="573" y="677"/>
                    <a:pt x="123" y="677"/>
                  </a:cubicBezTo>
                  <a:cubicBezTo>
                    <a:pt x="45" y="677"/>
                    <a:pt x="1" y="676"/>
                    <a:pt x="1" y="676"/>
                  </a:cubicBezTo>
                  <a:lnTo>
                    <a:pt x="1" y="676"/>
                  </a:lnTo>
                  <a:cubicBezTo>
                    <a:pt x="582" y="1075"/>
                    <a:pt x="1073" y="1222"/>
                    <a:pt x="1482" y="1222"/>
                  </a:cubicBezTo>
                  <a:cubicBezTo>
                    <a:pt x="2658" y="1222"/>
                    <a:pt x="3154" y="0"/>
                    <a:pt x="3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325"/>
            <p:cNvSpPr/>
            <p:nvPr/>
          </p:nvSpPr>
          <p:spPr>
            <a:xfrm flipH="1">
              <a:off x="5250081" y="2798177"/>
              <a:ext cx="135741" cy="211443"/>
            </a:xfrm>
            <a:custGeom>
              <a:rect b="b" l="l" r="r" t="t"/>
              <a:pathLst>
                <a:path extrusionOk="0" h="12231" w="7852">
                  <a:moveTo>
                    <a:pt x="4763" y="0"/>
                  </a:moveTo>
                  <a:lnTo>
                    <a:pt x="3186" y="901"/>
                  </a:lnTo>
                  <a:cubicBezTo>
                    <a:pt x="2350" y="1384"/>
                    <a:pt x="1642" y="2059"/>
                    <a:pt x="1127" y="2832"/>
                  </a:cubicBezTo>
                  <a:lnTo>
                    <a:pt x="194" y="4247"/>
                  </a:lnTo>
                  <a:cubicBezTo>
                    <a:pt x="1" y="4569"/>
                    <a:pt x="130" y="5020"/>
                    <a:pt x="483" y="5180"/>
                  </a:cubicBezTo>
                  <a:cubicBezTo>
                    <a:pt x="594" y="5225"/>
                    <a:pt x="708" y="5246"/>
                    <a:pt x="820" y="5246"/>
                  </a:cubicBezTo>
                  <a:cubicBezTo>
                    <a:pt x="1033" y="5246"/>
                    <a:pt x="1236" y="5168"/>
                    <a:pt x="1384" y="5020"/>
                  </a:cubicBezTo>
                  <a:lnTo>
                    <a:pt x="2671" y="3765"/>
                  </a:lnTo>
                  <a:lnTo>
                    <a:pt x="741" y="10457"/>
                  </a:lnTo>
                  <a:cubicBezTo>
                    <a:pt x="644" y="10747"/>
                    <a:pt x="837" y="11069"/>
                    <a:pt x="1159" y="11101"/>
                  </a:cubicBezTo>
                  <a:lnTo>
                    <a:pt x="1352" y="11133"/>
                  </a:lnTo>
                  <a:cubicBezTo>
                    <a:pt x="1391" y="11144"/>
                    <a:pt x="1431" y="11149"/>
                    <a:pt x="1469" y="11149"/>
                  </a:cubicBezTo>
                  <a:cubicBezTo>
                    <a:pt x="1652" y="11149"/>
                    <a:pt x="1819" y="11029"/>
                    <a:pt x="1899" y="10843"/>
                  </a:cubicBezTo>
                  <a:lnTo>
                    <a:pt x="3154" y="6918"/>
                  </a:lnTo>
                  <a:lnTo>
                    <a:pt x="2317" y="11616"/>
                  </a:lnTo>
                  <a:cubicBezTo>
                    <a:pt x="2253" y="11905"/>
                    <a:pt x="2446" y="12195"/>
                    <a:pt x="2768" y="12227"/>
                  </a:cubicBezTo>
                  <a:lnTo>
                    <a:pt x="2897" y="12227"/>
                  </a:lnTo>
                  <a:cubicBezTo>
                    <a:pt x="2919" y="12230"/>
                    <a:pt x="2940" y="12231"/>
                    <a:pt x="2962" y="12231"/>
                  </a:cubicBezTo>
                  <a:cubicBezTo>
                    <a:pt x="3191" y="12231"/>
                    <a:pt x="3385" y="12076"/>
                    <a:pt x="3444" y="11841"/>
                  </a:cubicBezTo>
                  <a:lnTo>
                    <a:pt x="4473" y="6982"/>
                  </a:lnTo>
                  <a:lnTo>
                    <a:pt x="4345" y="11069"/>
                  </a:lnTo>
                  <a:cubicBezTo>
                    <a:pt x="4345" y="11357"/>
                    <a:pt x="4577" y="11593"/>
                    <a:pt x="4856" y="11593"/>
                  </a:cubicBezTo>
                  <a:cubicBezTo>
                    <a:pt x="4889" y="11593"/>
                    <a:pt x="4922" y="11590"/>
                    <a:pt x="4956" y="11583"/>
                  </a:cubicBezTo>
                  <a:lnTo>
                    <a:pt x="5020" y="11583"/>
                  </a:lnTo>
                  <a:cubicBezTo>
                    <a:pt x="5213" y="11551"/>
                    <a:pt x="5374" y="11358"/>
                    <a:pt x="5406" y="11165"/>
                  </a:cubicBezTo>
                  <a:lnTo>
                    <a:pt x="5760" y="7079"/>
                  </a:lnTo>
                  <a:lnTo>
                    <a:pt x="5953" y="9524"/>
                  </a:lnTo>
                  <a:cubicBezTo>
                    <a:pt x="5953" y="9804"/>
                    <a:pt x="6195" y="10024"/>
                    <a:pt x="6455" y="10024"/>
                  </a:cubicBezTo>
                  <a:cubicBezTo>
                    <a:pt x="6524" y="10024"/>
                    <a:pt x="6594" y="10008"/>
                    <a:pt x="6661" y="9975"/>
                  </a:cubicBezTo>
                  <a:cubicBezTo>
                    <a:pt x="6822" y="9910"/>
                    <a:pt x="6951" y="9749"/>
                    <a:pt x="6951" y="9588"/>
                  </a:cubicBezTo>
                  <a:lnTo>
                    <a:pt x="7852" y="129"/>
                  </a:lnTo>
                  <a:lnTo>
                    <a:pt x="4763" y="0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325"/>
            <p:cNvSpPr/>
            <p:nvPr/>
          </p:nvSpPr>
          <p:spPr>
            <a:xfrm flipH="1">
              <a:off x="5295686" y="2843228"/>
              <a:ext cx="43962" cy="20589"/>
            </a:xfrm>
            <a:custGeom>
              <a:rect b="b" l="l" r="r" t="t"/>
              <a:pathLst>
                <a:path extrusionOk="0" fill="none" h="1191" w="2543">
                  <a:moveTo>
                    <a:pt x="0" y="1191"/>
                  </a:moveTo>
                  <a:cubicBezTo>
                    <a:pt x="966" y="1191"/>
                    <a:pt x="1899" y="740"/>
                    <a:pt x="2542" y="0"/>
                  </a:cubicBez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325"/>
            <p:cNvSpPr/>
            <p:nvPr/>
          </p:nvSpPr>
          <p:spPr>
            <a:xfrm flipH="1">
              <a:off x="5210027" y="2669128"/>
              <a:ext cx="93474" cy="131281"/>
            </a:xfrm>
            <a:custGeom>
              <a:rect b="b" l="l" r="r" t="t"/>
              <a:pathLst>
                <a:path extrusionOk="0" h="7594" w="5407">
                  <a:moveTo>
                    <a:pt x="5406" y="1"/>
                  </a:moveTo>
                  <a:lnTo>
                    <a:pt x="483" y="194"/>
                  </a:lnTo>
                  <a:lnTo>
                    <a:pt x="1" y="7465"/>
                  </a:lnTo>
                  <a:lnTo>
                    <a:pt x="3090" y="7594"/>
                  </a:lnTo>
                  <a:lnTo>
                    <a:pt x="5406" y="1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325"/>
            <p:cNvSpPr/>
            <p:nvPr/>
          </p:nvSpPr>
          <p:spPr>
            <a:xfrm flipH="1">
              <a:off x="5159409" y="2057281"/>
              <a:ext cx="180239" cy="706990"/>
            </a:xfrm>
            <a:custGeom>
              <a:rect b="b" l="l" r="r" t="t"/>
              <a:pathLst>
                <a:path extrusionOk="0" h="40896" w="10426">
                  <a:moveTo>
                    <a:pt x="5277" y="1"/>
                  </a:moveTo>
                  <a:cubicBezTo>
                    <a:pt x="5277" y="1"/>
                    <a:pt x="2767" y="805"/>
                    <a:pt x="1802" y="9171"/>
                  </a:cubicBezTo>
                  <a:cubicBezTo>
                    <a:pt x="676" y="18984"/>
                    <a:pt x="0" y="40413"/>
                    <a:pt x="0" y="40413"/>
                  </a:cubicBezTo>
                  <a:lnTo>
                    <a:pt x="6564" y="40896"/>
                  </a:lnTo>
                  <a:lnTo>
                    <a:pt x="10425" y="9171"/>
                  </a:lnTo>
                  <a:lnTo>
                    <a:pt x="52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325"/>
            <p:cNvSpPr/>
            <p:nvPr/>
          </p:nvSpPr>
          <p:spPr>
            <a:xfrm flipH="1">
              <a:off x="5035925" y="2442198"/>
              <a:ext cx="234747" cy="880522"/>
            </a:xfrm>
            <a:custGeom>
              <a:rect b="b" l="l" r="r" t="t"/>
              <a:pathLst>
                <a:path extrusionOk="0" h="50934" w="13579">
                  <a:moveTo>
                    <a:pt x="4923" y="0"/>
                  </a:moveTo>
                  <a:cubicBezTo>
                    <a:pt x="4923" y="0"/>
                    <a:pt x="1094" y="7111"/>
                    <a:pt x="418" y="20914"/>
                  </a:cubicBezTo>
                  <a:cubicBezTo>
                    <a:pt x="0" y="30020"/>
                    <a:pt x="547" y="40155"/>
                    <a:pt x="998" y="46043"/>
                  </a:cubicBezTo>
                  <a:cubicBezTo>
                    <a:pt x="1191" y="48810"/>
                    <a:pt x="3507" y="50934"/>
                    <a:pt x="6274" y="50934"/>
                  </a:cubicBezTo>
                  <a:cubicBezTo>
                    <a:pt x="9106" y="50934"/>
                    <a:pt x="11455" y="48713"/>
                    <a:pt x="11583" y="45882"/>
                  </a:cubicBezTo>
                  <a:lnTo>
                    <a:pt x="13578" y="32"/>
                  </a:lnTo>
                  <a:lnTo>
                    <a:pt x="4923" y="0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325"/>
            <p:cNvSpPr/>
            <p:nvPr/>
          </p:nvSpPr>
          <p:spPr>
            <a:xfrm flipH="1">
              <a:off x="5056518" y="2691377"/>
              <a:ext cx="44515" cy="482269"/>
            </a:xfrm>
            <a:custGeom>
              <a:rect b="b" l="l" r="r" t="t"/>
              <a:pathLst>
                <a:path extrusionOk="0" h="27897" w="2575">
                  <a:moveTo>
                    <a:pt x="1" y="1"/>
                  </a:moveTo>
                  <a:lnTo>
                    <a:pt x="1931" y="27897"/>
                  </a:lnTo>
                  <a:lnTo>
                    <a:pt x="2575" y="129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325"/>
            <p:cNvSpPr/>
            <p:nvPr/>
          </p:nvSpPr>
          <p:spPr>
            <a:xfrm flipH="1">
              <a:off x="5019798" y="3702040"/>
              <a:ext cx="150764" cy="285365"/>
            </a:xfrm>
            <a:custGeom>
              <a:rect b="b" l="l" r="r" t="t"/>
              <a:pathLst>
                <a:path extrusionOk="0" h="16507" w="8721">
                  <a:moveTo>
                    <a:pt x="1" y="0"/>
                  </a:moveTo>
                  <a:lnTo>
                    <a:pt x="2543" y="16506"/>
                  </a:lnTo>
                  <a:lnTo>
                    <a:pt x="8720" y="16313"/>
                  </a:lnTo>
                  <a:lnTo>
                    <a:pt x="7305" y="23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325"/>
            <p:cNvSpPr/>
            <p:nvPr/>
          </p:nvSpPr>
          <p:spPr>
            <a:xfrm flipH="1">
              <a:off x="4982522" y="3935089"/>
              <a:ext cx="420536" cy="142414"/>
            </a:xfrm>
            <a:custGeom>
              <a:rect b="b" l="l" r="r" t="t"/>
              <a:pathLst>
                <a:path extrusionOk="0" h="8238" w="24326">
                  <a:moveTo>
                    <a:pt x="15541" y="1"/>
                  </a:moveTo>
                  <a:lnTo>
                    <a:pt x="0" y="8238"/>
                  </a:lnTo>
                  <a:lnTo>
                    <a:pt x="0" y="8238"/>
                  </a:lnTo>
                  <a:lnTo>
                    <a:pt x="24325" y="8109"/>
                  </a:lnTo>
                  <a:lnTo>
                    <a:pt x="22008" y="1352"/>
                  </a:lnTo>
                  <a:cubicBezTo>
                    <a:pt x="22008" y="1352"/>
                    <a:pt x="20615" y="2167"/>
                    <a:pt x="19021" y="2167"/>
                  </a:cubicBezTo>
                  <a:cubicBezTo>
                    <a:pt x="17801" y="2167"/>
                    <a:pt x="16462" y="1689"/>
                    <a:pt x="15541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325"/>
            <p:cNvSpPr/>
            <p:nvPr/>
          </p:nvSpPr>
          <p:spPr>
            <a:xfrm flipH="1">
              <a:off x="4982522" y="4075254"/>
              <a:ext cx="420536" cy="38966"/>
            </a:xfrm>
            <a:custGeom>
              <a:rect b="b" l="l" r="r" t="t"/>
              <a:pathLst>
                <a:path extrusionOk="0" h="2254" w="24326">
                  <a:moveTo>
                    <a:pt x="24325" y="1"/>
                  </a:moveTo>
                  <a:lnTo>
                    <a:pt x="0" y="130"/>
                  </a:lnTo>
                  <a:lnTo>
                    <a:pt x="0" y="2253"/>
                  </a:lnTo>
                  <a:lnTo>
                    <a:pt x="24325" y="2124"/>
                  </a:lnTo>
                  <a:lnTo>
                    <a:pt x="243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325"/>
            <p:cNvSpPr/>
            <p:nvPr/>
          </p:nvSpPr>
          <p:spPr>
            <a:xfrm flipH="1">
              <a:off x="5154415" y="3958098"/>
              <a:ext cx="50635" cy="47143"/>
            </a:xfrm>
            <a:custGeom>
              <a:rect b="b" l="l" r="r" t="t"/>
              <a:pathLst>
                <a:path extrusionOk="0" h="2727" w="2929">
                  <a:moveTo>
                    <a:pt x="476" y="0"/>
                  </a:moveTo>
                  <a:cubicBezTo>
                    <a:pt x="347" y="0"/>
                    <a:pt x="212" y="58"/>
                    <a:pt x="130" y="182"/>
                  </a:cubicBezTo>
                  <a:cubicBezTo>
                    <a:pt x="1" y="343"/>
                    <a:pt x="65" y="600"/>
                    <a:pt x="226" y="697"/>
                  </a:cubicBezTo>
                  <a:cubicBezTo>
                    <a:pt x="966" y="1211"/>
                    <a:pt x="1610" y="1855"/>
                    <a:pt x="2157" y="2563"/>
                  </a:cubicBezTo>
                  <a:cubicBezTo>
                    <a:pt x="2189" y="2627"/>
                    <a:pt x="2253" y="2659"/>
                    <a:pt x="2317" y="2692"/>
                  </a:cubicBezTo>
                  <a:cubicBezTo>
                    <a:pt x="2367" y="2716"/>
                    <a:pt x="2421" y="2727"/>
                    <a:pt x="2474" y="2727"/>
                  </a:cubicBezTo>
                  <a:cubicBezTo>
                    <a:pt x="2560" y="2727"/>
                    <a:pt x="2644" y="2699"/>
                    <a:pt x="2704" y="2659"/>
                  </a:cubicBezTo>
                  <a:cubicBezTo>
                    <a:pt x="2897" y="2531"/>
                    <a:pt x="2929" y="2273"/>
                    <a:pt x="2800" y="2112"/>
                  </a:cubicBezTo>
                  <a:cubicBezTo>
                    <a:pt x="2221" y="1308"/>
                    <a:pt x="1513" y="632"/>
                    <a:pt x="677" y="53"/>
                  </a:cubicBezTo>
                  <a:cubicBezTo>
                    <a:pt x="619" y="19"/>
                    <a:pt x="549" y="0"/>
                    <a:pt x="4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325"/>
            <p:cNvSpPr/>
            <p:nvPr/>
          </p:nvSpPr>
          <p:spPr>
            <a:xfrm flipH="1">
              <a:off x="5188903" y="3975074"/>
              <a:ext cx="50635" cy="47022"/>
            </a:xfrm>
            <a:custGeom>
              <a:rect b="b" l="l" r="r" t="t"/>
              <a:pathLst>
                <a:path extrusionOk="0" h="2720" w="2929">
                  <a:moveTo>
                    <a:pt x="480" y="0"/>
                  </a:moveTo>
                  <a:cubicBezTo>
                    <a:pt x="344" y="0"/>
                    <a:pt x="211" y="63"/>
                    <a:pt x="130" y="165"/>
                  </a:cubicBezTo>
                  <a:cubicBezTo>
                    <a:pt x="1" y="358"/>
                    <a:pt x="65" y="583"/>
                    <a:pt x="258" y="712"/>
                  </a:cubicBezTo>
                  <a:cubicBezTo>
                    <a:pt x="966" y="1227"/>
                    <a:pt x="1610" y="1838"/>
                    <a:pt x="2157" y="2578"/>
                  </a:cubicBezTo>
                  <a:cubicBezTo>
                    <a:pt x="2189" y="2610"/>
                    <a:pt x="2253" y="2675"/>
                    <a:pt x="2318" y="2675"/>
                  </a:cubicBezTo>
                  <a:cubicBezTo>
                    <a:pt x="2375" y="2704"/>
                    <a:pt x="2440" y="2720"/>
                    <a:pt x="2502" y="2720"/>
                  </a:cubicBezTo>
                  <a:cubicBezTo>
                    <a:pt x="2578" y="2720"/>
                    <a:pt x="2651" y="2696"/>
                    <a:pt x="2704" y="2643"/>
                  </a:cubicBezTo>
                  <a:cubicBezTo>
                    <a:pt x="2897" y="2546"/>
                    <a:pt x="2929" y="2289"/>
                    <a:pt x="2800" y="2128"/>
                  </a:cubicBezTo>
                  <a:cubicBezTo>
                    <a:pt x="2221" y="1323"/>
                    <a:pt x="1513" y="616"/>
                    <a:pt x="709" y="69"/>
                  </a:cubicBezTo>
                  <a:cubicBezTo>
                    <a:pt x="638" y="21"/>
                    <a:pt x="558" y="0"/>
                    <a:pt x="4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325"/>
            <p:cNvSpPr/>
            <p:nvPr/>
          </p:nvSpPr>
          <p:spPr>
            <a:xfrm flipH="1">
              <a:off x="5222820" y="3992154"/>
              <a:ext cx="51188" cy="47195"/>
            </a:xfrm>
            <a:custGeom>
              <a:rect b="b" l="l" r="r" t="t"/>
              <a:pathLst>
                <a:path extrusionOk="0" h="2730" w="2961">
                  <a:moveTo>
                    <a:pt x="458" y="1"/>
                  </a:moveTo>
                  <a:cubicBezTo>
                    <a:pt x="330" y="1"/>
                    <a:pt x="206" y="59"/>
                    <a:pt x="129" y="175"/>
                  </a:cubicBezTo>
                  <a:cubicBezTo>
                    <a:pt x="0" y="368"/>
                    <a:pt x="64" y="593"/>
                    <a:pt x="258" y="722"/>
                  </a:cubicBezTo>
                  <a:cubicBezTo>
                    <a:pt x="965" y="1236"/>
                    <a:pt x="1609" y="1848"/>
                    <a:pt x="2156" y="2556"/>
                  </a:cubicBezTo>
                  <a:cubicBezTo>
                    <a:pt x="2188" y="2620"/>
                    <a:pt x="2252" y="2652"/>
                    <a:pt x="2317" y="2684"/>
                  </a:cubicBezTo>
                  <a:cubicBezTo>
                    <a:pt x="2375" y="2713"/>
                    <a:pt x="2439" y="2729"/>
                    <a:pt x="2504" y="2729"/>
                  </a:cubicBezTo>
                  <a:cubicBezTo>
                    <a:pt x="2584" y="2729"/>
                    <a:pt x="2664" y="2705"/>
                    <a:pt x="2735" y="2652"/>
                  </a:cubicBezTo>
                  <a:cubicBezTo>
                    <a:pt x="2896" y="2556"/>
                    <a:pt x="2960" y="2298"/>
                    <a:pt x="2832" y="2137"/>
                  </a:cubicBezTo>
                  <a:cubicBezTo>
                    <a:pt x="2220" y="1333"/>
                    <a:pt x="1512" y="625"/>
                    <a:pt x="708" y="78"/>
                  </a:cubicBezTo>
                  <a:cubicBezTo>
                    <a:pt x="631" y="27"/>
                    <a:pt x="543" y="1"/>
                    <a:pt x="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325"/>
            <p:cNvSpPr/>
            <p:nvPr/>
          </p:nvSpPr>
          <p:spPr>
            <a:xfrm flipH="1">
              <a:off x="5009234" y="3234801"/>
              <a:ext cx="244203" cy="645256"/>
            </a:xfrm>
            <a:custGeom>
              <a:rect b="b" l="l" r="r" t="t"/>
              <a:pathLst>
                <a:path extrusionOk="0" h="37325" w="14126">
                  <a:moveTo>
                    <a:pt x="10586" y="1"/>
                  </a:moveTo>
                  <a:lnTo>
                    <a:pt x="1" y="162"/>
                  </a:lnTo>
                  <a:lnTo>
                    <a:pt x="4344" y="37324"/>
                  </a:lnTo>
                  <a:lnTo>
                    <a:pt x="14126" y="37324"/>
                  </a:lnTo>
                  <a:lnTo>
                    <a:pt x="10586" y="1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325"/>
            <p:cNvSpPr/>
            <p:nvPr/>
          </p:nvSpPr>
          <p:spPr>
            <a:xfrm flipH="1">
              <a:off x="5015908" y="3812159"/>
              <a:ext cx="170230" cy="17"/>
            </a:xfrm>
            <a:custGeom>
              <a:rect b="b" l="l" r="r" t="t"/>
              <a:pathLst>
                <a:path extrusionOk="0" fill="none" h="1" w="9847">
                  <a:moveTo>
                    <a:pt x="9847" y="1"/>
                  </a:moveTo>
                  <a:lnTo>
                    <a:pt x="1" y="1"/>
                  </a:lnTo>
                </a:path>
              </a:pathLst>
            </a:custGeom>
            <a:solidFill>
              <a:srgbClr val="674EA7"/>
            </a:solidFill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325"/>
            <p:cNvSpPr/>
            <p:nvPr/>
          </p:nvSpPr>
          <p:spPr>
            <a:xfrm flipH="1">
              <a:off x="4781732" y="2442198"/>
              <a:ext cx="356572" cy="880522"/>
            </a:xfrm>
            <a:custGeom>
              <a:rect b="b" l="l" r="r" t="t"/>
              <a:pathLst>
                <a:path extrusionOk="0" h="50934" w="20626">
                  <a:moveTo>
                    <a:pt x="1" y="0"/>
                  </a:moveTo>
                  <a:lnTo>
                    <a:pt x="4731" y="27317"/>
                  </a:lnTo>
                  <a:lnTo>
                    <a:pt x="8978" y="46397"/>
                  </a:lnTo>
                  <a:cubicBezTo>
                    <a:pt x="9589" y="49035"/>
                    <a:pt x="11906" y="50934"/>
                    <a:pt x="14609" y="50934"/>
                  </a:cubicBezTo>
                  <a:cubicBezTo>
                    <a:pt x="17987" y="50934"/>
                    <a:pt x="20625" y="48070"/>
                    <a:pt x="20368" y="44724"/>
                  </a:cubicBezTo>
                  <a:cubicBezTo>
                    <a:pt x="20078" y="40734"/>
                    <a:pt x="19628" y="34267"/>
                    <a:pt x="18984" y="24067"/>
                  </a:cubicBezTo>
                  <a:cubicBezTo>
                    <a:pt x="17955" y="7851"/>
                    <a:pt x="12678" y="0"/>
                    <a:pt x="12678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325"/>
            <p:cNvSpPr/>
            <p:nvPr/>
          </p:nvSpPr>
          <p:spPr>
            <a:xfrm flipH="1">
              <a:off x="5056516" y="2629073"/>
              <a:ext cx="119042" cy="285365"/>
            </a:xfrm>
            <a:custGeom>
              <a:rect b="b" l="l" r="r" t="t"/>
              <a:pathLst>
                <a:path extrusionOk="0" fill="none" h="16507" w="6886">
                  <a:moveTo>
                    <a:pt x="6886" y="16507"/>
                  </a:moveTo>
                  <a:lnTo>
                    <a:pt x="4312" y="3605"/>
                  </a:lnTo>
                  <a:lnTo>
                    <a:pt x="0" y="1"/>
                  </a:ln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325"/>
            <p:cNvSpPr/>
            <p:nvPr/>
          </p:nvSpPr>
          <p:spPr>
            <a:xfrm flipH="1">
              <a:off x="4639894" y="3702040"/>
              <a:ext cx="179133" cy="282581"/>
            </a:xfrm>
            <a:custGeom>
              <a:rect b="b" l="l" r="r" t="t"/>
              <a:pathLst>
                <a:path extrusionOk="0" h="16346" w="10362">
                  <a:moveTo>
                    <a:pt x="1" y="0"/>
                  </a:moveTo>
                  <a:lnTo>
                    <a:pt x="4183" y="16345"/>
                  </a:lnTo>
                  <a:lnTo>
                    <a:pt x="10361" y="16152"/>
                  </a:lnTo>
                  <a:lnTo>
                    <a:pt x="7272" y="23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325"/>
            <p:cNvSpPr/>
            <p:nvPr/>
          </p:nvSpPr>
          <p:spPr>
            <a:xfrm flipH="1">
              <a:off x="4604296" y="3937319"/>
              <a:ext cx="420536" cy="140184"/>
            </a:xfrm>
            <a:custGeom>
              <a:rect b="b" l="l" r="r" t="t"/>
              <a:pathLst>
                <a:path extrusionOk="0" h="8109" w="24326">
                  <a:moveTo>
                    <a:pt x="15381" y="0"/>
                  </a:moveTo>
                  <a:lnTo>
                    <a:pt x="1" y="8109"/>
                  </a:lnTo>
                  <a:lnTo>
                    <a:pt x="24325" y="7948"/>
                  </a:lnTo>
                  <a:lnTo>
                    <a:pt x="22009" y="1223"/>
                  </a:lnTo>
                  <a:cubicBezTo>
                    <a:pt x="22009" y="1223"/>
                    <a:pt x="20513" y="2116"/>
                    <a:pt x="18834" y="2116"/>
                  </a:cubicBezTo>
                  <a:cubicBezTo>
                    <a:pt x="17610" y="2116"/>
                    <a:pt x="16289" y="1642"/>
                    <a:pt x="15381" y="0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325"/>
            <p:cNvSpPr/>
            <p:nvPr/>
          </p:nvSpPr>
          <p:spPr>
            <a:xfrm flipH="1">
              <a:off x="4604296" y="4075254"/>
              <a:ext cx="420536" cy="38966"/>
            </a:xfrm>
            <a:custGeom>
              <a:rect b="b" l="l" r="r" t="t"/>
              <a:pathLst>
                <a:path extrusionOk="0" h="2254" w="24326">
                  <a:moveTo>
                    <a:pt x="24325" y="1"/>
                  </a:moveTo>
                  <a:lnTo>
                    <a:pt x="1" y="130"/>
                  </a:lnTo>
                  <a:lnTo>
                    <a:pt x="1" y="2253"/>
                  </a:lnTo>
                  <a:lnTo>
                    <a:pt x="24325" y="2124"/>
                  </a:lnTo>
                  <a:lnTo>
                    <a:pt x="243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325"/>
            <p:cNvSpPr/>
            <p:nvPr/>
          </p:nvSpPr>
          <p:spPr>
            <a:xfrm flipH="1">
              <a:off x="4776172" y="3957545"/>
              <a:ext cx="50635" cy="47420"/>
            </a:xfrm>
            <a:custGeom>
              <a:rect b="b" l="l" r="r" t="t"/>
              <a:pathLst>
                <a:path extrusionOk="0" h="2743" w="2929">
                  <a:moveTo>
                    <a:pt x="484" y="0"/>
                  </a:moveTo>
                  <a:cubicBezTo>
                    <a:pt x="347" y="0"/>
                    <a:pt x="211" y="58"/>
                    <a:pt x="129" y="182"/>
                  </a:cubicBezTo>
                  <a:cubicBezTo>
                    <a:pt x="0" y="343"/>
                    <a:pt x="65" y="600"/>
                    <a:pt x="258" y="729"/>
                  </a:cubicBezTo>
                  <a:cubicBezTo>
                    <a:pt x="965" y="1243"/>
                    <a:pt x="1609" y="1887"/>
                    <a:pt x="2156" y="2595"/>
                  </a:cubicBezTo>
                  <a:cubicBezTo>
                    <a:pt x="2188" y="2659"/>
                    <a:pt x="2252" y="2691"/>
                    <a:pt x="2317" y="2724"/>
                  </a:cubicBezTo>
                  <a:cubicBezTo>
                    <a:pt x="2364" y="2735"/>
                    <a:pt x="2415" y="2743"/>
                    <a:pt x="2466" y="2743"/>
                  </a:cubicBezTo>
                  <a:cubicBezTo>
                    <a:pt x="2555" y="2743"/>
                    <a:pt x="2642" y="2720"/>
                    <a:pt x="2703" y="2659"/>
                  </a:cubicBezTo>
                  <a:cubicBezTo>
                    <a:pt x="2896" y="2530"/>
                    <a:pt x="2928" y="2273"/>
                    <a:pt x="2799" y="2112"/>
                  </a:cubicBezTo>
                  <a:cubicBezTo>
                    <a:pt x="2220" y="1308"/>
                    <a:pt x="1512" y="632"/>
                    <a:pt x="708" y="53"/>
                  </a:cubicBezTo>
                  <a:cubicBezTo>
                    <a:pt x="639" y="18"/>
                    <a:pt x="561" y="0"/>
                    <a:pt x="4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325"/>
            <p:cNvSpPr/>
            <p:nvPr/>
          </p:nvSpPr>
          <p:spPr>
            <a:xfrm flipH="1">
              <a:off x="4810660" y="3975074"/>
              <a:ext cx="50635" cy="47022"/>
            </a:xfrm>
            <a:custGeom>
              <a:rect b="b" l="l" r="r" t="t"/>
              <a:pathLst>
                <a:path extrusionOk="0" h="2720" w="2929">
                  <a:moveTo>
                    <a:pt x="479" y="0"/>
                  </a:moveTo>
                  <a:cubicBezTo>
                    <a:pt x="343" y="0"/>
                    <a:pt x="210" y="63"/>
                    <a:pt x="129" y="165"/>
                  </a:cubicBezTo>
                  <a:cubicBezTo>
                    <a:pt x="0" y="358"/>
                    <a:pt x="65" y="583"/>
                    <a:pt x="258" y="712"/>
                  </a:cubicBezTo>
                  <a:cubicBezTo>
                    <a:pt x="966" y="1227"/>
                    <a:pt x="1609" y="1838"/>
                    <a:pt x="2156" y="2578"/>
                  </a:cubicBezTo>
                  <a:cubicBezTo>
                    <a:pt x="2188" y="2610"/>
                    <a:pt x="2253" y="2675"/>
                    <a:pt x="2317" y="2675"/>
                  </a:cubicBezTo>
                  <a:cubicBezTo>
                    <a:pt x="2375" y="2704"/>
                    <a:pt x="2439" y="2720"/>
                    <a:pt x="2504" y="2720"/>
                  </a:cubicBezTo>
                  <a:cubicBezTo>
                    <a:pt x="2584" y="2720"/>
                    <a:pt x="2664" y="2696"/>
                    <a:pt x="2735" y="2643"/>
                  </a:cubicBezTo>
                  <a:cubicBezTo>
                    <a:pt x="2896" y="2514"/>
                    <a:pt x="2928" y="2289"/>
                    <a:pt x="2800" y="2096"/>
                  </a:cubicBezTo>
                  <a:cubicBezTo>
                    <a:pt x="2220" y="1323"/>
                    <a:pt x="1513" y="616"/>
                    <a:pt x="708" y="69"/>
                  </a:cubicBezTo>
                  <a:cubicBezTo>
                    <a:pt x="637" y="21"/>
                    <a:pt x="558" y="0"/>
                    <a:pt x="4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325"/>
            <p:cNvSpPr/>
            <p:nvPr/>
          </p:nvSpPr>
          <p:spPr>
            <a:xfrm flipH="1">
              <a:off x="4844594" y="3992154"/>
              <a:ext cx="51188" cy="47195"/>
            </a:xfrm>
            <a:custGeom>
              <a:rect b="b" l="l" r="r" t="t"/>
              <a:pathLst>
                <a:path extrusionOk="0" h="2730" w="2961">
                  <a:moveTo>
                    <a:pt x="458" y="1"/>
                  </a:moveTo>
                  <a:cubicBezTo>
                    <a:pt x="330" y="1"/>
                    <a:pt x="206" y="59"/>
                    <a:pt x="129" y="175"/>
                  </a:cubicBezTo>
                  <a:cubicBezTo>
                    <a:pt x="0" y="335"/>
                    <a:pt x="65" y="593"/>
                    <a:pt x="258" y="722"/>
                  </a:cubicBezTo>
                  <a:cubicBezTo>
                    <a:pt x="966" y="1236"/>
                    <a:pt x="1609" y="1848"/>
                    <a:pt x="2156" y="2556"/>
                  </a:cubicBezTo>
                  <a:cubicBezTo>
                    <a:pt x="2188" y="2620"/>
                    <a:pt x="2253" y="2652"/>
                    <a:pt x="2317" y="2684"/>
                  </a:cubicBezTo>
                  <a:cubicBezTo>
                    <a:pt x="2375" y="2713"/>
                    <a:pt x="2439" y="2729"/>
                    <a:pt x="2504" y="2729"/>
                  </a:cubicBezTo>
                  <a:cubicBezTo>
                    <a:pt x="2584" y="2729"/>
                    <a:pt x="2664" y="2705"/>
                    <a:pt x="2735" y="2652"/>
                  </a:cubicBezTo>
                  <a:cubicBezTo>
                    <a:pt x="2896" y="2523"/>
                    <a:pt x="2961" y="2266"/>
                    <a:pt x="2832" y="2105"/>
                  </a:cubicBezTo>
                  <a:cubicBezTo>
                    <a:pt x="2221" y="1301"/>
                    <a:pt x="1513" y="625"/>
                    <a:pt x="708" y="78"/>
                  </a:cubicBezTo>
                  <a:cubicBezTo>
                    <a:pt x="631" y="27"/>
                    <a:pt x="544" y="1"/>
                    <a:pt x="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325"/>
            <p:cNvSpPr/>
            <p:nvPr/>
          </p:nvSpPr>
          <p:spPr>
            <a:xfrm flipH="1">
              <a:off x="4635448" y="3215335"/>
              <a:ext cx="347669" cy="664722"/>
            </a:xfrm>
            <a:custGeom>
              <a:rect b="b" l="l" r="r" t="t"/>
              <a:pathLst>
                <a:path extrusionOk="0" h="38451" w="20111">
                  <a:moveTo>
                    <a:pt x="11391" y="1"/>
                  </a:moveTo>
                  <a:lnTo>
                    <a:pt x="1" y="1674"/>
                  </a:lnTo>
                  <a:lnTo>
                    <a:pt x="9782" y="38450"/>
                  </a:lnTo>
                  <a:lnTo>
                    <a:pt x="20111" y="38450"/>
                  </a:lnTo>
                  <a:lnTo>
                    <a:pt x="11391" y="1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325"/>
            <p:cNvSpPr/>
            <p:nvPr/>
          </p:nvSpPr>
          <p:spPr>
            <a:xfrm flipH="1">
              <a:off x="4650474" y="3812159"/>
              <a:ext cx="181346" cy="17"/>
            </a:xfrm>
            <a:custGeom>
              <a:rect b="b" l="l" r="r" t="t"/>
              <a:pathLst>
                <a:path extrusionOk="0" fill="none" h="1" w="10490">
                  <a:moveTo>
                    <a:pt x="1" y="1"/>
                  </a:moveTo>
                  <a:lnTo>
                    <a:pt x="10490" y="1"/>
                  </a:lnTo>
                </a:path>
              </a:pathLst>
            </a:custGeom>
            <a:solidFill>
              <a:srgbClr val="674EA7"/>
            </a:solidFill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325"/>
            <p:cNvSpPr/>
            <p:nvPr/>
          </p:nvSpPr>
          <p:spPr>
            <a:xfrm flipH="1">
              <a:off x="4781730" y="2022240"/>
              <a:ext cx="473937" cy="419983"/>
            </a:xfrm>
            <a:custGeom>
              <a:rect b="b" l="l" r="r" t="t"/>
              <a:pathLst>
                <a:path extrusionOk="0" h="24294" w="27415">
                  <a:moveTo>
                    <a:pt x="20786" y="1"/>
                  </a:moveTo>
                  <a:lnTo>
                    <a:pt x="5342" y="451"/>
                  </a:lnTo>
                  <a:lnTo>
                    <a:pt x="419" y="2028"/>
                  </a:lnTo>
                  <a:lnTo>
                    <a:pt x="1803" y="13193"/>
                  </a:lnTo>
                  <a:cubicBezTo>
                    <a:pt x="1803" y="13193"/>
                    <a:pt x="1" y="20271"/>
                    <a:pt x="3862" y="24293"/>
                  </a:cubicBezTo>
                  <a:lnTo>
                    <a:pt x="19371" y="24293"/>
                  </a:lnTo>
                  <a:cubicBezTo>
                    <a:pt x="20561" y="22909"/>
                    <a:pt x="21365" y="21236"/>
                    <a:pt x="21751" y="19435"/>
                  </a:cubicBezTo>
                  <a:lnTo>
                    <a:pt x="27060" y="3443"/>
                  </a:lnTo>
                  <a:cubicBezTo>
                    <a:pt x="27414" y="2060"/>
                    <a:pt x="25098" y="676"/>
                    <a:pt x="23714" y="451"/>
                  </a:cubicBezTo>
                  <a:lnTo>
                    <a:pt x="20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325"/>
            <p:cNvSpPr/>
            <p:nvPr/>
          </p:nvSpPr>
          <p:spPr>
            <a:xfrm flipH="1">
              <a:off x="5187779" y="2127364"/>
              <a:ext cx="65658" cy="315410"/>
            </a:xfrm>
            <a:custGeom>
              <a:rect b="b" l="l" r="r" t="t"/>
              <a:pathLst>
                <a:path extrusionOk="0" fill="none" h="18245" w="3798">
                  <a:moveTo>
                    <a:pt x="805" y="1"/>
                  </a:moveTo>
                  <a:lnTo>
                    <a:pt x="1642" y="7112"/>
                  </a:lnTo>
                  <a:cubicBezTo>
                    <a:pt x="1642" y="7112"/>
                    <a:pt x="1" y="15059"/>
                    <a:pt x="3797" y="18244"/>
                  </a:cubicBez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325"/>
            <p:cNvSpPr/>
            <p:nvPr/>
          </p:nvSpPr>
          <p:spPr>
            <a:xfrm flipH="1">
              <a:off x="4886857" y="1997761"/>
              <a:ext cx="307061" cy="79004"/>
            </a:xfrm>
            <a:custGeom>
              <a:rect b="b" l="l" r="r" t="t"/>
              <a:pathLst>
                <a:path extrusionOk="0" h="4570" w="17762">
                  <a:moveTo>
                    <a:pt x="8044" y="1"/>
                  </a:moveTo>
                  <a:lnTo>
                    <a:pt x="0" y="2414"/>
                  </a:lnTo>
                  <a:cubicBezTo>
                    <a:pt x="0" y="2414"/>
                    <a:pt x="2703" y="4570"/>
                    <a:pt x="8141" y="4570"/>
                  </a:cubicBezTo>
                  <a:cubicBezTo>
                    <a:pt x="13578" y="4570"/>
                    <a:pt x="17761" y="1481"/>
                    <a:pt x="17761" y="1481"/>
                  </a:cubicBezTo>
                  <a:lnTo>
                    <a:pt x="8044" y="1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325"/>
            <p:cNvSpPr/>
            <p:nvPr/>
          </p:nvSpPr>
          <p:spPr>
            <a:xfrm flipH="1">
              <a:off x="4690510" y="2030451"/>
              <a:ext cx="256443" cy="482408"/>
            </a:xfrm>
            <a:custGeom>
              <a:rect b="b" l="l" r="r" t="t"/>
              <a:pathLst>
                <a:path extrusionOk="0" h="27905" w="14834">
                  <a:moveTo>
                    <a:pt x="5192" y="0"/>
                  </a:moveTo>
                  <a:cubicBezTo>
                    <a:pt x="4559" y="0"/>
                    <a:pt x="3911" y="126"/>
                    <a:pt x="3282" y="394"/>
                  </a:cubicBezTo>
                  <a:cubicBezTo>
                    <a:pt x="1159" y="1295"/>
                    <a:pt x="0" y="3612"/>
                    <a:pt x="515" y="5896"/>
                  </a:cubicBezTo>
                  <a:lnTo>
                    <a:pt x="5599" y="24429"/>
                  </a:lnTo>
                  <a:cubicBezTo>
                    <a:pt x="6044" y="26466"/>
                    <a:pt x="7875" y="27905"/>
                    <a:pt x="9938" y="27905"/>
                  </a:cubicBezTo>
                  <a:cubicBezTo>
                    <a:pt x="9961" y="27905"/>
                    <a:pt x="9984" y="27905"/>
                    <a:pt x="10007" y="27904"/>
                  </a:cubicBezTo>
                  <a:cubicBezTo>
                    <a:pt x="12774" y="27872"/>
                    <a:pt x="14833" y="25362"/>
                    <a:pt x="14383" y="22660"/>
                  </a:cubicBezTo>
                  <a:lnTo>
                    <a:pt x="9942" y="3998"/>
                  </a:lnTo>
                  <a:cubicBezTo>
                    <a:pt x="9516" y="1588"/>
                    <a:pt x="7443" y="0"/>
                    <a:pt x="5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325"/>
            <p:cNvSpPr/>
            <p:nvPr/>
          </p:nvSpPr>
          <p:spPr>
            <a:xfrm flipH="1">
              <a:off x="4880189" y="2190773"/>
              <a:ext cx="41732" cy="153548"/>
            </a:xfrm>
            <a:custGeom>
              <a:rect b="b" l="l" r="r" t="t"/>
              <a:pathLst>
                <a:path extrusionOk="0" fill="none" h="8882" w="2414">
                  <a:moveTo>
                    <a:pt x="2413" y="8881"/>
                  </a:moveTo>
                  <a:lnTo>
                    <a:pt x="0" y="1"/>
                  </a:ln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325"/>
            <p:cNvSpPr/>
            <p:nvPr/>
          </p:nvSpPr>
          <p:spPr>
            <a:xfrm flipH="1">
              <a:off x="4880189" y="2232487"/>
              <a:ext cx="41732" cy="111833"/>
            </a:xfrm>
            <a:custGeom>
              <a:rect b="b" l="l" r="r" t="t"/>
              <a:pathLst>
                <a:path extrusionOk="0" h="6469" w="2414">
                  <a:moveTo>
                    <a:pt x="644" y="1"/>
                  </a:moveTo>
                  <a:lnTo>
                    <a:pt x="0" y="6211"/>
                  </a:lnTo>
                  <a:lnTo>
                    <a:pt x="2413" y="6468"/>
                  </a:lnTo>
                  <a:lnTo>
                    <a:pt x="2413" y="6468"/>
                  </a:lnTo>
                  <a:lnTo>
                    <a:pt x="64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325"/>
            <p:cNvSpPr/>
            <p:nvPr/>
          </p:nvSpPr>
          <p:spPr>
            <a:xfrm flipH="1">
              <a:off x="5193343" y="2133483"/>
              <a:ext cx="190802" cy="217511"/>
            </a:xfrm>
            <a:custGeom>
              <a:rect b="b" l="l" r="r" t="t"/>
              <a:pathLst>
                <a:path extrusionOk="0" h="12582" w="11037">
                  <a:moveTo>
                    <a:pt x="419" y="1"/>
                  </a:moveTo>
                  <a:cubicBezTo>
                    <a:pt x="161" y="1"/>
                    <a:pt x="0" y="258"/>
                    <a:pt x="97" y="483"/>
                  </a:cubicBezTo>
                  <a:lnTo>
                    <a:pt x="4601" y="12356"/>
                  </a:lnTo>
                  <a:cubicBezTo>
                    <a:pt x="4634" y="12485"/>
                    <a:pt x="4762" y="12581"/>
                    <a:pt x="4923" y="12581"/>
                  </a:cubicBezTo>
                  <a:lnTo>
                    <a:pt x="10650" y="12581"/>
                  </a:lnTo>
                  <a:cubicBezTo>
                    <a:pt x="10876" y="12581"/>
                    <a:pt x="11037" y="12324"/>
                    <a:pt x="10972" y="12099"/>
                  </a:cubicBezTo>
                  <a:lnTo>
                    <a:pt x="6468" y="226"/>
                  </a:lnTo>
                  <a:cubicBezTo>
                    <a:pt x="6435" y="97"/>
                    <a:pt x="6307" y="1"/>
                    <a:pt x="6146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325"/>
            <p:cNvSpPr/>
            <p:nvPr/>
          </p:nvSpPr>
          <p:spPr>
            <a:xfrm flipH="1">
              <a:off x="5149400" y="2259749"/>
              <a:ext cx="168000" cy="137470"/>
            </a:xfrm>
            <a:custGeom>
              <a:rect b="b" l="l" r="r" t="t"/>
              <a:pathLst>
                <a:path extrusionOk="0" h="7952" w="9718">
                  <a:moveTo>
                    <a:pt x="5309" y="1"/>
                  </a:moveTo>
                  <a:lnTo>
                    <a:pt x="6049" y="1995"/>
                  </a:lnTo>
                  <a:lnTo>
                    <a:pt x="6049" y="1995"/>
                  </a:lnTo>
                  <a:lnTo>
                    <a:pt x="3636" y="1191"/>
                  </a:lnTo>
                  <a:cubicBezTo>
                    <a:pt x="3359" y="1098"/>
                    <a:pt x="3074" y="1054"/>
                    <a:pt x="2792" y="1054"/>
                  </a:cubicBezTo>
                  <a:cubicBezTo>
                    <a:pt x="1898" y="1054"/>
                    <a:pt x="1037" y="1502"/>
                    <a:pt x="547" y="2285"/>
                  </a:cubicBezTo>
                  <a:cubicBezTo>
                    <a:pt x="129" y="2896"/>
                    <a:pt x="0" y="3636"/>
                    <a:pt x="193" y="4344"/>
                  </a:cubicBezTo>
                  <a:cubicBezTo>
                    <a:pt x="1034" y="7465"/>
                    <a:pt x="4433" y="7952"/>
                    <a:pt x="6472" y="7952"/>
                  </a:cubicBezTo>
                  <a:cubicBezTo>
                    <a:pt x="7398" y="7952"/>
                    <a:pt x="8044" y="7851"/>
                    <a:pt x="8044" y="7851"/>
                  </a:cubicBezTo>
                  <a:lnTo>
                    <a:pt x="9717" y="4827"/>
                  </a:lnTo>
                  <a:lnTo>
                    <a:pt x="8591" y="2864"/>
                  </a:lnTo>
                  <a:cubicBezTo>
                    <a:pt x="8173" y="2156"/>
                    <a:pt x="7594" y="1545"/>
                    <a:pt x="6918" y="1094"/>
                  </a:cubicBezTo>
                  <a:lnTo>
                    <a:pt x="5309" y="1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325"/>
            <p:cNvSpPr/>
            <p:nvPr/>
          </p:nvSpPr>
          <p:spPr>
            <a:xfrm flipH="1">
              <a:off x="5050950" y="2338181"/>
              <a:ext cx="127392" cy="75097"/>
            </a:xfrm>
            <a:custGeom>
              <a:rect b="b" l="l" r="r" t="t"/>
              <a:pathLst>
                <a:path extrusionOk="0" h="4344" w="7369">
                  <a:moveTo>
                    <a:pt x="837" y="0"/>
                  </a:moveTo>
                  <a:lnTo>
                    <a:pt x="0" y="3314"/>
                  </a:lnTo>
                  <a:lnTo>
                    <a:pt x="5567" y="4344"/>
                  </a:lnTo>
                  <a:lnTo>
                    <a:pt x="7368" y="740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325"/>
            <p:cNvSpPr/>
            <p:nvPr/>
          </p:nvSpPr>
          <p:spPr>
            <a:xfrm flipH="1">
              <a:off x="4791189" y="2314256"/>
              <a:ext cx="328756" cy="196369"/>
            </a:xfrm>
            <a:custGeom>
              <a:rect b="b" l="l" r="r" t="t"/>
              <a:pathLst>
                <a:path extrusionOk="0" h="11359" w="19017">
                  <a:moveTo>
                    <a:pt x="1" y="1"/>
                  </a:moveTo>
                  <a:lnTo>
                    <a:pt x="1" y="7401"/>
                  </a:lnTo>
                  <a:lnTo>
                    <a:pt x="19016" y="11359"/>
                  </a:lnTo>
                  <a:lnTo>
                    <a:pt x="19016" y="11359"/>
                  </a:lnTo>
                  <a:lnTo>
                    <a:pt x="18630" y="23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325"/>
            <p:cNvSpPr/>
            <p:nvPr/>
          </p:nvSpPr>
          <p:spPr>
            <a:xfrm flipH="1">
              <a:off x="4811208" y="2314256"/>
              <a:ext cx="309844" cy="40626"/>
            </a:xfrm>
            <a:custGeom>
              <a:rect b="b" l="l" r="r" t="t"/>
              <a:pathLst>
                <a:path extrusionOk="0" fill="none" h="2350" w="17923">
                  <a:moveTo>
                    <a:pt x="0" y="1609"/>
                  </a:moveTo>
                  <a:lnTo>
                    <a:pt x="0" y="1"/>
                  </a:lnTo>
                  <a:lnTo>
                    <a:pt x="17922" y="2349"/>
                  </a:ln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325"/>
            <p:cNvSpPr/>
            <p:nvPr/>
          </p:nvSpPr>
          <p:spPr>
            <a:xfrm flipH="1">
              <a:off x="5120481" y="2407710"/>
              <a:ext cx="1124" cy="33382"/>
            </a:xfrm>
            <a:custGeom>
              <a:rect b="b" l="l" r="r" t="t"/>
              <a:pathLst>
                <a:path extrusionOk="0" fill="none" h="1931" w="65">
                  <a:moveTo>
                    <a:pt x="0" y="0"/>
                  </a:moveTo>
                  <a:lnTo>
                    <a:pt x="65" y="1931"/>
                  </a:ln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325"/>
            <p:cNvSpPr/>
            <p:nvPr/>
          </p:nvSpPr>
          <p:spPr>
            <a:xfrm flipH="1">
              <a:off x="5403055" y="1319650"/>
              <a:ext cx="531210" cy="471015"/>
            </a:xfrm>
            <a:custGeom>
              <a:rect b="b" l="l" r="r" t="t"/>
              <a:pathLst>
                <a:path extrusionOk="0" h="27246" w="30728">
                  <a:moveTo>
                    <a:pt x="15382" y="0"/>
                  </a:moveTo>
                  <a:cubicBezTo>
                    <a:pt x="11333" y="0"/>
                    <a:pt x="7322" y="1800"/>
                    <a:pt x="4634" y="5235"/>
                  </a:cubicBezTo>
                  <a:cubicBezTo>
                    <a:pt x="0" y="11156"/>
                    <a:pt x="1030" y="19714"/>
                    <a:pt x="6950" y="24347"/>
                  </a:cubicBezTo>
                  <a:cubicBezTo>
                    <a:pt x="9457" y="26299"/>
                    <a:pt x="12427" y="27246"/>
                    <a:pt x="15371" y="27246"/>
                  </a:cubicBezTo>
                  <a:cubicBezTo>
                    <a:pt x="19416" y="27246"/>
                    <a:pt x="23413" y="25458"/>
                    <a:pt x="26095" y="22031"/>
                  </a:cubicBezTo>
                  <a:cubicBezTo>
                    <a:pt x="30728" y="16111"/>
                    <a:pt x="29666" y="7520"/>
                    <a:pt x="23746" y="2886"/>
                  </a:cubicBezTo>
                  <a:cubicBezTo>
                    <a:pt x="21261" y="942"/>
                    <a:pt x="18311" y="0"/>
                    <a:pt x="15382" y="0"/>
                  </a:cubicBezTo>
                  <a:close/>
                </a:path>
              </a:pathLst>
            </a:custGeom>
            <a:solidFill>
              <a:srgbClr val="D9D2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325"/>
            <p:cNvSpPr/>
            <p:nvPr/>
          </p:nvSpPr>
          <p:spPr>
            <a:xfrm flipH="1">
              <a:off x="5446436" y="1633188"/>
              <a:ext cx="132958" cy="129068"/>
            </a:xfrm>
            <a:custGeom>
              <a:rect b="b" l="l" r="r" t="t"/>
              <a:pathLst>
                <a:path extrusionOk="0" h="7466" w="7691">
                  <a:moveTo>
                    <a:pt x="4923" y="1"/>
                  </a:moveTo>
                  <a:lnTo>
                    <a:pt x="0" y="4602"/>
                  </a:lnTo>
                  <a:lnTo>
                    <a:pt x="7690" y="7465"/>
                  </a:lnTo>
                  <a:lnTo>
                    <a:pt x="4923" y="1"/>
                  </a:lnTo>
                  <a:close/>
                </a:path>
              </a:pathLst>
            </a:custGeom>
            <a:solidFill>
              <a:srgbClr val="D9D2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325"/>
            <p:cNvSpPr/>
            <p:nvPr/>
          </p:nvSpPr>
          <p:spPr>
            <a:xfrm flipH="1">
              <a:off x="4166470" y="4114202"/>
              <a:ext cx="4674592" cy="17"/>
            </a:xfrm>
            <a:custGeom>
              <a:rect b="b" l="l" r="r" t="t"/>
              <a:pathLst>
                <a:path extrusionOk="0" fill="none" h="1" w="270403">
                  <a:moveTo>
                    <a:pt x="0" y="0"/>
                  </a:moveTo>
                  <a:lnTo>
                    <a:pt x="270402" y="0"/>
                  </a:lnTo>
                </a:path>
              </a:pathLst>
            </a:custGeom>
            <a:noFill/>
            <a:ln cap="rnd" cmpd="sng" w="9650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325"/>
            <p:cNvSpPr/>
            <p:nvPr/>
          </p:nvSpPr>
          <p:spPr>
            <a:xfrm flipH="1">
              <a:off x="6812506" y="3499278"/>
              <a:ext cx="483929" cy="625790"/>
            </a:xfrm>
            <a:custGeom>
              <a:rect b="b" l="l" r="r" t="t"/>
              <a:pathLst>
                <a:path extrusionOk="0" h="36199" w="27993">
                  <a:moveTo>
                    <a:pt x="13997" y="1"/>
                  </a:moveTo>
                  <a:cubicBezTo>
                    <a:pt x="6274" y="1"/>
                    <a:pt x="0" y="8109"/>
                    <a:pt x="0" y="18083"/>
                  </a:cubicBezTo>
                  <a:cubicBezTo>
                    <a:pt x="0" y="28090"/>
                    <a:pt x="6274" y="36198"/>
                    <a:pt x="13997" y="36198"/>
                  </a:cubicBezTo>
                  <a:cubicBezTo>
                    <a:pt x="21719" y="36198"/>
                    <a:pt x="27993" y="28090"/>
                    <a:pt x="27993" y="18083"/>
                  </a:cubicBezTo>
                  <a:cubicBezTo>
                    <a:pt x="27993" y="8109"/>
                    <a:pt x="21719" y="1"/>
                    <a:pt x="13997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325"/>
            <p:cNvSpPr/>
            <p:nvPr/>
          </p:nvSpPr>
          <p:spPr>
            <a:xfrm flipH="1">
              <a:off x="6978788" y="3633055"/>
              <a:ext cx="233641" cy="316517"/>
            </a:xfrm>
            <a:custGeom>
              <a:rect b="b" l="l" r="r" t="t"/>
              <a:pathLst>
                <a:path extrusionOk="0" h="18309" w="13515">
                  <a:moveTo>
                    <a:pt x="6757" y="0"/>
                  </a:moveTo>
                  <a:cubicBezTo>
                    <a:pt x="3025" y="0"/>
                    <a:pt x="0" y="4087"/>
                    <a:pt x="0" y="9170"/>
                  </a:cubicBezTo>
                  <a:cubicBezTo>
                    <a:pt x="0" y="14222"/>
                    <a:pt x="3025" y="18308"/>
                    <a:pt x="6757" y="18308"/>
                  </a:cubicBezTo>
                  <a:cubicBezTo>
                    <a:pt x="10490" y="18308"/>
                    <a:pt x="13514" y="14222"/>
                    <a:pt x="13514" y="9170"/>
                  </a:cubicBezTo>
                  <a:cubicBezTo>
                    <a:pt x="13514" y="4087"/>
                    <a:pt x="10490" y="0"/>
                    <a:pt x="6757" y="0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325"/>
            <p:cNvSpPr/>
            <p:nvPr/>
          </p:nvSpPr>
          <p:spPr>
            <a:xfrm flipH="1">
              <a:off x="6924835" y="3633055"/>
              <a:ext cx="233087" cy="316517"/>
            </a:xfrm>
            <a:custGeom>
              <a:rect b="b" l="l" r="r" t="t"/>
              <a:pathLst>
                <a:path extrusionOk="0" h="18309" w="13483">
                  <a:moveTo>
                    <a:pt x="6758" y="0"/>
                  </a:moveTo>
                  <a:cubicBezTo>
                    <a:pt x="3025" y="0"/>
                    <a:pt x="1" y="4087"/>
                    <a:pt x="1" y="9170"/>
                  </a:cubicBezTo>
                  <a:cubicBezTo>
                    <a:pt x="1" y="14222"/>
                    <a:pt x="3025" y="18308"/>
                    <a:pt x="6758" y="18308"/>
                  </a:cubicBezTo>
                  <a:cubicBezTo>
                    <a:pt x="10490" y="18308"/>
                    <a:pt x="13482" y="14222"/>
                    <a:pt x="13482" y="9170"/>
                  </a:cubicBezTo>
                  <a:cubicBezTo>
                    <a:pt x="13482" y="4087"/>
                    <a:pt x="10490" y="0"/>
                    <a:pt x="6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325"/>
            <p:cNvSpPr/>
            <p:nvPr/>
          </p:nvSpPr>
          <p:spPr>
            <a:xfrm flipH="1">
              <a:off x="8480024" y="3626095"/>
              <a:ext cx="249570" cy="338900"/>
            </a:xfrm>
            <a:custGeom>
              <a:rect b="b" l="l" r="r" t="t"/>
              <a:pathLst>
                <a:path extrusionOk="0" h="18309" w="13483">
                  <a:moveTo>
                    <a:pt x="6758" y="0"/>
                  </a:moveTo>
                  <a:cubicBezTo>
                    <a:pt x="3025" y="0"/>
                    <a:pt x="1" y="4087"/>
                    <a:pt x="1" y="9170"/>
                  </a:cubicBezTo>
                  <a:cubicBezTo>
                    <a:pt x="1" y="14222"/>
                    <a:pt x="3025" y="18308"/>
                    <a:pt x="6758" y="18308"/>
                  </a:cubicBezTo>
                  <a:cubicBezTo>
                    <a:pt x="10490" y="18308"/>
                    <a:pt x="13482" y="14222"/>
                    <a:pt x="13482" y="9170"/>
                  </a:cubicBezTo>
                  <a:cubicBezTo>
                    <a:pt x="13482" y="4087"/>
                    <a:pt x="10490" y="0"/>
                    <a:pt x="6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325"/>
            <p:cNvSpPr/>
            <p:nvPr/>
          </p:nvSpPr>
          <p:spPr>
            <a:xfrm flipH="1">
              <a:off x="5583279" y="1413577"/>
              <a:ext cx="170774" cy="248429"/>
            </a:xfrm>
            <a:custGeom>
              <a:rect b="b" l="l" r="r" t="t"/>
              <a:pathLst>
                <a:path extrusionOk="0" h="34349" w="23612">
                  <a:moveTo>
                    <a:pt x="13053" y="5891"/>
                  </a:moveTo>
                  <a:cubicBezTo>
                    <a:pt x="15804" y="5891"/>
                    <a:pt x="18437" y="8029"/>
                    <a:pt x="18437" y="11271"/>
                  </a:cubicBezTo>
                  <a:cubicBezTo>
                    <a:pt x="18437" y="14231"/>
                    <a:pt x="16056" y="16612"/>
                    <a:pt x="13096" y="16612"/>
                  </a:cubicBezTo>
                  <a:cubicBezTo>
                    <a:pt x="8302" y="16612"/>
                    <a:pt x="5921" y="10853"/>
                    <a:pt x="9300" y="7474"/>
                  </a:cubicBezTo>
                  <a:cubicBezTo>
                    <a:pt x="10393" y="6381"/>
                    <a:pt x="11737" y="5891"/>
                    <a:pt x="13053" y="5891"/>
                  </a:cubicBezTo>
                  <a:close/>
                  <a:moveTo>
                    <a:pt x="12672" y="1"/>
                  </a:moveTo>
                  <a:cubicBezTo>
                    <a:pt x="12039" y="1"/>
                    <a:pt x="11396" y="56"/>
                    <a:pt x="10748" y="171"/>
                  </a:cubicBezTo>
                  <a:cubicBezTo>
                    <a:pt x="3991" y="1361"/>
                    <a:pt x="1" y="8375"/>
                    <a:pt x="2414" y="14778"/>
                  </a:cubicBezTo>
                  <a:lnTo>
                    <a:pt x="2511" y="15004"/>
                  </a:lnTo>
                  <a:cubicBezTo>
                    <a:pt x="2607" y="15325"/>
                    <a:pt x="2768" y="15615"/>
                    <a:pt x="2929" y="15937"/>
                  </a:cubicBezTo>
                  <a:lnTo>
                    <a:pt x="11134" y="33408"/>
                  </a:lnTo>
                  <a:cubicBezTo>
                    <a:pt x="11439" y="34035"/>
                    <a:pt x="12051" y="34349"/>
                    <a:pt x="12658" y="34349"/>
                  </a:cubicBezTo>
                  <a:cubicBezTo>
                    <a:pt x="13265" y="34349"/>
                    <a:pt x="13869" y="34035"/>
                    <a:pt x="14158" y="33408"/>
                  </a:cubicBezTo>
                  <a:lnTo>
                    <a:pt x="22395" y="15872"/>
                  </a:lnTo>
                  <a:cubicBezTo>
                    <a:pt x="22524" y="15583"/>
                    <a:pt x="22685" y="15325"/>
                    <a:pt x="22813" y="15004"/>
                  </a:cubicBezTo>
                  <a:lnTo>
                    <a:pt x="22910" y="14778"/>
                  </a:lnTo>
                  <a:lnTo>
                    <a:pt x="22878" y="14778"/>
                  </a:lnTo>
                  <a:cubicBezTo>
                    <a:pt x="23328" y="13588"/>
                    <a:pt x="23553" y="12301"/>
                    <a:pt x="23553" y="11046"/>
                  </a:cubicBezTo>
                  <a:cubicBezTo>
                    <a:pt x="23611" y="4853"/>
                    <a:pt x="18600" y="1"/>
                    <a:pt x="12672" y="1"/>
                  </a:cubicBez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325"/>
            <p:cNvSpPr/>
            <p:nvPr/>
          </p:nvSpPr>
          <p:spPr>
            <a:xfrm flipH="1">
              <a:off x="5568547" y="1661996"/>
              <a:ext cx="200229" cy="35411"/>
            </a:xfrm>
            <a:custGeom>
              <a:rect b="b" l="l" r="r" t="t"/>
              <a:pathLst>
                <a:path extrusionOk="0" h="4120" w="23296">
                  <a:moveTo>
                    <a:pt x="11648" y="1"/>
                  </a:moveTo>
                  <a:cubicBezTo>
                    <a:pt x="5213" y="1"/>
                    <a:pt x="1" y="902"/>
                    <a:pt x="1" y="2060"/>
                  </a:cubicBezTo>
                  <a:cubicBezTo>
                    <a:pt x="1" y="3186"/>
                    <a:pt x="5213" y="4119"/>
                    <a:pt x="11648" y="4119"/>
                  </a:cubicBezTo>
                  <a:cubicBezTo>
                    <a:pt x="18084" y="4119"/>
                    <a:pt x="23296" y="3186"/>
                    <a:pt x="23296" y="2060"/>
                  </a:cubicBezTo>
                  <a:cubicBezTo>
                    <a:pt x="23296" y="902"/>
                    <a:pt x="18084" y="1"/>
                    <a:pt x="11648" y="1"/>
                  </a:cubicBez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41" name="Google Shape;3541;p325"/>
          <p:cNvSpPr/>
          <p:nvPr/>
        </p:nvSpPr>
        <p:spPr>
          <a:xfrm>
            <a:off x="729100" y="3018675"/>
            <a:ext cx="2772300" cy="991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5" name="Shape 3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6" name="Google Shape;3546;p326"/>
          <p:cNvSpPr txBox="1"/>
          <p:nvPr>
            <p:ph type="ctrTitle"/>
          </p:nvPr>
        </p:nvSpPr>
        <p:spPr>
          <a:xfrm>
            <a:off x="590050" y="1262800"/>
            <a:ext cx="58881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VALUE PROPOSITION </a:t>
            </a:r>
            <a:r>
              <a:rPr lang="en" sz="3500">
                <a:solidFill>
                  <a:srgbClr val="E69138"/>
                </a:solidFill>
              </a:rPr>
              <a:t>UBER: SPEAKING YOUR LANGUAGE</a:t>
            </a:r>
            <a:endParaRPr sz="3500">
              <a:solidFill>
                <a:srgbClr val="E69138"/>
              </a:solidFill>
            </a:endParaRPr>
          </a:p>
        </p:txBody>
      </p:sp>
      <p:grpSp>
        <p:nvGrpSpPr>
          <p:cNvPr id="3547" name="Google Shape;3547;p326"/>
          <p:cNvGrpSpPr/>
          <p:nvPr/>
        </p:nvGrpSpPr>
        <p:grpSpPr>
          <a:xfrm>
            <a:off x="4774930" y="1147927"/>
            <a:ext cx="4078127" cy="2609228"/>
            <a:chOff x="4774930" y="1147927"/>
            <a:chExt cx="4078127" cy="2609228"/>
          </a:xfrm>
        </p:grpSpPr>
        <p:grpSp>
          <p:nvGrpSpPr>
            <p:cNvPr id="3548" name="Google Shape;3548;p326"/>
            <p:cNvGrpSpPr/>
            <p:nvPr/>
          </p:nvGrpSpPr>
          <p:grpSpPr>
            <a:xfrm flipH="1">
              <a:off x="4774930" y="2423427"/>
              <a:ext cx="3721114" cy="1333728"/>
              <a:chOff x="5443311" y="2503600"/>
              <a:chExt cx="3432129" cy="1192106"/>
            </a:xfrm>
          </p:grpSpPr>
          <p:sp>
            <p:nvSpPr>
              <p:cNvPr id="3549" name="Google Shape;3549;p326"/>
              <p:cNvSpPr/>
              <p:nvPr/>
            </p:nvSpPr>
            <p:spPr>
              <a:xfrm>
                <a:off x="6650156" y="3167608"/>
                <a:ext cx="523052" cy="528098"/>
              </a:xfrm>
              <a:custGeom>
                <a:rect b="b" l="l" r="r" t="t"/>
                <a:pathLst>
                  <a:path extrusionOk="0" h="33172" w="32855">
                    <a:moveTo>
                      <a:pt x="12830" y="0"/>
                    </a:moveTo>
                    <a:cubicBezTo>
                      <a:pt x="5731" y="0"/>
                      <a:pt x="1" y="7418"/>
                      <a:pt x="1" y="16586"/>
                    </a:cubicBezTo>
                    <a:cubicBezTo>
                      <a:pt x="1" y="25754"/>
                      <a:pt x="5731" y="33172"/>
                      <a:pt x="12830" y="33172"/>
                    </a:cubicBezTo>
                    <a:lnTo>
                      <a:pt x="20025" y="33172"/>
                    </a:lnTo>
                    <a:cubicBezTo>
                      <a:pt x="27124" y="33172"/>
                      <a:pt x="32855" y="25754"/>
                      <a:pt x="32855" y="16586"/>
                    </a:cubicBezTo>
                    <a:cubicBezTo>
                      <a:pt x="32855" y="7418"/>
                      <a:pt x="27124" y="0"/>
                      <a:pt x="200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0" name="Google Shape;3550;p326"/>
              <p:cNvSpPr/>
              <p:nvPr/>
            </p:nvSpPr>
            <p:spPr>
              <a:xfrm>
                <a:off x="8082074" y="3167608"/>
                <a:ext cx="522542" cy="528098"/>
              </a:xfrm>
              <a:custGeom>
                <a:rect b="b" l="l" r="r" t="t"/>
                <a:pathLst>
                  <a:path extrusionOk="0" h="33172" w="32823">
                    <a:moveTo>
                      <a:pt x="12798" y="0"/>
                    </a:moveTo>
                    <a:cubicBezTo>
                      <a:pt x="5731" y="0"/>
                      <a:pt x="1" y="7418"/>
                      <a:pt x="1" y="16586"/>
                    </a:cubicBezTo>
                    <a:cubicBezTo>
                      <a:pt x="1" y="25754"/>
                      <a:pt x="5731" y="33172"/>
                      <a:pt x="12798" y="33172"/>
                    </a:cubicBezTo>
                    <a:lnTo>
                      <a:pt x="20025" y="33172"/>
                    </a:lnTo>
                    <a:cubicBezTo>
                      <a:pt x="27092" y="33172"/>
                      <a:pt x="32822" y="25754"/>
                      <a:pt x="32822" y="16586"/>
                    </a:cubicBezTo>
                    <a:cubicBezTo>
                      <a:pt x="32822" y="7418"/>
                      <a:pt x="27092" y="0"/>
                      <a:pt x="200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1" name="Google Shape;3551;p326"/>
              <p:cNvSpPr/>
              <p:nvPr/>
            </p:nvSpPr>
            <p:spPr>
              <a:xfrm>
                <a:off x="7009035" y="3103729"/>
                <a:ext cx="846387" cy="378100"/>
              </a:xfrm>
              <a:custGeom>
                <a:rect b="b" l="l" r="r" t="t"/>
                <a:pathLst>
                  <a:path extrusionOk="0" h="23750" w="53165">
                    <a:moveTo>
                      <a:pt x="0" y="1"/>
                    </a:moveTo>
                    <a:lnTo>
                      <a:pt x="0" y="23750"/>
                    </a:lnTo>
                    <a:lnTo>
                      <a:pt x="53164" y="23750"/>
                    </a:lnTo>
                    <a:lnTo>
                      <a:pt x="5316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2" name="Google Shape;3552;p326"/>
              <p:cNvSpPr/>
              <p:nvPr/>
            </p:nvSpPr>
            <p:spPr>
              <a:xfrm>
                <a:off x="7272606" y="3179263"/>
                <a:ext cx="398366" cy="515951"/>
              </a:xfrm>
              <a:custGeom>
                <a:rect b="b" l="l" r="r" t="t"/>
                <a:pathLst>
                  <a:path extrusionOk="0" h="32409" w="25023">
                    <a:moveTo>
                      <a:pt x="12511" y="0"/>
                    </a:moveTo>
                    <a:cubicBezTo>
                      <a:pt x="5603" y="0"/>
                      <a:pt x="0" y="7259"/>
                      <a:pt x="0" y="16204"/>
                    </a:cubicBezTo>
                    <a:cubicBezTo>
                      <a:pt x="0" y="25150"/>
                      <a:pt x="5603" y="32408"/>
                      <a:pt x="12511" y="32408"/>
                    </a:cubicBezTo>
                    <a:cubicBezTo>
                      <a:pt x="19419" y="32408"/>
                      <a:pt x="25022" y="25150"/>
                      <a:pt x="25022" y="16204"/>
                    </a:cubicBezTo>
                    <a:cubicBezTo>
                      <a:pt x="25022" y="7259"/>
                      <a:pt x="19419" y="0"/>
                      <a:pt x="125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3" name="Google Shape;3553;p326"/>
              <p:cNvSpPr/>
              <p:nvPr/>
            </p:nvSpPr>
            <p:spPr>
              <a:xfrm>
                <a:off x="7359778" y="3179263"/>
                <a:ext cx="226558" cy="515951"/>
              </a:xfrm>
              <a:custGeom>
                <a:rect b="b" l="l" r="r" t="t"/>
                <a:pathLst>
                  <a:path extrusionOk="0" h="32409" w="14231">
                    <a:moveTo>
                      <a:pt x="1" y="0"/>
                    </a:moveTo>
                    <a:lnTo>
                      <a:pt x="1" y="32408"/>
                    </a:lnTo>
                    <a:lnTo>
                      <a:pt x="7036" y="32408"/>
                    </a:lnTo>
                    <a:lnTo>
                      <a:pt x="14231" y="25213"/>
                    </a:lnTo>
                    <a:lnTo>
                      <a:pt x="70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4" name="Google Shape;3554;p326"/>
              <p:cNvSpPr/>
              <p:nvPr/>
            </p:nvSpPr>
            <p:spPr>
              <a:xfrm>
                <a:off x="7160070" y="3179263"/>
                <a:ext cx="398876" cy="515951"/>
              </a:xfrm>
              <a:custGeom>
                <a:rect b="b" l="l" r="r" t="t"/>
                <a:pathLst>
                  <a:path extrusionOk="0" h="32409" w="25055">
                    <a:moveTo>
                      <a:pt x="12544" y="0"/>
                    </a:moveTo>
                    <a:cubicBezTo>
                      <a:pt x="5636" y="0"/>
                      <a:pt x="1" y="7259"/>
                      <a:pt x="1" y="16204"/>
                    </a:cubicBezTo>
                    <a:cubicBezTo>
                      <a:pt x="1" y="25150"/>
                      <a:pt x="5636" y="32408"/>
                      <a:pt x="12544" y="32408"/>
                    </a:cubicBezTo>
                    <a:cubicBezTo>
                      <a:pt x="19452" y="32408"/>
                      <a:pt x="25055" y="25150"/>
                      <a:pt x="25055" y="16204"/>
                    </a:cubicBezTo>
                    <a:cubicBezTo>
                      <a:pt x="25055" y="7259"/>
                      <a:pt x="19452" y="0"/>
                      <a:pt x="12544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5" name="Google Shape;3555;p326"/>
              <p:cNvSpPr/>
              <p:nvPr/>
            </p:nvSpPr>
            <p:spPr>
              <a:xfrm>
                <a:off x="7249790" y="3301416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07" y="1"/>
                      <a:pt x="1" y="3662"/>
                      <a:pt x="1" y="8182"/>
                    </a:cubicBezTo>
                    <a:cubicBezTo>
                      <a:pt x="1" y="12703"/>
                      <a:pt x="2707" y="16395"/>
                      <a:pt x="6049" y="16395"/>
                    </a:cubicBezTo>
                    <a:cubicBezTo>
                      <a:pt x="9360" y="16395"/>
                      <a:pt x="12098" y="12703"/>
                      <a:pt x="12098" y="8182"/>
                    </a:cubicBezTo>
                    <a:cubicBezTo>
                      <a:pt x="12098" y="3662"/>
                      <a:pt x="9360" y="1"/>
                      <a:pt x="6049" y="1"/>
                    </a:cubicBezTo>
                    <a:close/>
                  </a:path>
                </a:pathLst>
              </a:custGeom>
              <a:solidFill>
                <a:srgbClr val="B8B8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6" name="Google Shape;3556;p326"/>
              <p:cNvSpPr/>
              <p:nvPr/>
            </p:nvSpPr>
            <p:spPr>
              <a:xfrm>
                <a:off x="7294403" y="3301416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06" y="1"/>
                      <a:pt x="0" y="3662"/>
                      <a:pt x="0" y="8182"/>
                    </a:cubicBezTo>
                    <a:cubicBezTo>
                      <a:pt x="0" y="12703"/>
                      <a:pt x="2706" y="16395"/>
                      <a:pt x="6049" y="16395"/>
                    </a:cubicBezTo>
                    <a:cubicBezTo>
                      <a:pt x="9391" y="16395"/>
                      <a:pt x="12097" y="12703"/>
                      <a:pt x="12097" y="8182"/>
                    </a:cubicBezTo>
                    <a:cubicBezTo>
                      <a:pt x="12097" y="3662"/>
                      <a:pt x="9391" y="1"/>
                      <a:pt x="60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7" name="Google Shape;3557;p326"/>
              <p:cNvSpPr/>
              <p:nvPr/>
            </p:nvSpPr>
            <p:spPr>
              <a:xfrm>
                <a:off x="5577627" y="3103729"/>
                <a:ext cx="845877" cy="378100"/>
              </a:xfrm>
              <a:custGeom>
                <a:rect b="b" l="l" r="r" t="t"/>
                <a:pathLst>
                  <a:path extrusionOk="0" h="23750" w="53133">
                    <a:moveTo>
                      <a:pt x="0" y="1"/>
                    </a:moveTo>
                    <a:lnTo>
                      <a:pt x="0" y="23750"/>
                    </a:lnTo>
                    <a:lnTo>
                      <a:pt x="53133" y="23750"/>
                    </a:lnTo>
                    <a:lnTo>
                      <a:pt x="5313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8" name="Google Shape;3558;p326"/>
              <p:cNvSpPr/>
              <p:nvPr/>
            </p:nvSpPr>
            <p:spPr>
              <a:xfrm>
                <a:off x="5840689" y="3179263"/>
                <a:ext cx="398876" cy="515951"/>
              </a:xfrm>
              <a:custGeom>
                <a:rect b="b" l="l" r="r" t="t"/>
                <a:pathLst>
                  <a:path extrusionOk="0" h="32409" w="25055">
                    <a:moveTo>
                      <a:pt x="12512" y="0"/>
                    </a:moveTo>
                    <a:cubicBezTo>
                      <a:pt x="5604" y="0"/>
                      <a:pt x="1" y="7259"/>
                      <a:pt x="1" y="16204"/>
                    </a:cubicBezTo>
                    <a:cubicBezTo>
                      <a:pt x="1" y="25150"/>
                      <a:pt x="5604" y="32408"/>
                      <a:pt x="12512" y="32408"/>
                    </a:cubicBezTo>
                    <a:cubicBezTo>
                      <a:pt x="19452" y="32408"/>
                      <a:pt x="25055" y="25150"/>
                      <a:pt x="25055" y="16204"/>
                    </a:cubicBezTo>
                    <a:cubicBezTo>
                      <a:pt x="25055" y="7259"/>
                      <a:pt x="19452" y="0"/>
                      <a:pt x="1251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9" name="Google Shape;3559;p326"/>
              <p:cNvSpPr/>
              <p:nvPr/>
            </p:nvSpPr>
            <p:spPr>
              <a:xfrm>
                <a:off x="5927877" y="3179263"/>
                <a:ext cx="227067" cy="515951"/>
              </a:xfrm>
              <a:custGeom>
                <a:rect b="b" l="l" r="r" t="t"/>
                <a:pathLst>
                  <a:path extrusionOk="0" h="32409" w="14263">
                    <a:moveTo>
                      <a:pt x="0" y="0"/>
                    </a:moveTo>
                    <a:lnTo>
                      <a:pt x="0" y="32408"/>
                    </a:lnTo>
                    <a:lnTo>
                      <a:pt x="7036" y="32408"/>
                    </a:lnTo>
                    <a:lnTo>
                      <a:pt x="14262" y="25213"/>
                    </a:lnTo>
                    <a:lnTo>
                      <a:pt x="70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0" name="Google Shape;3560;p326"/>
              <p:cNvSpPr/>
              <p:nvPr/>
            </p:nvSpPr>
            <p:spPr>
              <a:xfrm>
                <a:off x="5728678" y="3179263"/>
                <a:ext cx="398366" cy="515951"/>
              </a:xfrm>
              <a:custGeom>
                <a:rect b="b" l="l" r="r" t="t"/>
                <a:pathLst>
                  <a:path extrusionOk="0" h="32409" w="25023">
                    <a:moveTo>
                      <a:pt x="12511" y="0"/>
                    </a:moveTo>
                    <a:cubicBezTo>
                      <a:pt x="5603" y="0"/>
                      <a:pt x="0" y="7259"/>
                      <a:pt x="0" y="16204"/>
                    </a:cubicBezTo>
                    <a:cubicBezTo>
                      <a:pt x="0" y="25150"/>
                      <a:pt x="5603" y="32408"/>
                      <a:pt x="12511" y="32408"/>
                    </a:cubicBezTo>
                    <a:cubicBezTo>
                      <a:pt x="19419" y="32408"/>
                      <a:pt x="25022" y="25150"/>
                      <a:pt x="25022" y="16204"/>
                    </a:cubicBezTo>
                    <a:cubicBezTo>
                      <a:pt x="25022" y="7259"/>
                      <a:pt x="19419" y="0"/>
                      <a:pt x="12511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1" name="Google Shape;3561;p326"/>
              <p:cNvSpPr/>
              <p:nvPr/>
            </p:nvSpPr>
            <p:spPr>
              <a:xfrm>
                <a:off x="5816113" y="3316541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06" y="1"/>
                      <a:pt x="0" y="3662"/>
                      <a:pt x="0" y="8182"/>
                    </a:cubicBezTo>
                    <a:cubicBezTo>
                      <a:pt x="0" y="12703"/>
                      <a:pt x="2706" y="16395"/>
                      <a:pt x="6049" y="16395"/>
                    </a:cubicBezTo>
                    <a:cubicBezTo>
                      <a:pt x="9391" y="16395"/>
                      <a:pt x="12097" y="12703"/>
                      <a:pt x="12097" y="8182"/>
                    </a:cubicBezTo>
                    <a:cubicBezTo>
                      <a:pt x="12097" y="3662"/>
                      <a:pt x="9391" y="1"/>
                      <a:pt x="6049" y="1"/>
                    </a:cubicBezTo>
                    <a:close/>
                  </a:path>
                </a:pathLst>
              </a:custGeom>
              <a:solidFill>
                <a:srgbClr val="B8B8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2" name="Google Shape;3562;p326"/>
              <p:cNvSpPr/>
              <p:nvPr/>
            </p:nvSpPr>
            <p:spPr>
              <a:xfrm>
                <a:off x="5862486" y="3301416"/>
                <a:ext cx="192600" cy="261024"/>
              </a:xfrm>
              <a:custGeom>
                <a:rect b="b" l="l" r="r" t="t"/>
                <a:pathLst>
                  <a:path extrusionOk="0" h="16396" w="12098">
                    <a:moveTo>
                      <a:pt x="6049" y="1"/>
                    </a:moveTo>
                    <a:cubicBezTo>
                      <a:pt x="2738" y="1"/>
                      <a:pt x="1" y="3662"/>
                      <a:pt x="1" y="8182"/>
                    </a:cubicBezTo>
                    <a:cubicBezTo>
                      <a:pt x="1" y="12703"/>
                      <a:pt x="2738" y="16395"/>
                      <a:pt x="6049" y="16395"/>
                    </a:cubicBezTo>
                    <a:cubicBezTo>
                      <a:pt x="9392" y="16395"/>
                      <a:pt x="12098" y="12703"/>
                      <a:pt x="12098" y="8182"/>
                    </a:cubicBezTo>
                    <a:cubicBezTo>
                      <a:pt x="12098" y="3662"/>
                      <a:pt x="9392" y="1"/>
                      <a:pt x="60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3" name="Google Shape;3563;p326"/>
              <p:cNvSpPr/>
              <p:nvPr/>
            </p:nvSpPr>
            <p:spPr>
              <a:xfrm>
                <a:off x="5443311" y="2627186"/>
                <a:ext cx="3432129" cy="855095"/>
              </a:xfrm>
              <a:custGeom>
                <a:rect b="b" l="l" r="r" t="t"/>
                <a:pathLst>
                  <a:path extrusionOk="0" h="53712" w="215586">
                    <a:moveTo>
                      <a:pt x="118190" y="0"/>
                    </a:moveTo>
                    <a:cubicBezTo>
                      <a:pt x="117929" y="0"/>
                      <a:pt x="117668" y="2"/>
                      <a:pt x="117407" y="6"/>
                    </a:cubicBezTo>
                    <a:lnTo>
                      <a:pt x="55998" y="325"/>
                    </a:lnTo>
                    <a:cubicBezTo>
                      <a:pt x="46224" y="325"/>
                      <a:pt x="19515" y="16751"/>
                      <a:pt x="19515" y="16751"/>
                    </a:cubicBezTo>
                    <a:cubicBezTo>
                      <a:pt x="19127" y="16746"/>
                      <a:pt x="18739" y="16743"/>
                      <a:pt x="18351" y="16743"/>
                    </a:cubicBezTo>
                    <a:cubicBezTo>
                      <a:pt x="14511" y="16743"/>
                      <a:pt x="10696" y="17027"/>
                      <a:pt x="6908" y="17547"/>
                    </a:cubicBezTo>
                    <a:cubicBezTo>
                      <a:pt x="2929" y="18120"/>
                      <a:pt x="0" y="21527"/>
                      <a:pt x="0" y="25538"/>
                    </a:cubicBezTo>
                    <a:lnTo>
                      <a:pt x="0" y="53680"/>
                    </a:lnTo>
                    <a:lnTo>
                      <a:pt x="0" y="53712"/>
                    </a:lnTo>
                    <a:lnTo>
                      <a:pt x="16077" y="53712"/>
                    </a:lnTo>
                    <a:cubicBezTo>
                      <a:pt x="16077" y="53712"/>
                      <a:pt x="14867" y="34547"/>
                      <a:pt x="30466" y="33815"/>
                    </a:cubicBezTo>
                    <a:cubicBezTo>
                      <a:pt x="30738" y="33802"/>
                      <a:pt x="31005" y="33796"/>
                      <a:pt x="31268" y="33796"/>
                    </a:cubicBezTo>
                    <a:cubicBezTo>
                      <a:pt x="46057" y="33796"/>
                      <a:pt x="45842" y="53712"/>
                      <a:pt x="45842" y="53712"/>
                    </a:cubicBezTo>
                    <a:lnTo>
                      <a:pt x="106138" y="53712"/>
                    </a:lnTo>
                    <a:cubicBezTo>
                      <a:pt x="105437" y="46740"/>
                      <a:pt x="108525" y="32860"/>
                      <a:pt x="120049" y="32860"/>
                    </a:cubicBezTo>
                    <a:cubicBezTo>
                      <a:pt x="131606" y="32860"/>
                      <a:pt x="135171" y="44193"/>
                      <a:pt x="135171" y="44193"/>
                    </a:cubicBezTo>
                    <a:lnTo>
                      <a:pt x="215045" y="44193"/>
                    </a:lnTo>
                    <a:cubicBezTo>
                      <a:pt x="215045" y="44193"/>
                      <a:pt x="215586" y="38813"/>
                      <a:pt x="213962" y="33910"/>
                    </a:cubicBezTo>
                    <a:cubicBezTo>
                      <a:pt x="212339" y="29008"/>
                      <a:pt x="204794" y="26970"/>
                      <a:pt x="204794" y="26970"/>
                    </a:cubicBezTo>
                    <a:lnTo>
                      <a:pt x="168438" y="19012"/>
                    </a:lnTo>
                    <a:lnTo>
                      <a:pt x="141092" y="5418"/>
                    </a:lnTo>
                    <a:cubicBezTo>
                      <a:pt x="133972" y="1874"/>
                      <a:pt x="126136" y="0"/>
                      <a:pt x="118190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4" name="Google Shape;3564;p326"/>
              <p:cNvSpPr/>
              <p:nvPr/>
            </p:nvSpPr>
            <p:spPr>
              <a:xfrm>
                <a:off x="6501653" y="2503600"/>
                <a:ext cx="494157" cy="128745"/>
              </a:xfrm>
              <a:custGeom>
                <a:rect b="b" l="l" r="r" t="t"/>
                <a:pathLst>
                  <a:path extrusionOk="0" h="8087" w="31040">
                    <a:moveTo>
                      <a:pt x="3630" y="1"/>
                    </a:moveTo>
                    <a:cubicBezTo>
                      <a:pt x="1624" y="1"/>
                      <a:pt x="0" y="1592"/>
                      <a:pt x="32" y="3598"/>
                    </a:cubicBezTo>
                    <a:lnTo>
                      <a:pt x="32" y="8087"/>
                    </a:lnTo>
                    <a:lnTo>
                      <a:pt x="31039" y="8087"/>
                    </a:lnTo>
                    <a:lnTo>
                      <a:pt x="31039" y="3566"/>
                    </a:lnTo>
                    <a:cubicBezTo>
                      <a:pt x="31039" y="1592"/>
                      <a:pt x="29416" y="1"/>
                      <a:pt x="2744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5" name="Google Shape;3565;p326"/>
              <p:cNvSpPr/>
              <p:nvPr/>
            </p:nvSpPr>
            <p:spPr>
              <a:xfrm>
                <a:off x="6575658" y="2503600"/>
                <a:ext cx="493647" cy="128745"/>
              </a:xfrm>
              <a:custGeom>
                <a:rect b="b" l="l" r="r" t="t"/>
                <a:pathLst>
                  <a:path extrusionOk="0" h="8087" w="31008">
                    <a:moveTo>
                      <a:pt x="3598" y="1"/>
                    </a:moveTo>
                    <a:cubicBezTo>
                      <a:pt x="1624" y="1"/>
                      <a:pt x="0" y="1592"/>
                      <a:pt x="0" y="3598"/>
                    </a:cubicBezTo>
                    <a:lnTo>
                      <a:pt x="0" y="8087"/>
                    </a:lnTo>
                    <a:lnTo>
                      <a:pt x="31007" y="8087"/>
                    </a:lnTo>
                    <a:lnTo>
                      <a:pt x="31007" y="3566"/>
                    </a:lnTo>
                    <a:cubicBezTo>
                      <a:pt x="31007" y="1592"/>
                      <a:pt x="29416" y="1"/>
                      <a:pt x="27410" y="1"/>
                    </a:cubicBezTo>
                    <a:close/>
                  </a:path>
                </a:pathLst>
              </a:custGeom>
              <a:solidFill>
                <a:srgbClr val="CF8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6" name="Google Shape;3566;p326"/>
              <p:cNvSpPr/>
              <p:nvPr/>
            </p:nvSpPr>
            <p:spPr>
              <a:xfrm>
                <a:off x="6688178" y="2532498"/>
                <a:ext cx="60321" cy="70971"/>
              </a:xfrm>
              <a:custGeom>
                <a:rect b="b" l="l" r="r" t="t"/>
                <a:pathLst>
                  <a:path extrusionOk="0" h="4458" w="3789">
                    <a:moveTo>
                      <a:pt x="1" y="0"/>
                    </a:moveTo>
                    <a:lnTo>
                      <a:pt x="1" y="701"/>
                    </a:lnTo>
                    <a:lnTo>
                      <a:pt x="1465" y="701"/>
                    </a:lnTo>
                    <a:lnTo>
                      <a:pt x="1497" y="4457"/>
                    </a:lnTo>
                    <a:lnTo>
                      <a:pt x="2325" y="4457"/>
                    </a:lnTo>
                    <a:lnTo>
                      <a:pt x="2325" y="701"/>
                    </a:lnTo>
                    <a:lnTo>
                      <a:pt x="3789" y="701"/>
                    </a:lnTo>
                    <a:lnTo>
                      <a:pt x="37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7" name="Google Shape;3567;p326"/>
              <p:cNvSpPr/>
              <p:nvPr/>
            </p:nvSpPr>
            <p:spPr>
              <a:xfrm>
                <a:off x="6752041" y="2532498"/>
                <a:ext cx="77053" cy="70971"/>
              </a:xfrm>
              <a:custGeom>
                <a:rect b="b" l="l" r="r" t="t"/>
                <a:pathLst>
                  <a:path extrusionOk="0" h="4458" w="4840">
                    <a:moveTo>
                      <a:pt x="2420" y="828"/>
                    </a:moveTo>
                    <a:lnTo>
                      <a:pt x="3248" y="2770"/>
                    </a:lnTo>
                    <a:lnTo>
                      <a:pt x="1593" y="2770"/>
                    </a:lnTo>
                    <a:lnTo>
                      <a:pt x="2420" y="828"/>
                    </a:lnTo>
                    <a:close/>
                    <a:moveTo>
                      <a:pt x="2006" y="0"/>
                    </a:moveTo>
                    <a:lnTo>
                      <a:pt x="1" y="4457"/>
                    </a:lnTo>
                    <a:lnTo>
                      <a:pt x="860" y="4457"/>
                    </a:lnTo>
                    <a:lnTo>
                      <a:pt x="1306" y="3407"/>
                    </a:lnTo>
                    <a:lnTo>
                      <a:pt x="3534" y="3407"/>
                    </a:lnTo>
                    <a:lnTo>
                      <a:pt x="3980" y="4457"/>
                    </a:lnTo>
                    <a:lnTo>
                      <a:pt x="4840" y="4457"/>
                    </a:lnTo>
                    <a:lnTo>
                      <a:pt x="28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8" name="Google Shape;3568;p326"/>
              <p:cNvSpPr/>
              <p:nvPr/>
            </p:nvSpPr>
            <p:spPr>
              <a:xfrm>
                <a:off x="6834166" y="2532498"/>
                <a:ext cx="68424" cy="70971"/>
              </a:xfrm>
              <a:custGeom>
                <a:rect b="b" l="l" r="r" t="t"/>
                <a:pathLst>
                  <a:path extrusionOk="0" h="4458" w="4298">
                    <a:moveTo>
                      <a:pt x="96" y="0"/>
                    </a:moveTo>
                    <a:lnTo>
                      <a:pt x="1655" y="2165"/>
                    </a:lnTo>
                    <a:lnTo>
                      <a:pt x="0" y="4457"/>
                    </a:lnTo>
                    <a:lnTo>
                      <a:pt x="923" y="4457"/>
                    </a:lnTo>
                    <a:lnTo>
                      <a:pt x="2133" y="2770"/>
                    </a:lnTo>
                    <a:lnTo>
                      <a:pt x="3311" y="4457"/>
                    </a:lnTo>
                    <a:lnTo>
                      <a:pt x="4298" y="4457"/>
                    </a:lnTo>
                    <a:lnTo>
                      <a:pt x="2610" y="2133"/>
                    </a:lnTo>
                    <a:lnTo>
                      <a:pt x="4170" y="0"/>
                    </a:lnTo>
                    <a:lnTo>
                      <a:pt x="3247" y="0"/>
                    </a:lnTo>
                    <a:lnTo>
                      <a:pt x="2133" y="1592"/>
                    </a:lnTo>
                    <a:lnTo>
                      <a:pt x="98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9" name="Google Shape;3569;p326"/>
              <p:cNvSpPr/>
              <p:nvPr/>
            </p:nvSpPr>
            <p:spPr>
              <a:xfrm>
                <a:off x="6917787" y="2532498"/>
                <a:ext cx="13198" cy="70971"/>
              </a:xfrm>
              <a:custGeom>
                <a:rect b="b" l="l" r="r" t="t"/>
                <a:pathLst>
                  <a:path extrusionOk="0" h="4458" w="829">
                    <a:moveTo>
                      <a:pt x="1" y="0"/>
                    </a:moveTo>
                    <a:lnTo>
                      <a:pt x="1" y="4457"/>
                    </a:lnTo>
                    <a:lnTo>
                      <a:pt x="828" y="4457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0" name="Google Shape;3570;p326"/>
              <p:cNvSpPr/>
              <p:nvPr/>
            </p:nvSpPr>
            <p:spPr>
              <a:xfrm>
                <a:off x="5860464" y="2666306"/>
                <a:ext cx="1284776" cy="278759"/>
              </a:xfrm>
              <a:custGeom>
                <a:rect b="b" l="l" r="r" t="t"/>
                <a:pathLst>
                  <a:path extrusionOk="0" h="17510" w="80702">
                    <a:moveTo>
                      <a:pt x="34223" y="1"/>
                    </a:moveTo>
                    <a:cubicBezTo>
                      <a:pt x="30498" y="1"/>
                      <a:pt x="26837" y="1051"/>
                      <a:pt x="23685" y="3057"/>
                    </a:cubicBezTo>
                    <a:lnTo>
                      <a:pt x="637" y="16109"/>
                    </a:lnTo>
                    <a:cubicBezTo>
                      <a:pt x="0" y="16491"/>
                      <a:pt x="255" y="17478"/>
                      <a:pt x="1019" y="17510"/>
                    </a:cubicBezTo>
                    <a:lnTo>
                      <a:pt x="79174" y="17510"/>
                    </a:lnTo>
                    <a:cubicBezTo>
                      <a:pt x="80288" y="17478"/>
                      <a:pt x="80702" y="15982"/>
                      <a:pt x="79715" y="15409"/>
                    </a:cubicBezTo>
                    <a:lnTo>
                      <a:pt x="55457" y="1752"/>
                    </a:lnTo>
                    <a:cubicBezTo>
                      <a:pt x="53387" y="605"/>
                      <a:pt x="51032" y="1"/>
                      <a:pt x="4867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1" name="Google Shape;3571;p326"/>
              <p:cNvSpPr/>
              <p:nvPr/>
            </p:nvSpPr>
            <p:spPr>
              <a:xfrm>
                <a:off x="5868058" y="2931900"/>
                <a:ext cx="1262488" cy="474400"/>
              </a:xfrm>
              <a:custGeom>
                <a:rect b="b" l="l" r="r" t="t"/>
                <a:pathLst>
                  <a:path extrusionOk="0" fill="none" h="29799" w="79302">
                    <a:moveTo>
                      <a:pt x="1" y="1"/>
                    </a:moveTo>
                    <a:lnTo>
                      <a:pt x="1" y="9806"/>
                    </a:lnTo>
                    <a:cubicBezTo>
                      <a:pt x="1" y="9806"/>
                      <a:pt x="21171" y="5540"/>
                      <a:pt x="23336" y="29798"/>
                    </a:cubicBezTo>
                    <a:lnTo>
                      <a:pt x="71661" y="29798"/>
                    </a:lnTo>
                    <a:cubicBezTo>
                      <a:pt x="71661" y="29798"/>
                      <a:pt x="70388" y="6081"/>
                      <a:pt x="79301" y="288"/>
                    </a:cubicBez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2" name="Google Shape;3572;p326"/>
              <p:cNvSpPr/>
              <p:nvPr/>
            </p:nvSpPr>
            <p:spPr>
              <a:xfrm>
                <a:off x="6415994" y="2945083"/>
                <a:ext cx="80587" cy="461218"/>
              </a:xfrm>
              <a:custGeom>
                <a:rect b="b" l="l" r="r" t="t"/>
                <a:pathLst>
                  <a:path extrusionOk="0" fill="none" h="28971" w="5062">
                    <a:moveTo>
                      <a:pt x="5062" y="1"/>
                    </a:moveTo>
                    <a:cubicBezTo>
                      <a:pt x="5062" y="1"/>
                      <a:pt x="0" y="2229"/>
                      <a:pt x="2452" y="28970"/>
                    </a:cubicBez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3" name="Google Shape;3573;p326"/>
              <p:cNvSpPr/>
              <p:nvPr/>
            </p:nvSpPr>
            <p:spPr>
              <a:xfrm>
                <a:off x="6527494" y="2982595"/>
                <a:ext cx="107969" cy="38033"/>
              </a:xfrm>
              <a:custGeom>
                <a:rect b="b" l="l" r="r" t="t"/>
                <a:pathLst>
                  <a:path extrusionOk="0" h="2389" w="6782">
                    <a:moveTo>
                      <a:pt x="956" y="0"/>
                    </a:moveTo>
                    <a:cubicBezTo>
                      <a:pt x="447" y="0"/>
                      <a:pt x="1" y="446"/>
                      <a:pt x="1" y="956"/>
                    </a:cubicBezTo>
                    <a:lnTo>
                      <a:pt x="1" y="1401"/>
                    </a:lnTo>
                    <a:cubicBezTo>
                      <a:pt x="1" y="1942"/>
                      <a:pt x="447" y="2388"/>
                      <a:pt x="956" y="2388"/>
                    </a:cubicBezTo>
                    <a:lnTo>
                      <a:pt x="5827" y="2388"/>
                    </a:lnTo>
                    <a:cubicBezTo>
                      <a:pt x="6368" y="2388"/>
                      <a:pt x="6782" y="1942"/>
                      <a:pt x="6782" y="1401"/>
                    </a:cubicBezTo>
                    <a:lnTo>
                      <a:pt x="6782" y="956"/>
                    </a:lnTo>
                    <a:cubicBezTo>
                      <a:pt x="6782" y="446"/>
                      <a:pt x="6368" y="0"/>
                      <a:pt x="58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4" name="Google Shape;3574;p326"/>
              <p:cNvSpPr/>
              <p:nvPr/>
            </p:nvSpPr>
            <p:spPr>
              <a:xfrm>
                <a:off x="5855908" y="3043995"/>
                <a:ext cx="107954" cy="38033"/>
              </a:xfrm>
              <a:custGeom>
                <a:rect b="b" l="l" r="r" t="t"/>
                <a:pathLst>
                  <a:path extrusionOk="0" h="2389" w="6781">
                    <a:moveTo>
                      <a:pt x="955" y="0"/>
                    </a:moveTo>
                    <a:cubicBezTo>
                      <a:pt x="414" y="0"/>
                      <a:pt x="0" y="446"/>
                      <a:pt x="0" y="956"/>
                    </a:cubicBezTo>
                    <a:lnTo>
                      <a:pt x="0" y="1401"/>
                    </a:lnTo>
                    <a:cubicBezTo>
                      <a:pt x="0" y="1942"/>
                      <a:pt x="414" y="2388"/>
                      <a:pt x="955" y="2388"/>
                    </a:cubicBezTo>
                    <a:lnTo>
                      <a:pt x="5826" y="2388"/>
                    </a:lnTo>
                    <a:cubicBezTo>
                      <a:pt x="6335" y="2388"/>
                      <a:pt x="6781" y="1942"/>
                      <a:pt x="6781" y="1401"/>
                    </a:cubicBezTo>
                    <a:lnTo>
                      <a:pt x="6781" y="956"/>
                    </a:lnTo>
                    <a:cubicBezTo>
                      <a:pt x="6781" y="446"/>
                      <a:pt x="6335" y="0"/>
                      <a:pt x="582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5" name="Google Shape;3575;p326"/>
              <p:cNvSpPr/>
              <p:nvPr/>
            </p:nvSpPr>
            <p:spPr>
              <a:xfrm>
                <a:off x="6867777" y="2665797"/>
                <a:ext cx="1216192" cy="278759"/>
              </a:xfrm>
              <a:custGeom>
                <a:rect b="b" l="l" r="r" t="t"/>
                <a:pathLst>
                  <a:path extrusionOk="0" h="17510" w="76394">
                    <a:moveTo>
                      <a:pt x="2057" y="0"/>
                    </a:moveTo>
                    <a:cubicBezTo>
                      <a:pt x="523" y="0"/>
                      <a:pt x="1" y="2107"/>
                      <a:pt x="1423" y="2802"/>
                    </a:cubicBezTo>
                    <a:lnTo>
                      <a:pt x="29183" y="17510"/>
                    </a:lnTo>
                    <a:lnTo>
                      <a:pt x="76394" y="17510"/>
                    </a:lnTo>
                    <a:lnTo>
                      <a:pt x="44623" y="2006"/>
                    </a:lnTo>
                    <a:cubicBezTo>
                      <a:pt x="41980" y="701"/>
                      <a:pt x="39052" y="1"/>
                      <a:pt x="36091" y="1"/>
                    </a:cubicBezTo>
                    <a:lnTo>
                      <a:pt x="2091" y="1"/>
                    </a:lnTo>
                    <a:cubicBezTo>
                      <a:pt x="2080" y="1"/>
                      <a:pt x="2068" y="0"/>
                      <a:pt x="205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6" name="Google Shape;3576;p326"/>
              <p:cNvSpPr/>
              <p:nvPr/>
            </p:nvSpPr>
            <p:spPr>
              <a:xfrm>
                <a:off x="7442397" y="2982595"/>
                <a:ext cx="695370" cy="16"/>
              </a:xfrm>
              <a:custGeom>
                <a:rect b="b" l="l" r="r" t="t"/>
                <a:pathLst>
                  <a:path extrusionOk="0" fill="none" h="1" w="43679">
                    <a:moveTo>
                      <a:pt x="1" y="0"/>
                    </a:moveTo>
                    <a:lnTo>
                      <a:pt x="43678" y="0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7" name="Google Shape;3577;p326"/>
              <p:cNvSpPr/>
              <p:nvPr/>
            </p:nvSpPr>
            <p:spPr>
              <a:xfrm>
                <a:off x="7033364" y="2666306"/>
                <a:ext cx="654296" cy="278759"/>
              </a:xfrm>
              <a:custGeom>
                <a:rect b="b" l="l" r="r" t="t"/>
                <a:pathLst>
                  <a:path extrusionOk="0" h="17510" w="41099">
                    <a:moveTo>
                      <a:pt x="0" y="1"/>
                    </a:moveTo>
                    <a:lnTo>
                      <a:pt x="30816" y="17510"/>
                    </a:lnTo>
                    <a:lnTo>
                      <a:pt x="41099" y="17510"/>
                    </a:lnTo>
                    <a:lnTo>
                      <a:pt x="10315" y="1"/>
                    </a:lnTo>
                    <a:close/>
                  </a:path>
                </a:pathLst>
              </a:custGeom>
              <a:solidFill>
                <a:srgbClr val="5E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8" name="Google Shape;3578;p326"/>
              <p:cNvSpPr/>
              <p:nvPr/>
            </p:nvSpPr>
            <p:spPr>
              <a:xfrm>
                <a:off x="7339000" y="2666306"/>
                <a:ext cx="544337" cy="278759"/>
              </a:xfrm>
              <a:custGeom>
                <a:rect b="b" l="l" r="r" t="t"/>
                <a:pathLst>
                  <a:path extrusionOk="0" h="17510" w="34192">
                    <a:moveTo>
                      <a:pt x="1" y="1"/>
                    </a:moveTo>
                    <a:lnTo>
                      <a:pt x="30817" y="17510"/>
                    </a:lnTo>
                    <a:lnTo>
                      <a:pt x="34191" y="17510"/>
                    </a:lnTo>
                    <a:lnTo>
                      <a:pt x="3375" y="1"/>
                    </a:lnTo>
                    <a:close/>
                  </a:path>
                </a:pathLst>
              </a:custGeom>
              <a:solidFill>
                <a:srgbClr val="5E5E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9" name="Google Shape;3579;p326"/>
              <p:cNvSpPr/>
              <p:nvPr/>
            </p:nvSpPr>
            <p:spPr>
              <a:xfrm>
                <a:off x="7595486" y="3330314"/>
                <a:ext cx="1271085" cy="151542"/>
              </a:xfrm>
              <a:custGeom>
                <a:rect b="b" l="l" r="r" t="t"/>
                <a:pathLst>
                  <a:path extrusionOk="0" h="9519" w="79842">
                    <a:moveTo>
                      <a:pt x="0" y="0"/>
                    </a:moveTo>
                    <a:lnTo>
                      <a:pt x="0" y="5730"/>
                    </a:lnTo>
                    <a:cubicBezTo>
                      <a:pt x="0" y="7831"/>
                      <a:pt x="1687" y="9519"/>
                      <a:pt x="3820" y="9519"/>
                    </a:cubicBezTo>
                    <a:lnTo>
                      <a:pt x="75162" y="9519"/>
                    </a:lnTo>
                    <a:cubicBezTo>
                      <a:pt x="77709" y="9519"/>
                      <a:pt x="79778" y="7449"/>
                      <a:pt x="79778" y="4903"/>
                    </a:cubicBezTo>
                    <a:lnTo>
                      <a:pt x="79842" y="0"/>
                    </a:lnTo>
                    <a:close/>
                  </a:path>
                </a:pathLst>
              </a:custGeom>
              <a:solidFill>
                <a:srgbClr val="CF8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0" name="Google Shape;3580;p326"/>
              <p:cNvSpPr/>
              <p:nvPr/>
            </p:nvSpPr>
            <p:spPr>
              <a:xfrm>
                <a:off x="8290905" y="3311558"/>
                <a:ext cx="206291" cy="62343"/>
              </a:xfrm>
              <a:custGeom>
                <a:rect b="b" l="l" r="r" t="t"/>
                <a:pathLst>
                  <a:path extrusionOk="0" h="3916" w="12958">
                    <a:moveTo>
                      <a:pt x="0" y="0"/>
                    </a:moveTo>
                    <a:lnTo>
                      <a:pt x="0" y="3916"/>
                    </a:lnTo>
                    <a:lnTo>
                      <a:pt x="12957" y="3916"/>
                    </a:lnTo>
                    <a:lnTo>
                      <a:pt x="129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1" name="Google Shape;3581;p326"/>
              <p:cNvSpPr/>
              <p:nvPr/>
            </p:nvSpPr>
            <p:spPr>
              <a:xfrm>
                <a:off x="8046600" y="3187367"/>
                <a:ext cx="607682" cy="16"/>
              </a:xfrm>
              <a:custGeom>
                <a:rect b="b" l="l" r="r" t="t"/>
                <a:pathLst>
                  <a:path extrusionOk="0" fill="none" h="1" w="38171">
                    <a:moveTo>
                      <a:pt x="0" y="1"/>
                    </a:moveTo>
                    <a:lnTo>
                      <a:pt x="38170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2" name="Google Shape;3582;p326"/>
              <p:cNvSpPr/>
              <p:nvPr/>
            </p:nvSpPr>
            <p:spPr>
              <a:xfrm>
                <a:off x="8157098" y="3233493"/>
                <a:ext cx="399879" cy="16"/>
              </a:xfrm>
              <a:custGeom>
                <a:rect b="b" l="l" r="r" t="t"/>
                <a:pathLst>
                  <a:path extrusionOk="0" fill="none" h="1" w="25118">
                    <a:moveTo>
                      <a:pt x="0" y="1"/>
                    </a:moveTo>
                    <a:lnTo>
                      <a:pt x="25118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3" name="Google Shape;3583;p326"/>
              <p:cNvSpPr/>
              <p:nvPr/>
            </p:nvSpPr>
            <p:spPr>
              <a:xfrm>
                <a:off x="8157098" y="3279619"/>
                <a:ext cx="399879" cy="16"/>
              </a:xfrm>
              <a:custGeom>
                <a:rect b="b" l="l" r="r" t="t"/>
                <a:pathLst>
                  <a:path extrusionOk="0" fill="none" h="1" w="25118">
                    <a:moveTo>
                      <a:pt x="0" y="1"/>
                    </a:moveTo>
                    <a:lnTo>
                      <a:pt x="25118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4" name="Google Shape;3584;p326"/>
              <p:cNvSpPr/>
              <p:nvPr/>
            </p:nvSpPr>
            <p:spPr>
              <a:xfrm>
                <a:off x="7765786" y="3167608"/>
                <a:ext cx="346674" cy="119113"/>
              </a:xfrm>
              <a:custGeom>
                <a:rect b="b" l="l" r="r" t="t"/>
                <a:pathLst>
                  <a:path extrusionOk="0" h="7482" w="21776">
                    <a:moveTo>
                      <a:pt x="2547" y="0"/>
                    </a:moveTo>
                    <a:cubicBezTo>
                      <a:pt x="1147" y="0"/>
                      <a:pt x="1" y="1146"/>
                      <a:pt x="1" y="2547"/>
                    </a:cubicBezTo>
                    <a:lnTo>
                      <a:pt x="1" y="4935"/>
                    </a:lnTo>
                    <a:cubicBezTo>
                      <a:pt x="1" y="6335"/>
                      <a:pt x="1147" y="7481"/>
                      <a:pt x="2547" y="7481"/>
                    </a:cubicBezTo>
                    <a:lnTo>
                      <a:pt x="19229" y="7481"/>
                    </a:lnTo>
                    <a:cubicBezTo>
                      <a:pt x="20630" y="7481"/>
                      <a:pt x="21776" y="6335"/>
                      <a:pt x="21776" y="4935"/>
                    </a:cubicBezTo>
                    <a:lnTo>
                      <a:pt x="21776" y="2547"/>
                    </a:lnTo>
                    <a:cubicBezTo>
                      <a:pt x="21776" y="1146"/>
                      <a:pt x="20630" y="0"/>
                      <a:pt x="192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5" name="Google Shape;3585;p326"/>
              <p:cNvSpPr/>
              <p:nvPr/>
            </p:nvSpPr>
            <p:spPr>
              <a:xfrm>
                <a:off x="8608212" y="3167608"/>
                <a:ext cx="261518" cy="119113"/>
              </a:xfrm>
              <a:custGeom>
                <a:rect b="b" l="l" r="r" t="t"/>
                <a:pathLst>
                  <a:path extrusionOk="0" h="7482" w="16427">
                    <a:moveTo>
                      <a:pt x="2547" y="0"/>
                    </a:moveTo>
                    <a:cubicBezTo>
                      <a:pt x="1146" y="0"/>
                      <a:pt x="0" y="1146"/>
                      <a:pt x="0" y="2547"/>
                    </a:cubicBezTo>
                    <a:lnTo>
                      <a:pt x="0" y="4935"/>
                    </a:lnTo>
                    <a:cubicBezTo>
                      <a:pt x="0" y="6335"/>
                      <a:pt x="1146" y="7481"/>
                      <a:pt x="2547" y="7481"/>
                    </a:cubicBezTo>
                    <a:lnTo>
                      <a:pt x="16331" y="7481"/>
                    </a:lnTo>
                    <a:cubicBezTo>
                      <a:pt x="16427" y="2451"/>
                      <a:pt x="15345" y="318"/>
                      <a:pt x="151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6" name="Google Shape;3586;p326"/>
              <p:cNvSpPr/>
              <p:nvPr/>
            </p:nvSpPr>
            <p:spPr>
              <a:xfrm>
                <a:off x="7765786" y="3246167"/>
                <a:ext cx="346674" cy="16"/>
              </a:xfrm>
              <a:custGeom>
                <a:rect b="b" l="l" r="r" t="t"/>
                <a:pathLst>
                  <a:path extrusionOk="0" fill="none" h="1" w="21776">
                    <a:moveTo>
                      <a:pt x="1" y="1"/>
                    </a:moveTo>
                    <a:lnTo>
                      <a:pt x="21776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7" name="Google Shape;3587;p326"/>
              <p:cNvSpPr/>
              <p:nvPr/>
            </p:nvSpPr>
            <p:spPr>
              <a:xfrm>
                <a:off x="8608212" y="3246167"/>
                <a:ext cx="258477" cy="16"/>
              </a:xfrm>
              <a:custGeom>
                <a:rect b="b" l="l" r="r" t="t"/>
                <a:pathLst>
                  <a:path extrusionOk="0" fill="none" h="1" w="16236">
                    <a:moveTo>
                      <a:pt x="0" y="1"/>
                    </a:moveTo>
                    <a:lnTo>
                      <a:pt x="16236" y="1"/>
                    </a:lnTo>
                  </a:path>
                </a:pathLst>
              </a:custGeom>
              <a:noFill/>
              <a:ln cap="rnd" cmpd="sng" w="79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88" name="Google Shape;3588;p326"/>
            <p:cNvGrpSpPr/>
            <p:nvPr/>
          </p:nvGrpSpPr>
          <p:grpSpPr>
            <a:xfrm flipH="1">
              <a:off x="7233551" y="1147927"/>
              <a:ext cx="1619507" cy="2609219"/>
              <a:chOff x="4881187" y="1425516"/>
              <a:chExt cx="1493734" cy="2332158"/>
            </a:xfrm>
          </p:grpSpPr>
          <p:sp>
            <p:nvSpPr>
              <p:cNvPr id="3589" name="Google Shape;3589;p326"/>
              <p:cNvSpPr/>
              <p:nvPr/>
            </p:nvSpPr>
            <p:spPr>
              <a:xfrm>
                <a:off x="5300871" y="3391714"/>
                <a:ext cx="328430" cy="151542"/>
              </a:xfrm>
              <a:custGeom>
                <a:rect b="b" l="l" r="r" t="t"/>
                <a:pathLst>
                  <a:path extrusionOk="0" h="9519" w="20630">
                    <a:moveTo>
                      <a:pt x="3821" y="0"/>
                    </a:moveTo>
                    <a:cubicBezTo>
                      <a:pt x="1720" y="0"/>
                      <a:pt x="1" y="1719"/>
                      <a:pt x="1" y="3820"/>
                    </a:cubicBezTo>
                    <a:lnTo>
                      <a:pt x="1" y="5730"/>
                    </a:lnTo>
                    <a:cubicBezTo>
                      <a:pt x="1" y="7831"/>
                      <a:pt x="1720" y="9519"/>
                      <a:pt x="3821" y="9519"/>
                    </a:cubicBezTo>
                    <a:lnTo>
                      <a:pt x="19325" y="9519"/>
                    </a:lnTo>
                    <a:cubicBezTo>
                      <a:pt x="19325" y="9519"/>
                      <a:pt x="19261" y="4361"/>
                      <a:pt x="20630" y="0"/>
                    </a:cubicBezTo>
                    <a:close/>
                  </a:path>
                </a:pathLst>
              </a:custGeom>
              <a:solidFill>
                <a:srgbClr val="CF81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0" name="Google Shape;3590;p326"/>
              <p:cNvSpPr/>
              <p:nvPr/>
            </p:nvSpPr>
            <p:spPr>
              <a:xfrm>
                <a:off x="6037863" y="1425516"/>
                <a:ext cx="337058" cy="503327"/>
              </a:xfrm>
              <a:custGeom>
                <a:rect b="b" l="l" r="r" t="t"/>
                <a:pathLst>
                  <a:path extrusionOk="0" h="31616" w="21172">
                    <a:moveTo>
                      <a:pt x="10857" y="0"/>
                    </a:moveTo>
                    <a:cubicBezTo>
                      <a:pt x="9131" y="0"/>
                      <a:pt x="7305" y="425"/>
                      <a:pt x="5476" y="1372"/>
                    </a:cubicBezTo>
                    <a:cubicBezTo>
                      <a:pt x="4076" y="2168"/>
                      <a:pt x="2898" y="3314"/>
                      <a:pt x="2070" y="4715"/>
                    </a:cubicBezTo>
                    <a:cubicBezTo>
                      <a:pt x="1" y="8439"/>
                      <a:pt x="192" y="12100"/>
                      <a:pt x="1656" y="14997"/>
                    </a:cubicBezTo>
                    <a:lnTo>
                      <a:pt x="1752" y="15156"/>
                    </a:lnTo>
                    <a:cubicBezTo>
                      <a:pt x="1784" y="15220"/>
                      <a:pt x="1815" y="15284"/>
                      <a:pt x="1847" y="15347"/>
                    </a:cubicBezTo>
                    <a:lnTo>
                      <a:pt x="10857" y="31615"/>
                    </a:lnTo>
                    <a:lnTo>
                      <a:pt x="19866" y="15316"/>
                    </a:lnTo>
                    <a:cubicBezTo>
                      <a:pt x="19898" y="15252"/>
                      <a:pt x="19929" y="15188"/>
                      <a:pt x="19961" y="15156"/>
                    </a:cubicBezTo>
                    <a:lnTo>
                      <a:pt x="19993" y="15061"/>
                    </a:lnTo>
                    <a:cubicBezTo>
                      <a:pt x="20757" y="13597"/>
                      <a:pt x="21171" y="11973"/>
                      <a:pt x="21171" y="10318"/>
                    </a:cubicBezTo>
                    <a:cubicBezTo>
                      <a:pt x="21171" y="4625"/>
                      <a:pt x="16558" y="0"/>
                      <a:pt x="10857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1" name="Google Shape;3591;p326"/>
              <p:cNvSpPr/>
              <p:nvPr/>
            </p:nvSpPr>
            <p:spPr>
              <a:xfrm>
                <a:off x="6137725" y="1515268"/>
                <a:ext cx="145461" cy="145477"/>
              </a:xfrm>
              <a:custGeom>
                <a:rect b="b" l="l" r="r" t="t"/>
                <a:pathLst>
                  <a:path extrusionOk="0" h="9138" w="9137">
                    <a:moveTo>
                      <a:pt x="4585" y="1"/>
                    </a:moveTo>
                    <a:cubicBezTo>
                      <a:pt x="2070" y="1"/>
                      <a:pt x="0" y="2038"/>
                      <a:pt x="0" y="4553"/>
                    </a:cubicBezTo>
                    <a:cubicBezTo>
                      <a:pt x="0" y="7100"/>
                      <a:pt x="2070" y="9137"/>
                      <a:pt x="4585" y="9137"/>
                    </a:cubicBezTo>
                    <a:cubicBezTo>
                      <a:pt x="7099" y="9137"/>
                      <a:pt x="9137" y="7100"/>
                      <a:pt x="9137" y="4553"/>
                    </a:cubicBezTo>
                    <a:cubicBezTo>
                      <a:pt x="9137" y="2038"/>
                      <a:pt x="7099" y="1"/>
                      <a:pt x="45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2" name="Google Shape;3592;p326"/>
              <p:cNvSpPr/>
              <p:nvPr/>
            </p:nvSpPr>
            <p:spPr>
              <a:xfrm>
                <a:off x="5590809" y="3628409"/>
                <a:ext cx="290922" cy="90744"/>
              </a:xfrm>
              <a:custGeom>
                <a:rect b="b" l="l" r="r" t="t"/>
                <a:pathLst>
                  <a:path extrusionOk="0" h="5700" w="18274">
                    <a:moveTo>
                      <a:pt x="1210" y="1"/>
                    </a:moveTo>
                    <a:lnTo>
                      <a:pt x="0" y="5477"/>
                    </a:lnTo>
                    <a:lnTo>
                      <a:pt x="18274" y="5699"/>
                    </a:lnTo>
                    <a:lnTo>
                      <a:pt x="7641" y="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3" name="Google Shape;3593;p326"/>
              <p:cNvSpPr/>
              <p:nvPr/>
            </p:nvSpPr>
            <p:spPr>
              <a:xfrm>
                <a:off x="5589790" y="3715598"/>
                <a:ext cx="291941" cy="42077"/>
              </a:xfrm>
              <a:custGeom>
                <a:rect b="b" l="l" r="r" t="t"/>
                <a:pathLst>
                  <a:path extrusionOk="0" h="2643" w="18338">
                    <a:moveTo>
                      <a:pt x="64" y="1"/>
                    </a:moveTo>
                    <a:lnTo>
                      <a:pt x="1" y="2420"/>
                    </a:lnTo>
                    <a:lnTo>
                      <a:pt x="18274" y="2643"/>
                    </a:lnTo>
                    <a:lnTo>
                      <a:pt x="18338" y="22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4" name="Google Shape;3594;p326"/>
              <p:cNvSpPr/>
              <p:nvPr/>
            </p:nvSpPr>
            <p:spPr>
              <a:xfrm>
                <a:off x="5717021" y="3645143"/>
                <a:ext cx="33464" cy="9138"/>
              </a:xfrm>
              <a:custGeom>
                <a:rect b="b" l="l" r="r" t="t"/>
                <a:pathLst>
                  <a:path extrusionOk="0" fill="none" h="574" w="2102">
                    <a:moveTo>
                      <a:pt x="2101" y="0"/>
                    </a:moveTo>
                    <a:lnTo>
                      <a:pt x="0" y="573"/>
                    </a:lnTo>
                  </a:path>
                </a:pathLst>
              </a:custGeom>
              <a:noFill/>
              <a:ln cap="rnd" cmpd="sng" w="143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5" name="Google Shape;3595;p326"/>
              <p:cNvSpPr/>
              <p:nvPr/>
            </p:nvSpPr>
            <p:spPr>
              <a:xfrm>
                <a:off x="5610074" y="3483966"/>
                <a:ext cx="113541" cy="144442"/>
              </a:xfrm>
              <a:custGeom>
                <a:rect b="b" l="l" r="r" t="t"/>
                <a:pathLst>
                  <a:path extrusionOk="0" h="9073" w="7132">
                    <a:moveTo>
                      <a:pt x="541" y="0"/>
                    </a:moveTo>
                    <a:lnTo>
                      <a:pt x="0" y="9073"/>
                    </a:lnTo>
                    <a:lnTo>
                      <a:pt x="6558" y="9073"/>
                    </a:lnTo>
                    <a:lnTo>
                      <a:pt x="7131" y="0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6" name="Google Shape;3596;p326"/>
              <p:cNvSpPr/>
              <p:nvPr/>
            </p:nvSpPr>
            <p:spPr>
              <a:xfrm>
                <a:off x="5581685" y="2534589"/>
                <a:ext cx="209842" cy="1047584"/>
              </a:xfrm>
              <a:custGeom>
                <a:rect b="b" l="l" r="r" t="t"/>
                <a:pathLst>
                  <a:path extrusionOk="0" h="65803" w="13181">
                    <a:moveTo>
                      <a:pt x="1592" y="1"/>
                    </a:moveTo>
                    <a:lnTo>
                      <a:pt x="0" y="65803"/>
                    </a:lnTo>
                    <a:lnTo>
                      <a:pt x="9137" y="65803"/>
                    </a:lnTo>
                    <a:lnTo>
                      <a:pt x="13180" y="1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7" name="Google Shape;3597;p326"/>
              <p:cNvSpPr/>
              <p:nvPr/>
            </p:nvSpPr>
            <p:spPr>
              <a:xfrm>
                <a:off x="5355117" y="3628409"/>
                <a:ext cx="291432" cy="90744"/>
              </a:xfrm>
              <a:custGeom>
                <a:rect b="b" l="l" r="r" t="t"/>
                <a:pathLst>
                  <a:path extrusionOk="0" h="5700" w="18306">
                    <a:moveTo>
                      <a:pt x="1210" y="1"/>
                    </a:moveTo>
                    <a:lnTo>
                      <a:pt x="0" y="5477"/>
                    </a:lnTo>
                    <a:lnTo>
                      <a:pt x="18305" y="5699"/>
                    </a:lnTo>
                    <a:lnTo>
                      <a:pt x="7641" y="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8" name="Google Shape;3598;p326"/>
              <p:cNvSpPr/>
              <p:nvPr/>
            </p:nvSpPr>
            <p:spPr>
              <a:xfrm>
                <a:off x="5354098" y="3715598"/>
                <a:ext cx="292450" cy="42077"/>
              </a:xfrm>
              <a:custGeom>
                <a:rect b="b" l="l" r="r" t="t"/>
                <a:pathLst>
                  <a:path extrusionOk="0" h="2643" w="18370">
                    <a:moveTo>
                      <a:pt x="64" y="1"/>
                    </a:moveTo>
                    <a:lnTo>
                      <a:pt x="1" y="2420"/>
                    </a:lnTo>
                    <a:lnTo>
                      <a:pt x="18306" y="2643"/>
                    </a:lnTo>
                    <a:lnTo>
                      <a:pt x="18369" y="22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9" name="Google Shape;3599;p326"/>
              <p:cNvSpPr/>
              <p:nvPr/>
            </p:nvSpPr>
            <p:spPr>
              <a:xfrm>
                <a:off x="5514272" y="3661877"/>
                <a:ext cx="33464" cy="9138"/>
              </a:xfrm>
              <a:custGeom>
                <a:rect b="b" l="l" r="r" t="t"/>
                <a:pathLst>
                  <a:path extrusionOk="0" fill="none" h="574" w="2102">
                    <a:moveTo>
                      <a:pt x="2102" y="0"/>
                    </a:moveTo>
                    <a:lnTo>
                      <a:pt x="0" y="573"/>
                    </a:lnTo>
                  </a:path>
                </a:pathLst>
              </a:custGeom>
              <a:noFill/>
              <a:ln cap="rnd" cmpd="sng" w="143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0" name="Google Shape;3600;p326"/>
              <p:cNvSpPr/>
              <p:nvPr/>
            </p:nvSpPr>
            <p:spPr>
              <a:xfrm>
                <a:off x="5481330" y="3645143"/>
                <a:ext cx="33464" cy="9138"/>
              </a:xfrm>
              <a:custGeom>
                <a:rect b="b" l="l" r="r" t="t"/>
                <a:pathLst>
                  <a:path extrusionOk="0" fill="none" h="574" w="2102">
                    <a:moveTo>
                      <a:pt x="2101" y="0"/>
                    </a:moveTo>
                    <a:lnTo>
                      <a:pt x="0" y="573"/>
                    </a:lnTo>
                  </a:path>
                </a:pathLst>
              </a:custGeom>
              <a:noFill/>
              <a:ln cap="rnd" cmpd="sng" w="143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1" name="Google Shape;3601;p326"/>
              <p:cNvSpPr/>
              <p:nvPr/>
            </p:nvSpPr>
            <p:spPr>
              <a:xfrm>
                <a:off x="5374367" y="3483966"/>
                <a:ext cx="123682" cy="144442"/>
              </a:xfrm>
              <a:custGeom>
                <a:rect b="b" l="l" r="r" t="t"/>
                <a:pathLst>
                  <a:path extrusionOk="0" h="9073" w="7769">
                    <a:moveTo>
                      <a:pt x="1211" y="0"/>
                    </a:moveTo>
                    <a:lnTo>
                      <a:pt x="1" y="9073"/>
                    </a:lnTo>
                    <a:lnTo>
                      <a:pt x="6559" y="9073"/>
                    </a:lnTo>
                    <a:lnTo>
                      <a:pt x="7769" y="0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2" name="Google Shape;3602;p326"/>
              <p:cNvSpPr/>
              <p:nvPr/>
            </p:nvSpPr>
            <p:spPr>
              <a:xfrm>
                <a:off x="5341424" y="2534589"/>
                <a:ext cx="365937" cy="1047584"/>
              </a:xfrm>
              <a:custGeom>
                <a:rect b="b" l="l" r="r" t="t"/>
                <a:pathLst>
                  <a:path extrusionOk="0" h="65803" w="22986">
                    <a:moveTo>
                      <a:pt x="8946" y="1"/>
                    </a:moveTo>
                    <a:lnTo>
                      <a:pt x="1" y="65803"/>
                    </a:lnTo>
                    <a:lnTo>
                      <a:pt x="9997" y="65803"/>
                    </a:lnTo>
                    <a:lnTo>
                      <a:pt x="22985" y="1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3" name="Google Shape;3603;p326"/>
              <p:cNvSpPr/>
              <p:nvPr/>
            </p:nvSpPr>
            <p:spPr>
              <a:xfrm>
                <a:off x="5593340" y="2662824"/>
                <a:ext cx="140398" cy="449565"/>
              </a:xfrm>
              <a:custGeom>
                <a:rect b="b" l="l" r="r" t="t"/>
                <a:pathLst>
                  <a:path extrusionOk="0" fill="none" h="28239" w="8819">
                    <a:moveTo>
                      <a:pt x="1" y="28238"/>
                    </a:moveTo>
                    <a:lnTo>
                      <a:pt x="5094" y="2420"/>
                    </a:lnTo>
                    <a:lnTo>
                      <a:pt x="8819" y="1"/>
                    </a:lnTo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4" name="Google Shape;3604;p326"/>
              <p:cNvSpPr/>
              <p:nvPr/>
            </p:nvSpPr>
            <p:spPr>
              <a:xfrm>
                <a:off x="5463083" y="2618227"/>
                <a:ext cx="88706" cy="69952"/>
              </a:xfrm>
              <a:custGeom>
                <a:rect b="b" l="l" r="r" t="t"/>
                <a:pathLst>
                  <a:path extrusionOk="0" fill="none" h="4394" w="5572">
                    <a:moveTo>
                      <a:pt x="0" y="4393"/>
                    </a:moveTo>
                    <a:lnTo>
                      <a:pt x="5571" y="0"/>
                    </a:lnTo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p326"/>
              <p:cNvSpPr/>
              <p:nvPr/>
            </p:nvSpPr>
            <p:spPr>
              <a:xfrm>
                <a:off x="5701306" y="2115413"/>
                <a:ext cx="298532" cy="326742"/>
              </a:xfrm>
              <a:custGeom>
                <a:rect b="b" l="l" r="r" t="t"/>
                <a:pathLst>
                  <a:path extrusionOk="0" h="20524" w="18752">
                    <a:moveTo>
                      <a:pt x="4410" y="0"/>
                    </a:moveTo>
                    <a:cubicBezTo>
                      <a:pt x="3319" y="0"/>
                      <a:pt x="2229" y="446"/>
                      <a:pt x="1433" y="1337"/>
                    </a:cubicBezTo>
                    <a:cubicBezTo>
                      <a:pt x="0" y="2897"/>
                      <a:pt x="32" y="5317"/>
                      <a:pt x="1529" y="6845"/>
                    </a:cubicBezTo>
                    <a:lnTo>
                      <a:pt x="12448" y="19483"/>
                    </a:lnTo>
                    <a:cubicBezTo>
                      <a:pt x="13144" y="20179"/>
                      <a:pt x="14053" y="20524"/>
                      <a:pt x="14958" y="20524"/>
                    </a:cubicBezTo>
                    <a:cubicBezTo>
                      <a:pt x="15999" y="20524"/>
                      <a:pt x="17034" y="20067"/>
                      <a:pt x="17733" y="19165"/>
                    </a:cubicBezTo>
                    <a:cubicBezTo>
                      <a:pt x="18751" y="17828"/>
                      <a:pt x="18688" y="15949"/>
                      <a:pt x="17573" y="14676"/>
                    </a:cubicBezTo>
                    <a:lnTo>
                      <a:pt x="7386" y="1337"/>
                    </a:lnTo>
                    <a:cubicBezTo>
                      <a:pt x="6590" y="446"/>
                      <a:pt x="5500" y="0"/>
                      <a:pt x="4410" y="0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6" name="Google Shape;3606;p326"/>
              <p:cNvSpPr/>
              <p:nvPr/>
            </p:nvSpPr>
            <p:spPr>
              <a:xfrm>
                <a:off x="5739821" y="2056104"/>
                <a:ext cx="139396" cy="238720"/>
              </a:xfrm>
              <a:custGeom>
                <a:rect b="b" l="l" r="r" t="t"/>
                <a:pathLst>
                  <a:path extrusionOk="0" h="14995" w="8756">
                    <a:moveTo>
                      <a:pt x="1" y="1"/>
                    </a:moveTo>
                    <a:lnTo>
                      <a:pt x="2930" y="14995"/>
                    </a:lnTo>
                    <a:lnTo>
                      <a:pt x="8756" y="7991"/>
                    </a:lnTo>
                    <a:cubicBezTo>
                      <a:pt x="4967" y="637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7" name="Google Shape;3607;p326"/>
              <p:cNvSpPr/>
              <p:nvPr/>
            </p:nvSpPr>
            <p:spPr>
              <a:xfrm>
                <a:off x="5870094" y="2218810"/>
                <a:ext cx="265577" cy="210335"/>
              </a:xfrm>
              <a:custGeom>
                <a:rect b="b" l="l" r="r" t="t"/>
                <a:pathLst>
                  <a:path extrusionOk="0" h="13212" w="16682">
                    <a:moveTo>
                      <a:pt x="13912" y="1"/>
                    </a:moveTo>
                    <a:lnTo>
                      <a:pt x="0" y="8755"/>
                    </a:lnTo>
                    <a:lnTo>
                      <a:pt x="6590" y="13212"/>
                    </a:lnTo>
                    <a:lnTo>
                      <a:pt x="16682" y="2866"/>
                    </a:lnTo>
                    <a:lnTo>
                      <a:pt x="13912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8" name="Google Shape;3608;p326"/>
              <p:cNvSpPr/>
              <p:nvPr/>
            </p:nvSpPr>
            <p:spPr>
              <a:xfrm>
                <a:off x="6078416" y="2132131"/>
                <a:ext cx="158643" cy="132375"/>
              </a:xfrm>
              <a:custGeom>
                <a:rect b="b" l="l" r="r" t="t"/>
                <a:pathLst>
                  <a:path extrusionOk="0" h="8315" w="9965">
                    <a:moveTo>
                      <a:pt x="3057" y="1"/>
                    </a:moveTo>
                    <a:lnTo>
                      <a:pt x="446" y="2866"/>
                    </a:lnTo>
                    <a:cubicBezTo>
                      <a:pt x="32" y="3312"/>
                      <a:pt x="1" y="4012"/>
                      <a:pt x="351" y="4489"/>
                    </a:cubicBezTo>
                    <a:lnTo>
                      <a:pt x="1433" y="7514"/>
                    </a:lnTo>
                    <a:cubicBezTo>
                      <a:pt x="1675" y="7756"/>
                      <a:pt x="3097" y="8314"/>
                      <a:pt x="3537" y="8314"/>
                    </a:cubicBezTo>
                    <a:cubicBezTo>
                      <a:pt x="3560" y="8314"/>
                      <a:pt x="3581" y="8313"/>
                      <a:pt x="3598" y="8310"/>
                    </a:cubicBezTo>
                    <a:cubicBezTo>
                      <a:pt x="9965" y="7355"/>
                      <a:pt x="9965" y="2006"/>
                      <a:pt x="9965" y="2006"/>
                    </a:cubicBezTo>
                    <a:lnTo>
                      <a:pt x="3057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9" name="Google Shape;3609;p326"/>
              <p:cNvSpPr/>
              <p:nvPr/>
            </p:nvSpPr>
            <p:spPr>
              <a:xfrm>
                <a:off x="6117950" y="2088600"/>
                <a:ext cx="68950" cy="81049"/>
              </a:xfrm>
              <a:custGeom>
                <a:rect b="b" l="l" r="r" t="t"/>
                <a:pathLst>
                  <a:path extrusionOk="0" h="5091" w="4331">
                    <a:moveTo>
                      <a:pt x="3275" y="1"/>
                    </a:moveTo>
                    <a:cubicBezTo>
                      <a:pt x="2972" y="1"/>
                      <a:pt x="2676" y="142"/>
                      <a:pt x="2484" y="411"/>
                    </a:cubicBezTo>
                    <a:lnTo>
                      <a:pt x="1" y="3626"/>
                    </a:lnTo>
                    <a:lnTo>
                      <a:pt x="1752" y="5091"/>
                    </a:lnTo>
                    <a:lnTo>
                      <a:pt x="4012" y="1557"/>
                    </a:lnTo>
                    <a:cubicBezTo>
                      <a:pt x="4330" y="1143"/>
                      <a:pt x="4267" y="538"/>
                      <a:pt x="3853" y="188"/>
                    </a:cubicBezTo>
                    <a:cubicBezTo>
                      <a:pt x="3676" y="62"/>
                      <a:pt x="3474" y="1"/>
                      <a:pt x="3275" y="1"/>
                    </a:cubicBezTo>
                    <a:close/>
                  </a:path>
                </a:pathLst>
              </a:custGeom>
              <a:solidFill>
                <a:srgbClr val="E9B0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0" name="Google Shape;3610;p326"/>
              <p:cNvSpPr/>
              <p:nvPr/>
            </p:nvSpPr>
            <p:spPr>
              <a:xfrm>
                <a:off x="6165094" y="2135395"/>
                <a:ext cx="73503" cy="76830"/>
              </a:xfrm>
              <a:custGeom>
                <a:rect b="b" l="l" r="r" t="t"/>
                <a:pathLst>
                  <a:path extrusionOk="0" h="4826" w="4617">
                    <a:moveTo>
                      <a:pt x="3652" y="1"/>
                    </a:moveTo>
                    <a:cubicBezTo>
                      <a:pt x="3383" y="1"/>
                      <a:pt x="3119" y="113"/>
                      <a:pt x="2929" y="337"/>
                    </a:cubicBezTo>
                    <a:lnTo>
                      <a:pt x="0" y="3234"/>
                    </a:lnTo>
                    <a:lnTo>
                      <a:pt x="1465" y="4826"/>
                    </a:lnTo>
                    <a:lnTo>
                      <a:pt x="4234" y="1610"/>
                    </a:lnTo>
                    <a:cubicBezTo>
                      <a:pt x="4616" y="1228"/>
                      <a:pt x="4616" y="655"/>
                      <a:pt x="4298" y="241"/>
                    </a:cubicBezTo>
                    <a:cubicBezTo>
                      <a:pt x="4108" y="81"/>
                      <a:pt x="3879" y="1"/>
                      <a:pt x="3652" y="1"/>
                    </a:cubicBezTo>
                    <a:close/>
                  </a:path>
                </a:pathLst>
              </a:custGeom>
              <a:solidFill>
                <a:srgbClr val="E9B0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1" name="Google Shape;3611;p326"/>
              <p:cNvSpPr/>
              <p:nvPr/>
            </p:nvSpPr>
            <p:spPr>
              <a:xfrm>
                <a:off x="6147358" y="2106592"/>
                <a:ext cx="71974" cy="75731"/>
              </a:xfrm>
              <a:custGeom>
                <a:rect b="b" l="l" r="r" t="t"/>
                <a:pathLst>
                  <a:path extrusionOk="0" h="4757" w="4521">
                    <a:moveTo>
                      <a:pt x="3516" y="0"/>
                    </a:moveTo>
                    <a:cubicBezTo>
                      <a:pt x="3246" y="0"/>
                      <a:pt x="2972" y="112"/>
                      <a:pt x="2770" y="331"/>
                    </a:cubicBezTo>
                    <a:lnTo>
                      <a:pt x="0" y="3069"/>
                    </a:lnTo>
                    <a:lnTo>
                      <a:pt x="1560" y="4756"/>
                    </a:lnTo>
                    <a:lnTo>
                      <a:pt x="4171" y="1668"/>
                    </a:lnTo>
                    <a:cubicBezTo>
                      <a:pt x="4521" y="1286"/>
                      <a:pt x="4521" y="682"/>
                      <a:pt x="4171" y="268"/>
                    </a:cubicBezTo>
                    <a:cubicBezTo>
                      <a:pt x="3991" y="88"/>
                      <a:pt x="3755" y="0"/>
                      <a:pt x="3516" y="0"/>
                    </a:cubicBezTo>
                    <a:close/>
                  </a:path>
                </a:pathLst>
              </a:custGeom>
              <a:solidFill>
                <a:srgbClr val="E9B0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2" name="Google Shape;3612;p326"/>
              <p:cNvSpPr/>
              <p:nvPr/>
            </p:nvSpPr>
            <p:spPr>
              <a:xfrm>
                <a:off x="6159012" y="2021633"/>
                <a:ext cx="80094" cy="211863"/>
              </a:xfrm>
              <a:custGeom>
                <a:rect b="b" l="l" r="r" t="t"/>
                <a:pathLst>
                  <a:path extrusionOk="0" h="13308" w="5031">
                    <a:moveTo>
                      <a:pt x="3916" y="1"/>
                    </a:moveTo>
                    <a:lnTo>
                      <a:pt x="2070" y="5636"/>
                    </a:lnTo>
                    <a:lnTo>
                      <a:pt x="0" y="13212"/>
                    </a:lnTo>
                    <a:lnTo>
                      <a:pt x="1178" y="13308"/>
                    </a:lnTo>
                    <a:lnTo>
                      <a:pt x="5030" y="7259"/>
                    </a:lnTo>
                    <a:lnTo>
                      <a:pt x="5030" y="64"/>
                    </a:lnTo>
                    <a:lnTo>
                      <a:pt x="3916" y="1"/>
                    </a:lnTo>
                    <a:close/>
                  </a:path>
                </a:pathLst>
              </a:custGeom>
              <a:solidFill>
                <a:srgbClr val="3643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3" name="Google Shape;3613;p326"/>
              <p:cNvSpPr/>
              <p:nvPr/>
            </p:nvSpPr>
            <p:spPr>
              <a:xfrm>
                <a:off x="6114909" y="2022397"/>
                <a:ext cx="187538" cy="211227"/>
              </a:xfrm>
              <a:custGeom>
                <a:rect b="b" l="l" r="r" t="t"/>
                <a:pathLst>
                  <a:path extrusionOk="0" h="13268" w="11780">
                    <a:moveTo>
                      <a:pt x="7757" y="1"/>
                    </a:moveTo>
                    <a:cubicBezTo>
                      <a:pt x="7577" y="1"/>
                      <a:pt x="7402" y="80"/>
                      <a:pt x="7291" y="239"/>
                    </a:cubicBezTo>
                    <a:lnTo>
                      <a:pt x="224" y="9058"/>
                    </a:lnTo>
                    <a:cubicBezTo>
                      <a:pt x="1" y="9312"/>
                      <a:pt x="1" y="9694"/>
                      <a:pt x="224" y="9949"/>
                    </a:cubicBezTo>
                    <a:lnTo>
                      <a:pt x="3471" y="13005"/>
                    </a:lnTo>
                    <a:cubicBezTo>
                      <a:pt x="3614" y="13180"/>
                      <a:pt x="3821" y="13268"/>
                      <a:pt x="4028" y="13268"/>
                    </a:cubicBezTo>
                    <a:cubicBezTo>
                      <a:pt x="4235" y="13268"/>
                      <a:pt x="4442" y="13180"/>
                      <a:pt x="4585" y="13005"/>
                    </a:cubicBezTo>
                    <a:lnTo>
                      <a:pt x="11620" y="4250"/>
                    </a:lnTo>
                    <a:cubicBezTo>
                      <a:pt x="11780" y="4028"/>
                      <a:pt x="11780" y="3709"/>
                      <a:pt x="11620" y="3486"/>
                    </a:cubicBezTo>
                    <a:lnTo>
                      <a:pt x="8246" y="239"/>
                    </a:lnTo>
                    <a:cubicBezTo>
                      <a:pt x="8119" y="80"/>
                      <a:pt x="7936" y="1"/>
                      <a:pt x="7757" y="1"/>
                    </a:cubicBezTo>
                    <a:close/>
                  </a:path>
                </a:pathLst>
              </a:custGeom>
              <a:solidFill>
                <a:srgbClr val="05090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4" name="Google Shape;3614;p326"/>
              <p:cNvSpPr/>
              <p:nvPr/>
            </p:nvSpPr>
            <p:spPr>
              <a:xfrm>
                <a:off x="6098191" y="2021760"/>
                <a:ext cx="187538" cy="210733"/>
              </a:xfrm>
              <a:custGeom>
                <a:rect b="b" l="l" r="r" t="t"/>
                <a:pathLst>
                  <a:path extrusionOk="0" h="13237" w="11780">
                    <a:moveTo>
                      <a:pt x="7736" y="1"/>
                    </a:moveTo>
                    <a:cubicBezTo>
                      <a:pt x="7561" y="1"/>
                      <a:pt x="7386" y="72"/>
                      <a:pt x="7259" y="216"/>
                    </a:cubicBezTo>
                    <a:lnTo>
                      <a:pt x="191" y="9034"/>
                    </a:lnTo>
                    <a:cubicBezTo>
                      <a:pt x="0" y="9289"/>
                      <a:pt x="0" y="9671"/>
                      <a:pt x="191" y="9925"/>
                    </a:cubicBezTo>
                    <a:lnTo>
                      <a:pt x="3438" y="12950"/>
                    </a:lnTo>
                    <a:cubicBezTo>
                      <a:pt x="3582" y="13141"/>
                      <a:pt x="3789" y="13236"/>
                      <a:pt x="3999" y="13236"/>
                    </a:cubicBezTo>
                    <a:cubicBezTo>
                      <a:pt x="4210" y="13236"/>
                      <a:pt x="4425" y="13141"/>
                      <a:pt x="4584" y="12950"/>
                    </a:cubicBezTo>
                    <a:lnTo>
                      <a:pt x="11588" y="4195"/>
                    </a:lnTo>
                    <a:cubicBezTo>
                      <a:pt x="11779" y="4004"/>
                      <a:pt x="11779" y="3686"/>
                      <a:pt x="11588" y="3463"/>
                    </a:cubicBezTo>
                    <a:lnTo>
                      <a:pt x="8214" y="216"/>
                    </a:lnTo>
                    <a:cubicBezTo>
                      <a:pt x="8086" y="72"/>
                      <a:pt x="7911" y="1"/>
                      <a:pt x="77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5" name="Google Shape;3615;p326"/>
              <p:cNvSpPr/>
              <p:nvPr/>
            </p:nvSpPr>
            <p:spPr>
              <a:xfrm>
                <a:off x="6075375" y="2108184"/>
                <a:ext cx="57280" cy="111647"/>
              </a:xfrm>
              <a:custGeom>
                <a:rect b="b" l="l" r="r" t="t"/>
                <a:pathLst>
                  <a:path extrusionOk="0" h="7013" w="3598">
                    <a:moveTo>
                      <a:pt x="2509" y="1"/>
                    </a:moveTo>
                    <a:cubicBezTo>
                      <a:pt x="2038" y="1"/>
                      <a:pt x="1690" y="314"/>
                      <a:pt x="1370" y="868"/>
                    </a:cubicBezTo>
                    <a:cubicBezTo>
                      <a:pt x="701" y="1919"/>
                      <a:pt x="287" y="3097"/>
                      <a:pt x="128" y="4338"/>
                    </a:cubicBezTo>
                    <a:cubicBezTo>
                      <a:pt x="1" y="5357"/>
                      <a:pt x="446" y="6407"/>
                      <a:pt x="1306" y="7012"/>
                    </a:cubicBezTo>
                    <a:lnTo>
                      <a:pt x="2165" y="6949"/>
                    </a:lnTo>
                    <a:cubicBezTo>
                      <a:pt x="3566" y="4306"/>
                      <a:pt x="2898" y="2555"/>
                      <a:pt x="2898" y="2555"/>
                    </a:cubicBezTo>
                    <a:lnTo>
                      <a:pt x="3502" y="1186"/>
                    </a:lnTo>
                    <a:cubicBezTo>
                      <a:pt x="3598" y="613"/>
                      <a:pt x="3184" y="104"/>
                      <a:pt x="2643" y="9"/>
                    </a:cubicBezTo>
                    <a:cubicBezTo>
                      <a:pt x="2597" y="3"/>
                      <a:pt x="2553" y="1"/>
                      <a:pt x="2509" y="1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6" name="Google Shape;3616;p326"/>
              <p:cNvSpPr/>
              <p:nvPr/>
            </p:nvSpPr>
            <p:spPr>
              <a:xfrm>
                <a:off x="5458514" y="2028734"/>
                <a:ext cx="357818" cy="505810"/>
              </a:xfrm>
              <a:custGeom>
                <a:rect b="b" l="l" r="r" t="t"/>
                <a:pathLst>
                  <a:path extrusionOk="0" h="31772" w="22476">
                    <a:moveTo>
                      <a:pt x="12416" y="0"/>
                    </a:moveTo>
                    <a:lnTo>
                      <a:pt x="8309" y="319"/>
                    </a:lnTo>
                    <a:cubicBezTo>
                      <a:pt x="8309" y="319"/>
                      <a:pt x="4553" y="1178"/>
                      <a:pt x="1879" y="2547"/>
                    </a:cubicBezTo>
                    <a:cubicBezTo>
                      <a:pt x="192" y="3375"/>
                      <a:pt x="1" y="5221"/>
                      <a:pt x="223" y="7100"/>
                    </a:cubicBezTo>
                    <a:lnTo>
                      <a:pt x="1592" y="31772"/>
                    </a:lnTo>
                    <a:lnTo>
                      <a:pt x="20916" y="31772"/>
                    </a:lnTo>
                    <a:lnTo>
                      <a:pt x="22285" y="7959"/>
                    </a:lnTo>
                    <a:cubicBezTo>
                      <a:pt x="22476" y="5317"/>
                      <a:pt x="20916" y="2770"/>
                      <a:pt x="18433" y="1911"/>
                    </a:cubicBezTo>
                    <a:cubicBezTo>
                      <a:pt x="15663" y="987"/>
                      <a:pt x="13912" y="64"/>
                      <a:pt x="12416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7" name="Google Shape;3617;p326"/>
              <p:cNvSpPr/>
              <p:nvPr/>
            </p:nvSpPr>
            <p:spPr>
              <a:xfrm>
                <a:off x="5806741" y="2154947"/>
                <a:ext cx="6591" cy="115563"/>
              </a:xfrm>
              <a:custGeom>
                <a:rect b="b" l="l" r="r" t="t"/>
                <a:pathLst>
                  <a:path extrusionOk="0" fill="none" h="7259" w="414">
                    <a:moveTo>
                      <a:pt x="0" y="7259"/>
                    </a:moveTo>
                    <a:lnTo>
                      <a:pt x="414" y="0"/>
                    </a:lnTo>
                  </a:path>
                </a:pathLst>
              </a:custGeom>
              <a:solidFill>
                <a:srgbClr val="351C75"/>
              </a:solidFill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8" name="Google Shape;3618;p326"/>
              <p:cNvSpPr/>
              <p:nvPr/>
            </p:nvSpPr>
            <p:spPr>
              <a:xfrm>
                <a:off x="5555335" y="2033797"/>
                <a:ext cx="189559" cy="52695"/>
              </a:xfrm>
              <a:custGeom>
                <a:rect b="b" l="l" r="r" t="t"/>
                <a:pathLst>
                  <a:path extrusionOk="0" h="3310" w="11907">
                    <a:moveTo>
                      <a:pt x="2228" y="1"/>
                    </a:moveTo>
                    <a:lnTo>
                      <a:pt x="0" y="606"/>
                    </a:lnTo>
                    <a:cubicBezTo>
                      <a:pt x="0" y="606"/>
                      <a:pt x="1406" y="3310"/>
                      <a:pt x="6337" y="3310"/>
                    </a:cubicBezTo>
                    <a:cubicBezTo>
                      <a:pt x="6756" y="3310"/>
                      <a:pt x="7201" y="3290"/>
                      <a:pt x="7672" y="3248"/>
                    </a:cubicBezTo>
                    <a:cubicBezTo>
                      <a:pt x="11906" y="2866"/>
                      <a:pt x="10219" y="829"/>
                      <a:pt x="10219" y="829"/>
                    </a:cubicBezTo>
                    <a:lnTo>
                      <a:pt x="8118" y="65"/>
                    </a:lnTo>
                    <a:lnTo>
                      <a:pt x="2228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9" name="Google Shape;3619;p326"/>
              <p:cNvSpPr/>
              <p:nvPr/>
            </p:nvSpPr>
            <p:spPr>
              <a:xfrm>
                <a:off x="5240559" y="2259363"/>
                <a:ext cx="218454" cy="280781"/>
              </a:xfrm>
              <a:custGeom>
                <a:rect b="b" l="l" r="r" t="t"/>
                <a:pathLst>
                  <a:path extrusionOk="0" h="17637" w="13722">
                    <a:moveTo>
                      <a:pt x="3725" y="0"/>
                    </a:moveTo>
                    <a:lnTo>
                      <a:pt x="1" y="6845"/>
                    </a:lnTo>
                    <a:lnTo>
                      <a:pt x="11047" y="17637"/>
                    </a:lnTo>
                    <a:lnTo>
                      <a:pt x="13721" y="14708"/>
                    </a:lnTo>
                    <a:lnTo>
                      <a:pt x="3725" y="0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0" name="Google Shape;3620;p326"/>
              <p:cNvSpPr/>
              <p:nvPr/>
            </p:nvSpPr>
            <p:spPr>
              <a:xfrm>
                <a:off x="5415939" y="2435826"/>
                <a:ext cx="197169" cy="148199"/>
              </a:xfrm>
              <a:custGeom>
                <a:rect b="b" l="l" r="r" t="t"/>
                <a:pathLst>
                  <a:path extrusionOk="0" h="9309" w="12385">
                    <a:moveTo>
                      <a:pt x="7258" y="0"/>
                    </a:moveTo>
                    <a:cubicBezTo>
                      <a:pt x="7087" y="0"/>
                      <a:pt x="6910" y="57"/>
                      <a:pt x="6749" y="187"/>
                    </a:cubicBezTo>
                    <a:lnTo>
                      <a:pt x="2547" y="3466"/>
                    </a:lnTo>
                    <a:lnTo>
                      <a:pt x="0" y="6554"/>
                    </a:lnTo>
                    <a:cubicBezTo>
                      <a:pt x="1582" y="7919"/>
                      <a:pt x="2780" y="8325"/>
                      <a:pt x="3655" y="8325"/>
                    </a:cubicBezTo>
                    <a:cubicBezTo>
                      <a:pt x="4066" y="8325"/>
                      <a:pt x="4406" y="8236"/>
                      <a:pt x="4680" y="8114"/>
                    </a:cubicBezTo>
                    <a:cubicBezTo>
                      <a:pt x="4776" y="8145"/>
                      <a:pt x="4903" y="8209"/>
                      <a:pt x="4999" y="8241"/>
                    </a:cubicBezTo>
                    <a:lnTo>
                      <a:pt x="8532" y="9260"/>
                    </a:lnTo>
                    <a:cubicBezTo>
                      <a:pt x="8623" y="9293"/>
                      <a:pt x="8715" y="9308"/>
                      <a:pt x="8806" y="9308"/>
                    </a:cubicBezTo>
                    <a:cubicBezTo>
                      <a:pt x="9065" y="9308"/>
                      <a:pt x="9306" y="9177"/>
                      <a:pt x="9424" y="8941"/>
                    </a:cubicBezTo>
                    <a:cubicBezTo>
                      <a:pt x="9519" y="8687"/>
                      <a:pt x="9583" y="8337"/>
                      <a:pt x="8882" y="7986"/>
                    </a:cubicBezTo>
                    <a:lnTo>
                      <a:pt x="8882" y="7986"/>
                    </a:lnTo>
                    <a:lnTo>
                      <a:pt x="9583" y="8336"/>
                    </a:lnTo>
                    <a:cubicBezTo>
                      <a:pt x="9664" y="8369"/>
                      <a:pt x="9751" y="8385"/>
                      <a:pt x="9838" y="8385"/>
                    </a:cubicBezTo>
                    <a:cubicBezTo>
                      <a:pt x="10095" y="8385"/>
                      <a:pt x="10355" y="8248"/>
                      <a:pt x="10474" y="7986"/>
                    </a:cubicBezTo>
                    <a:cubicBezTo>
                      <a:pt x="10633" y="7668"/>
                      <a:pt x="10442" y="7286"/>
                      <a:pt x="10060" y="7031"/>
                    </a:cubicBezTo>
                    <a:lnTo>
                      <a:pt x="10060" y="7031"/>
                    </a:lnTo>
                    <a:lnTo>
                      <a:pt x="10570" y="7222"/>
                    </a:lnTo>
                    <a:cubicBezTo>
                      <a:pt x="10661" y="7261"/>
                      <a:pt x="10757" y="7279"/>
                      <a:pt x="10851" y="7279"/>
                    </a:cubicBezTo>
                    <a:cubicBezTo>
                      <a:pt x="11148" y="7279"/>
                      <a:pt x="11428" y="7099"/>
                      <a:pt x="11525" y="6808"/>
                    </a:cubicBezTo>
                    <a:cubicBezTo>
                      <a:pt x="11652" y="6458"/>
                      <a:pt x="11461" y="6076"/>
                      <a:pt x="11143" y="5917"/>
                    </a:cubicBezTo>
                    <a:lnTo>
                      <a:pt x="10379" y="5503"/>
                    </a:lnTo>
                    <a:lnTo>
                      <a:pt x="11270" y="5726"/>
                    </a:lnTo>
                    <a:cubicBezTo>
                      <a:pt x="11349" y="5750"/>
                      <a:pt x="11430" y="5762"/>
                      <a:pt x="11510" y="5762"/>
                    </a:cubicBezTo>
                    <a:cubicBezTo>
                      <a:pt x="11853" y="5762"/>
                      <a:pt x="12186" y="5552"/>
                      <a:pt x="12289" y="5217"/>
                    </a:cubicBezTo>
                    <a:cubicBezTo>
                      <a:pt x="12384" y="4835"/>
                      <a:pt x="12225" y="4453"/>
                      <a:pt x="11875" y="4293"/>
                    </a:cubicBezTo>
                    <a:lnTo>
                      <a:pt x="7609" y="2129"/>
                    </a:lnTo>
                    <a:lnTo>
                      <a:pt x="8023" y="1174"/>
                    </a:lnTo>
                    <a:cubicBezTo>
                      <a:pt x="8289" y="569"/>
                      <a:pt x="7801" y="0"/>
                      <a:pt x="7258" y="0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1" name="Google Shape;3621;p326"/>
              <p:cNvSpPr/>
              <p:nvPr/>
            </p:nvSpPr>
            <p:spPr>
              <a:xfrm>
                <a:off x="5545192" y="2506710"/>
                <a:ext cx="40055" cy="18770"/>
              </a:xfrm>
              <a:custGeom>
                <a:rect b="b" l="l" r="r" t="t"/>
                <a:pathLst>
                  <a:path extrusionOk="0" fill="none" h="1179" w="2516">
                    <a:moveTo>
                      <a:pt x="2515" y="1179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2" name="Google Shape;3622;p326"/>
              <p:cNvSpPr/>
              <p:nvPr/>
            </p:nvSpPr>
            <p:spPr>
              <a:xfrm>
                <a:off x="5535560" y="2530529"/>
                <a:ext cx="39036" cy="16238"/>
              </a:xfrm>
              <a:custGeom>
                <a:rect b="b" l="l" r="r" t="t"/>
                <a:pathLst>
                  <a:path extrusionOk="0" fill="none" h="1020" w="2452">
                    <a:moveTo>
                      <a:pt x="2452" y="1020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3" name="Google Shape;3623;p326"/>
              <p:cNvSpPr/>
              <p:nvPr/>
            </p:nvSpPr>
            <p:spPr>
              <a:xfrm>
                <a:off x="5528459" y="2551323"/>
                <a:ext cx="32970" cy="12672"/>
              </a:xfrm>
              <a:custGeom>
                <a:rect b="b" l="l" r="r" t="t"/>
                <a:pathLst>
                  <a:path extrusionOk="0" fill="none" h="796" w="2071">
                    <a:moveTo>
                      <a:pt x="2070" y="79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4" name="Google Shape;3624;p326"/>
              <p:cNvSpPr/>
              <p:nvPr/>
            </p:nvSpPr>
            <p:spPr>
              <a:xfrm>
                <a:off x="5217250" y="2085925"/>
                <a:ext cx="332473" cy="299694"/>
              </a:xfrm>
              <a:custGeom>
                <a:rect b="b" l="l" r="r" t="t"/>
                <a:pathLst>
                  <a:path extrusionOk="0" h="18825" w="20884">
                    <a:moveTo>
                      <a:pt x="16342" y="1"/>
                    </a:moveTo>
                    <a:cubicBezTo>
                      <a:pt x="15241" y="1"/>
                      <a:pt x="14149" y="445"/>
                      <a:pt x="13371" y="1311"/>
                    </a:cubicBezTo>
                    <a:lnTo>
                      <a:pt x="1433" y="12994"/>
                    </a:lnTo>
                    <a:cubicBezTo>
                      <a:pt x="0" y="14554"/>
                      <a:pt x="287" y="17037"/>
                      <a:pt x="2069" y="18215"/>
                    </a:cubicBezTo>
                    <a:cubicBezTo>
                      <a:pt x="2671" y="18625"/>
                      <a:pt x="3355" y="18824"/>
                      <a:pt x="4035" y="18824"/>
                    </a:cubicBezTo>
                    <a:cubicBezTo>
                      <a:pt x="4939" y="18824"/>
                      <a:pt x="5836" y="18473"/>
                      <a:pt x="6526" y="17801"/>
                    </a:cubicBezTo>
                    <a:lnTo>
                      <a:pt x="19197" y="6850"/>
                    </a:lnTo>
                    <a:cubicBezTo>
                      <a:pt x="20884" y="5131"/>
                      <a:pt x="20725" y="2362"/>
                      <a:pt x="18846" y="865"/>
                    </a:cubicBezTo>
                    <a:cubicBezTo>
                      <a:pt x="18110" y="285"/>
                      <a:pt x="17223" y="1"/>
                      <a:pt x="16342" y="1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5" name="Google Shape;3625;p326"/>
              <p:cNvSpPr/>
              <p:nvPr/>
            </p:nvSpPr>
            <p:spPr>
              <a:xfrm>
                <a:off x="5339912" y="2051040"/>
                <a:ext cx="223517" cy="249864"/>
              </a:xfrm>
              <a:custGeom>
                <a:rect b="b" l="l" r="r" t="t"/>
                <a:pathLst>
                  <a:path extrusionOk="0" h="15695" w="14040">
                    <a:moveTo>
                      <a:pt x="12066" y="0"/>
                    </a:moveTo>
                    <a:cubicBezTo>
                      <a:pt x="12066" y="0"/>
                      <a:pt x="5444" y="1305"/>
                      <a:pt x="0" y="8182"/>
                    </a:cubicBezTo>
                    <a:lnTo>
                      <a:pt x="5762" y="15695"/>
                    </a:lnTo>
                    <a:lnTo>
                      <a:pt x="14039" y="9773"/>
                    </a:lnTo>
                    <a:lnTo>
                      <a:pt x="12066" y="0"/>
                    </a:ln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6" name="Google Shape;3626;p326"/>
              <p:cNvSpPr/>
              <p:nvPr/>
            </p:nvSpPr>
            <p:spPr>
              <a:xfrm>
                <a:off x="5476251" y="2214256"/>
                <a:ext cx="76543" cy="54749"/>
              </a:xfrm>
              <a:custGeom>
                <a:rect b="b" l="l" r="r" t="t"/>
                <a:pathLst>
                  <a:path extrusionOk="0" fill="none" h="3439" w="4808">
                    <a:moveTo>
                      <a:pt x="1" y="3438"/>
                    </a:moveTo>
                    <a:lnTo>
                      <a:pt x="4808" y="0"/>
                    </a:lnTo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7" name="Google Shape;3627;p326"/>
              <p:cNvSpPr/>
              <p:nvPr/>
            </p:nvSpPr>
            <p:spPr>
              <a:xfrm>
                <a:off x="5711958" y="1703831"/>
                <a:ext cx="78056" cy="103400"/>
              </a:xfrm>
              <a:custGeom>
                <a:rect b="b" l="l" r="r" t="t"/>
                <a:pathLst>
                  <a:path extrusionOk="0" h="6495" w="4903">
                    <a:moveTo>
                      <a:pt x="2674" y="0"/>
                    </a:moveTo>
                    <a:lnTo>
                      <a:pt x="0" y="414"/>
                    </a:lnTo>
                    <a:lnTo>
                      <a:pt x="3088" y="6495"/>
                    </a:lnTo>
                    <a:cubicBezTo>
                      <a:pt x="4903" y="1974"/>
                      <a:pt x="2674" y="0"/>
                      <a:pt x="2674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8" name="Google Shape;3628;p326"/>
              <p:cNvSpPr/>
              <p:nvPr/>
            </p:nvSpPr>
            <p:spPr>
              <a:xfrm>
                <a:off x="5494497" y="1712381"/>
                <a:ext cx="99357" cy="193173"/>
              </a:xfrm>
              <a:custGeom>
                <a:rect b="b" l="l" r="r" t="t"/>
                <a:pathLst>
                  <a:path extrusionOk="0" h="12134" w="6241">
                    <a:moveTo>
                      <a:pt x="3677" y="0"/>
                    </a:moveTo>
                    <a:cubicBezTo>
                      <a:pt x="3172" y="0"/>
                      <a:pt x="1108" y="220"/>
                      <a:pt x="606" y="3761"/>
                    </a:cubicBezTo>
                    <a:cubicBezTo>
                      <a:pt x="1" y="7772"/>
                      <a:pt x="2993" y="10192"/>
                      <a:pt x="6240" y="12134"/>
                    </a:cubicBezTo>
                    <a:lnTo>
                      <a:pt x="3789" y="5"/>
                    </a:lnTo>
                    <a:cubicBezTo>
                      <a:pt x="3789" y="5"/>
                      <a:pt x="3749" y="0"/>
                      <a:pt x="3677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9" name="Google Shape;3629;p326"/>
              <p:cNvSpPr/>
              <p:nvPr/>
            </p:nvSpPr>
            <p:spPr>
              <a:xfrm>
                <a:off x="5522376" y="1672401"/>
                <a:ext cx="238720" cy="244308"/>
              </a:xfrm>
              <a:custGeom>
                <a:rect b="b" l="l" r="r" t="t"/>
                <a:pathLst>
                  <a:path extrusionOk="0" h="15346" w="14995">
                    <a:moveTo>
                      <a:pt x="7482" y="1"/>
                    </a:moveTo>
                    <a:cubicBezTo>
                      <a:pt x="3343" y="1"/>
                      <a:pt x="1" y="3439"/>
                      <a:pt x="1" y="7673"/>
                    </a:cubicBezTo>
                    <a:cubicBezTo>
                      <a:pt x="1" y="11907"/>
                      <a:pt x="3343" y="15345"/>
                      <a:pt x="7482" y="15345"/>
                    </a:cubicBezTo>
                    <a:cubicBezTo>
                      <a:pt x="11652" y="15345"/>
                      <a:pt x="14995" y="11907"/>
                      <a:pt x="14995" y="7673"/>
                    </a:cubicBezTo>
                    <a:cubicBezTo>
                      <a:pt x="14995" y="3439"/>
                      <a:pt x="11652" y="1"/>
                      <a:pt x="7482" y="1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0" name="Google Shape;3630;p326"/>
              <p:cNvSpPr/>
              <p:nvPr/>
            </p:nvSpPr>
            <p:spPr>
              <a:xfrm>
                <a:off x="5712961" y="1807005"/>
                <a:ext cx="68950" cy="60783"/>
              </a:xfrm>
              <a:custGeom>
                <a:rect b="b" l="l" r="r" t="t"/>
                <a:pathLst>
                  <a:path extrusionOk="0" h="3818" w="4331">
                    <a:moveTo>
                      <a:pt x="2162" y="0"/>
                    </a:moveTo>
                    <a:cubicBezTo>
                      <a:pt x="1460" y="0"/>
                      <a:pt x="794" y="389"/>
                      <a:pt x="478" y="1065"/>
                    </a:cubicBezTo>
                    <a:cubicBezTo>
                      <a:pt x="1" y="2020"/>
                      <a:pt x="383" y="3135"/>
                      <a:pt x="1338" y="3612"/>
                    </a:cubicBezTo>
                    <a:cubicBezTo>
                      <a:pt x="1607" y="3751"/>
                      <a:pt x="1896" y="3818"/>
                      <a:pt x="2181" y="3818"/>
                    </a:cubicBezTo>
                    <a:cubicBezTo>
                      <a:pt x="2873" y="3818"/>
                      <a:pt x="3546" y="3429"/>
                      <a:pt x="3885" y="2752"/>
                    </a:cubicBezTo>
                    <a:cubicBezTo>
                      <a:pt x="4330" y="1797"/>
                      <a:pt x="3948" y="683"/>
                      <a:pt x="3025" y="206"/>
                    </a:cubicBezTo>
                    <a:cubicBezTo>
                      <a:pt x="2746" y="66"/>
                      <a:pt x="2451" y="0"/>
                      <a:pt x="2162" y="0"/>
                    </a:cubicBezTo>
                    <a:close/>
                  </a:path>
                </a:pathLst>
              </a:custGeom>
              <a:solidFill>
                <a:srgbClr val="DD816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1" name="Google Shape;3631;p326"/>
              <p:cNvSpPr/>
              <p:nvPr/>
            </p:nvSpPr>
            <p:spPr>
              <a:xfrm>
                <a:off x="5588277" y="1843721"/>
                <a:ext cx="98338" cy="205272"/>
              </a:xfrm>
              <a:custGeom>
                <a:rect b="b" l="l" r="r" t="t"/>
                <a:pathLst>
                  <a:path extrusionOk="0" h="12894" w="6177">
                    <a:moveTo>
                      <a:pt x="446" y="1"/>
                    </a:moveTo>
                    <a:lnTo>
                      <a:pt x="0" y="11875"/>
                    </a:lnTo>
                    <a:lnTo>
                      <a:pt x="6176" y="12894"/>
                    </a:lnTo>
                    <a:lnTo>
                      <a:pt x="6081" y="4617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2" name="Google Shape;3632;p326"/>
              <p:cNvSpPr/>
              <p:nvPr/>
            </p:nvSpPr>
            <p:spPr>
              <a:xfrm>
                <a:off x="5616666" y="1916723"/>
                <a:ext cx="71465" cy="67421"/>
              </a:xfrm>
              <a:custGeom>
                <a:rect b="b" l="l" r="r" t="t"/>
                <a:pathLst>
                  <a:path extrusionOk="0" h="4235" w="4489">
                    <a:moveTo>
                      <a:pt x="0" y="0"/>
                    </a:moveTo>
                    <a:lnTo>
                      <a:pt x="4361" y="4234"/>
                    </a:lnTo>
                    <a:lnTo>
                      <a:pt x="4489" y="7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3" name="Google Shape;3633;p326"/>
              <p:cNvSpPr/>
              <p:nvPr/>
            </p:nvSpPr>
            <p:spPr>
              <a:xfrm>
                <a:off x="5567276" y="1703847"/>
                <a:ext cx="206005" cy="238816"/>
              </a:xfrm>
              <a:custGeom>
                <a:rect b="b" l="l" r="r" t="t"/>
                <a:pathLst>
                  <a:path extrusionOk="0" h="15001" w="12940">
                    <a:moveTo>
                      <a:pt x="6865" y="0"/>
                    </a:moveTo>
                    <a:cubicBezTo>
                      <a:pt x="3337" y="0"/>
                      <a:pt x="0" y="3307"/>
                      <a:pt x="1192" y="9200"/>
                    </a:cubicBezTo>
                    <a:cubicBezTo>
                      <a:pt x="2306" y="14834"/>
                      <a:pt x="6126" y="14898"/>
                      <a:pt x="6126" y="14898"/>
                    </a:cubicBezTo>
                    <a:cubicBezTo>
                      <a:pt x="6554" y="14967"/>
                      <a:pt x="6960" y="15001"/>
                      <a:pt x="7344" y="15001"/>
                    </a:cubicBezTo>
                    <a:cubicBezTo>
                      <a:pt x="9955" y="15001"/>
                      <a:pt x="11541" y="13458"/>
                      <a:pt x="12207" y="11237"/>
                    </a:cubicBezTo>
                    <a:cubicBezTo>
                      <a:pt x="12939" y="8658"/>
                      <a:pt x="11284" y="2005"/>
                      <a:pt x="11284" y="2005"/>
                    </a:cubicBezTo>
                    <a:cubicBezTo>
                      <a:pt x="10024" y="648"/>
                      <a:pt x="8426" y="0"/>
                      <a:pt x="6865" y="0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4" name="Google Shape;3634;p326"/>
              <p:cNvSpPr/>
              <p:nvPr/>
            </p:nvSpPr>
            <p:spPr>
              <a:xfrm>
                <a:off x="5567499" y="1740181"/>
                <a:ext cx="74506" cy="110135"/>
              </a:xfrm>
              <a:custGeom>
                <a:rect b="b" l="l" r="r" t="t"/>
                <a:pathLst>
                  <a:path extrusionOk="0" h="6918" w="4680">
                    <a:moveTo>
                      <a:pt x="1429" y="0"/>
                    </a:moveTo>
                    <a:cubicBezTo>
                      <a:pt x="977" y="0"/>
                      <a:pt x="655" y="490"/>
                      <a:pt x="382" y="2493"/>
                    </a:cubicBezTo>
                    <a:cubicBezTo>
                      <a:pt x="0" y="5326"/>
                      <a:pt x="987" y="5772"/>
                      <a:pt x="987" y="5772"/>
                    </a:cubicBezTo>
                    <a:lnTo>
                      <a:pt x="2229" y="6918"/>
                    </a:lnTo>
                    <a:cubicBezTo>
                      <a:pt x="2229" y="6918"/>
                      <a:pt x="4680" y="1283"/>
                      <a:pt x="2037" y="169"/>
                    </a:cubicBezTo>
                    <a:cubicBezTo>
                      <a:pt x="1811" y="78"/>
                      <a:pt x="1610" y="0"/>
                      <a:pt x="1429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5" name="Google Shape;3635;p326"/>
              <p:cNvSpPr/>
              <p:nvPr/>
            </p:nvSpPr>
            <p:spPr>
              <a:xfrm>
                <a:off x="5543664" y="1818787"/>
                <a:ext cx="73901" cy="62980"/>
              </a:xfrm>
              <a:custGeom>
                <a:rect b="b" l="l" r="r" t="t"/>
                <a:pathLst>
                  <a:path extrusionOk="0" h="3956" w="4642">
                    <a:moveTo>
                      <a:pt x="2197" y="1"/>
                    </a:moveTo>
                    <a:cubicBezTo>
                      <a:pt x="1991" y="1"/>
                      <a:pt x="1777" y="33"/>
                      <a:pt x="1561" y="102"/>
                    </a:cubicBezTo>
                    <a:cubicBezTo>
                      <a:pt x="542" y="453"/>
                      <a:pt x="1" y="1567"/>
                      <a:pt x="351" y="2617"/>
                    </a:cubicBezTo>
                    <a:cubicBezTo>
                      <a:pt x="639" y="3498"/>
                      <a:pt x="1423" y="3955"/>
                      <a:pt x="2208" y="3955"/>
                    </a:cubicBezTo>
                    <a:cubicBezTo>
                      <a:pt x="2899" y="3955"/>
                      <a:pt x="3591" y="3602"/>
                      <a:pt x="3948" y="2872"/>
                    </a:cubicBezTo>
                    <a:cubicBezTo>
                      <a:pt x="4642" y="1485"/>
                      <a:pt x="3594" y="1"/>
                      <a:pt x="2197" y="1"/>
                    </a:cubicBezTo>
                    <a:close/>
                  </a:path>
                </a:pathLst>
              </a:custGeom>
              <a:solidFill>
                <a:srgbClr val="EBB2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6" name="Google Shape;3636;p326"/>
              <p:cNvSpPr/>
              <p:nvPr/>
            </p:nvSpPr>
            <p:spPr>
              <a:xfrm>
                <a:off x="5564458" y="1837639"/>
                <a:ext cx="29404" cy="21810"/>
              </a:xfrm>
              <a:custGeom>
                <a:rect b="b" l="l" r="r" t="t"/>
                <a:pathLst>
                  <a:path extrusionOk="0" fill="none" h="1370" w="1847">
                    <a:moveTo>
                      <a:pt x="0" y="255"/>
                    </a:moveTo>
                    <a:cubicBezTo>
                      <a:pt x="828" y="1"/>
                      <a:pt x="1687" y="510"/>
                      <a:pt x="1846" y="1370"/>
                    </a:cubicBezTo>
                  </a:path>
                </a:pathLst>
              </a:custGeom>
              <a:noFill/>
              <a:ln cap="rnd" cmpd="sng" w="39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7" name="Google Shape;3637;p326"/>
              <p:cNvSpPr/>
              <p:nvPr/>
            </p:nvSpPr>
            <p:spPr>
              <a:xfrm>
                <a:off x="5721575" y="1838658"/>
                <a:ext cx="10666" cy="27892"/>
              </a:xfrm>
              <a:custGeom>
                <a:rect b="b" l="l" r="r" t="t"/>
                <a:pathLst>
                  <a:path extrusionOk="0" fill="none" h="1752" w="670">
                    <a:moveTo>
                      <a:pt x="224" y="0"/>
                    </a:moveTo>
                    <a:lnTo>
                      <a:pt x="638" y="1433"/>
                    </a:lnTo>
                    <a:cubicBezTo>
                      <a:pt x="669" y="1529"/>
                      <a:pt x="606" y="1624"/>
                      <a:pt x="510" y="1656"/>
                    </a:cubicBezTo>
                    <a:lnTo>
                      <a:pt x="1" y="1751"/>
                    </a:lnTo>
                  </a:path>
                </a:pathLst>
              </a:custGeom>
              <a:noFill/>
              <a:ln cap="rnd" cmpd="sng" w="3975">
                <a:solidFill>
                  <a:srgbClr val="1E0B0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8" name="Google Shape;3638;p326"/>
              <p:cNvSpPr/>
              <p:nvPr/>
            </p:nvSpPr>
            <p:spPr>
              <a:xfrm>
                <a:off x="5677121" y="1823914"/>
                <a:ext cx="17608" cy="15188"/>
              </a:xfrm>
              <a:custGeom>
                <a:rect b="b" l="l" r="r" t="t"/>
                <a:pathLst>
                  <a:path extrusionOk="0" h="954" w="1106">
                    <a:moveTo>
                      <a:pt x="452" y="0"/>
                    </a:moveTo>
                    <a:cubicBezTo>
                      <a:pt x="218" y="0"/>
                      <a:pt x="23" y="211"/>
                      <a:pt x="23" y="449"/>
                    </a:cubicBezTo>
                    <a:cubicBezTo>
                      <a:pt x="1" y="740"/>
                      <a:pt x="231" y="953"/>
                      <a:pt x="481" y="953"/>
                    </a:cubicBezTo>
                    <a:cubicBezTo>
                      <a:pt x="585" y="953"/>
                      <a:pt x="693" y="916"/>
                      <a:pt x="787" y="831"/>
                    </a:cubicBezTo>
                    <a:cubicBezTo>
                      <a:pt x="1106" y="544"/>
                      <a:pt x="946" y="35"/>
                      <a:pt x="501" y="3"/>
                    </a:cubicBezTo>
                    <a:cubicBezTo>
                      <a:pt x="484" y="1"/>
                      <a:pt x="468" y="0"/>
                      <a:pt x="452" y="0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9" name="Google Shape;3639;p326"/>
              <p:cNvSpPr/>
              <p:nvPr/>
            </p:nvSpPr>
            <p:spPr>
              <a:xfrm>
                <a:off x="5739981" y="1822943"/>
                <a:ext cx="17098" cy="14137"/>
              </a:xfrm>
              <a:custGeom>
                <a:rect b="b" l="l" r="r" t="t"/>
                <a:pathLst>
                  <a:path extrusionOk="0" h="888" w="1074">
                    <a:moveTo>
                      <a:pt x="500" y="1"/>
                    </a:moveTo>
                    <a:cubicBezTo>
                      <a:pt x="277" y="1"/>
                      <a:pt x="55" y="160"/>
                      <a:pt x="23" y="414"/>
                    </a:cubicBezTo>
                    <a:cubicBezTo>
                      <a:pt x="0" y="682"/>
                      <a:pt x="229" y="888"/>
                      <a:pt x="466" y="888"/>
                    </a:cubicBezTo>
                    <a:cubicBezTo>
                      <a:pt x="567" y="888"/>
                      <a:pt x="669" y="850"/>
                      <a:pt x="755" y="765"/>
                    </a:cubicBezTo>
                    <a:cubicBezTo>
                      <a:pt x="1073" y="510"/>
                      <a:pt x="882" y="32"/>
                      <a:pt x="500" y="1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0" name="Google Shape;3640;p326"/>
              <p:cNvSpPr/>
              <p:nvPr/>
            </p:nvSpPr>
            <p:spPr>
              <a:xfrm>
                <a:off x="5641997" y="1773776"/>
                <a:ext cx="57296" cy="24342"/>
              </a:xfrm>
              <a:custGeom>
                <a:rect b="b" l="l" r="r" t="t"/>
                <a:pathLst>
                  <a:path extrusionOk="0" h="1529" w="3599">
                    <a:moveTo>
                      <a:pt x="2443" y="1"/>
                    </a:moveTo>
                    <a:cubicBezTo>
                      <a:pt x="2240" y="1"/>
                      <a:pt x="2038" y="32"/>
                      <a:pt x="1847" y="96"/>
                    </a:cubicBezTo>
                    <a:cubicBezTo>
                      <a:pt x="1115" y="383"/>
                      <a:pt x="478" y="892"/>
                      <a:pt x="1" y="1529"/>
                    </a:cubicBezTo>
                    <a:lnTo>
                      <a:pt x="3598" y="383"/>
                    </a:lnTo>
                    <a:cubicBezTo>
                      <a:pt x="3259" y="128"/>
                      <a:pt x="2848" y="1"/>
                      <a:pt x="2443" y="1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1" name="Google Shape;3641;p326"/>
              <p:cNvSpPr/>
              <p:nvPr/>
            </p:nvSpPr>
            <p:spPr>
              <a:xfrm>
                <a:off x="5731208" y="1772327"/>
                <a:ext cx="29914" cy="15649"/>
              </a:xfrm>
              <a:custGeom>
                <a:rect b="b" l="l" r="r" t="t"/>
                <a:pathLst>
                  <a:path extrusionOk="0" h="983" w="1879">
                    <a:moveTo>
                      <a:pt x="794" y="0"/>
                    </a:moveTo>
                    <a:cubicBezTo>
                      <a:pt x="492" y="0"/>
                      <a:pt x="205" y="148"/>
                      <a:pt x="1" y="378"/>
                    </a:cubicBezTo>
                    <a:lnTo>
                      <a:pt x="1879" y="983"/>
                    </a:lnTo>
                    <a:cubicBezTo>
                      <a:pt x="1879" y="983"/>
                      <a:pt x="1561" y="187"/>
                      <a:pt x="1019" y="28"/>
                    </a:cubicBezTo>
                    <a:cubicBezTo>
                      <a:pt x="944" y="9"/>
                      <a:pt x="869" y="0"/>
                      <a:pt x="794" y="0"/>
                    </a:cubicBezTo>
                    <a:close/>
                  </a:path>
                </a:pathLst>
              </a:custGeom>
              <a:solidFill>
                <a:srgbClr val="1717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2" name="Google Shape;3642;p326"/>
              <p:cNvSpPr/>
              <p:nvPr/>
            </p:nvSpPr>
            <p:spPr>
              <a:xfrm>
                <a:off x="5685082" y="1871600"/>
                <a:ext cx="41583" cy="17608"/>
              </a:xfrm>
              <a:custGeom>
                <a:rect b="b" l="l" r="r" t="t"/>
                <a:pathLst>
                  <a:path extrusionOk="0" h="1106" w="2612">
                    <a:moveTo>
                      <a:pt x="1" y="1"/>
                    </a:moveTo>
                    <a:lnTo>
                      <a:pt x="1" y="1"/>
                    </a:lnTo>
                    <a:cubicBezTo>
                      <a:pt x="362" y="862"/>
                      <a:pt x="906" y="1105"/>
                      <a:pt x="1403" y="1105"/>
                    </a:cubicBezTo>
                    <a:cubicBezTo>
                      <a:pt x="2045" y="1105"/>
                      <a:pt x="2611" y="701"/>
                      <a:pt x="2611" y="701"/>
                    </a:cubicBezTo>
                    <a:cubicBezTo>
                      <a:pt x="1688" y="669"/>
                      <a:pt x="797" y="415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3" name="Google Shape;3643;p326"/>
              <p:cNvSpPr/>
              <p:nvPr/>
            </p:nvSpPr>
            <p:spPr>
              <a:xfrm>
                <a:off x="5552294" y="1660715"/>
                <a:ext cx="226558" cy="99691"/>
              </a:xfrm>
              <a:custGeom>
                <a:rect b="b" l="l" r="r" t="t"/>
                <a:pathLst>
                  <a:path extrusionOk="0" h="6262" w="14231">
                    <a:moveTo>
                      <a:pt x="3823" y="0"/>
                    </a:moveTo>
                    <a:cubicBezTo>
                      <a:pt x="2872" y="0"/>
                      <a:pt x="1957" y="201"/>
                      <a:pt x="1210" y="767"/>
                    </a:cubicBezTo>
                    <a:cubicBezTo>
                      <a:pt x="414" y="1340"/>
                      <a:pt x="0" y="2295"/>
                      <a:pt x="159" y="3250"/>
                    </a:cubicBezTo>
                    <a:cubicBezTo>
                      <a:pt x="318" y="4014"/>
                      <a:pt x="796" y="4810"/>
                      <a:pt x="2197" y="5223"/>
                    </a:cubicBezTo>
                    <a:cubicBezTo>
                      <a:pt x="2197" y="5223"/>
                      <a:pt x="3388" y="6261"/>
                      <a:pt x="6234" y="6261"/>
                    </a:cubicBezTo>
                    <a:cubicBezTo>
                      <a:pt x="7051" y="6261"/>
                      <a:pt x="8004" y="6176"/>
                      <a:pt x="9105" y="5956"/>
                    </a:cubicBezTo>
                    <a:cubicBezTo>
                      <a:pt x="14039" y="4969"/>
                      <a:pt x="14230" y="1626"/>
                      <a:pt x="13625" y="448"/>
                    </a:cubicBezTo>
                    <a:lnTo>
                      <a:pt x="13625" y="448"/>
                    </a:lnTo>
                    <a:cubicBezTo>
                      <a:pt x="13625" y="448"/>
                      <a:pt x="12505" y="1313"/>
                      <a:pt x="10589" y="1313"/>
                    </a:cubicBezTo>
                    <a:cubicBezTo>
                      <a:pt x="10066" y="1313"/>
                      <a:pt x="9485" y="1249"/>
                      <a:pt x="8850" y="1085"/>
                    </a:cubicBezTo>
                    <a:cubicBezTo>
                      <a:pt x="7729" y="789"/>
                      <a:pt x="5707" y="0"/>
                      <a:pt x="3823" y="0"/>
                    </a:cubicBezTo>
                    <a:close/>
                  </a:path>
                </a:pathLst>
              </a:custGeom>
              <a:solidFill>
                <a:srgbClr val="1F275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4" name="Google Shape;3644;p326"/>
              <p:cNvSpPr/>
              <p:nvPr/>
            </p:nvSpPr>
            <p:spPr>
              <a:xfrm>
                <a:off x="5025136" y="2616699"/>
                <a:ext cx="204270" cy="517480"/>
              </a:xfrm>
              <a:custGeom>
                <a:rect b="b" l="l" r="r" t="t"/>
                <a:pathLst>
                  <a:path extrusionOk="0" fill="none" h="32505" w="12831">
                    <a:moveTo>
                      <a:pt x="4967" y="1"/>
                    </a:moveTo>
                    <a:lnTo>
                      <a:pt x="7864" y="1"/>
                    </a:lnTo>
                    <a:cubicBezTo>
                      <a:pt x="10602" y="1"/>
                      <a:pt x="12830" y="2229"/>
                      <a:pt x="12830" y="4999"/>
                    </a:cubicBezTo>
                    <a:lnTo>
                      <a:pt x="12830" y="32504"/>
                    </a:lnTo>
                    <a:lnTo>
                      <a:pt x="1" y="32504"/>
                    </a:lnTo>
                    <a:lnTo>
                      <a:pt x="1" y="4999"/>
                    </a:lnTo>
                    <a:cubicBezTo>
                      <a:pt x="1" y="2229"/>
                      <a:pt x="2229" y="1"/>
                      <a:pt x="4967" y="1"/>
                    </a:cubicBezTo>
                    <a:close/>
                  </a:path>
                </a:pathLst>
              </a:custGeom>
              <a:noFill/>
              <a:ln cap="flat" cmpd="sng" w="28650">
                <a:solidFill>
                  <a:srgbClr val="101010"/>
                </a:solidFill>
                <a:prstDash val="solid"/>
                <a:miter lim="3183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5" name="Google Shape;3645;p326"/>
              <p:cNvSpPr/>
              <p:nvPr/>
            </p:nvSpPr>
            <p:spPr>
              <a:xfrm>
                <a:off x="4970397" y="3662594"/>
                <a:ext cx="104419" cy="94867"/>
              </a:xfrm>
              <a:custGeom>
                <a:rect b="b" l="l" r="r" t="t"/>
                <a:pathLst>
                  <a:path extrusionOk="0" h="5959" w="6559">
                    <a:moveTo>
                      <a:pt x="3287" y="0"/>
                    </a:moveTo>
                    <a:cubicBezTo>
                      <a:pt x="1942" y="0"/>
                      <a:pt x="709" y="919"/>
                      <a:pt x="383" y="2279"/>
                    </a:cubicBezTo>
                    <a:cubicBezTo>
                      <a:pt x="1" y="3903"/>
                      <a:pt x="1019" y="5494"/>
                      <a:pt x="2611" y="5876"/>
                    </a:cubicBezTo>
                    <a:cubicBezTo>
                      <a:pt x="2842" y="5932"/>
                      <a:pt x="3074" y="5958"/>
                      <a:pt x="3302" y="5958"/>
                    </a:cubicBezTo>
                    <a:cubicBezTo>
                      <a:pt x="4648" y="5958"/>
                      <a:pt x="5882" y="5036"/>
                      <a:pt x="6208" y="3648"/>
                    </a:cubicBezTo>
                    <a:cubicBezTo>
                      <a:pt x="6559" y="2056"/>
                      <a:pt x="5572" y="464"/>
                      <a:pt x="3980" y="82"/>
                    </a:cubicBezTo>
                    <a:cubicBezTo>
                      <a:pt x="3748" y="27"/>
                      <a:pt x="3516" y="0"/>
                      <a:pt x="32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6" name="Google Shape;3646;p326"/>
              <p:cNvSpPr/>
              <p:nvPr/>
            </p:nvSpPr>
            <p:spPr>
              <a:xfrm>
                <a:off x="5179738" y="3662498"/>
                <a:ext cx="104419" cy="95042"/>
              </a:xfrm>
              <a:custGeom>
                <a:rect b="b" l="l" r="r" t="t"/>
                <a:pathLst>
                  <a:path extrusionOk="0" h="5970" w="6559">
                    <a:moveTo>
                      <a:pt x="3279" y="1"/>
                    </a:moveTo>
                    <a:cubicBezTo>
                      <a:pt x="2515" y="1"/>
                      <a:pt x="1751" y="295"/>
                      <a:pt x="1178" y="884"/>
                    </a:cubicBezTo>
                    <a:cubicBezTo>
                      <a:pt x="0" y="2030"/>
                      <a:pt x="0" y="3940"/>
                      <a:pt x="1178" y="5086"/>
                    </a:cubicBezTo>
                    <a:cubicBezTo>
                      <a:pt x="1751" y="5675"/>
                      <a:pt x="2515" y="5970"/>
                      <a:pt x="3279" y="5970"/>
                    </a:cubicBezTo>
                    <a:cubicBezTo>
                      <a:pt x="4043" y="5970"/>
                      <a:pt x="4807" y="5675"/>
                      <a:pt x="5380" y="5086"/>
                    </a:cubicBezTo>
                    <a:cubicBezTo>
                      <a:pt x="6558" y="3940"/>
                      <a:pt x="6558" y="2030"/>
                      <a:pt x="5380" y="884"/>
                    </a:cubicBezTo>
                    <a:cubicBezTo>
                      <a:pt x="4807" y="295"/>
                      <a:pt x="4043" y="1"/>
                      <a:pt x="3279" y="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7" name="Google Shape;3647;p326"/>
              <p:cNvSpPr/>
              <p:nvPr/>
            </p:nvSpPr>
            <p:spPr>
              <a:xfrm>
                <a:off x="4881187" y="2983683"/>
                <a:ext cx="492135" cy="715110"/>
              </a:xfrm>
              <a:custGeom>
                <a:rect b="b" l="l" r="r" t="t"/>
                <a:pathLst>
                  <a:path extrusionOk="0" h="44919" w="30913">
                    <a:moveTo>
                      <a:pt x="5253" y="0"/>
                    </a:moveTo>
                    <a:cubicBezTo>
                      <a:pt x="2356" y="0"/>
                      <a:pt x="1" y="2356"/>
                      <a:pt x="1" y="5253"/>
                    </a:cubicBezTo>
                    <a:lnTo>
                      <a:pt x="1" y="39634"/>
                    </a:lnTo>
                    <a:cubicBezTo>
                      <a:pt x="1" y="42563"/>
                      <a:pt x="2356" y="44919"/>
                      <a:pt x="5253" y="44919"/>
                    </a:cubicBezTo>
                    <a:lnTo>
                      <a:pt x="25660" y="44919"/>
                    </a:lnTo>
                    <a:cubicBezTo>
                      <a:pt x="28588" y="44919"/>
                      <a:pt x="30912" y="42563"/>
                      <a:pt x="30912" y="39634"/>
                    </a:cubicBezTo>
                    <a:lnTo>
                      <a:pt x="30912" y="5253"/>
                    </a:lnTo>
                    <a:cubicBezTo>
                      <a:pt x="30912" y="2356"/>
                      <a:pt x="28588" y="0"/>
                      <a:pt x="25660" y="0"/>
                    </a:cubicBezTo>
                    <a:close/>
                  </a:path>
                </a:pathLst>
              </a:custGeom>
              <a:solidFill>
                <a:srgbClr val="351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8" name="Google Shape;3648;p326"/>
              <p:cNvSpPr/>
              <p:nvPr/>
            </p:nvSpPr>
            <p:spPr>
              <a:xfrm>
                <a:off x="4965843" y="3096713"/>
                <a:ext cx="17751" cy="494157"/>
              </a:xfrm>
              <a:custGeom>
                <a:rect b="b" l="l" r="r" t="t"/>
                <a:pathLst>
                  <a:path extrusionOk="0" fill="none" h="31040" w="1115">
                    <a:moveTo>
                      <a:pt x="0" y="0"/>
                    </a:moveTo>
                    <a:lnTo>
                      <a:pt x="1114" y="0"/>
                    </a:lnTo>
                    <a:lnTo>
                      <a:pt x="1114" y="31039"/>
                    </a:lnTo>
                    <a:lnTo>
                      <a:pt x="0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9" name="Google Shape;3649;p326"/>
              <p:cNvSpPr/>
              <p:nvPr/>
            </p:nvSpPr>
            <p:spPr>
              <a:xfrm>
                <a:off x="5061136" y="3096713"/>
                <a:ext cx="18260" cy="494157"/>
              </a:xfrm>
              <a:custGeom>
                <a:rect b="b" l="l" r="r" t="t"/>
                <a:pathLst>
                  <a:path extrusionOk="0" fill="none" h="31040" w="1147">
                    <a:moveTo>
                      <a:pt x="0" y="0"/>
                    </a:moveTo>
                    <a:lnTo>
                      <a:pt x="1146" y="0"/>
                    </a:lnTo>
                    <a:lnTo>
                      <a:pt x="1146" y="31039"/>
                    </a:lnTo>
                    <a:lnTo>
                      <a:pt x="0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0" name="Google Shape;3650;p326"/>
              <p:cNvSpPr/>
              <p:nvPr/>
            </p:nvSpPr>
            <p:spPr>
              <a:xfrm>
                <a:off x="5156922" y="3096713"/>
                <a:ext cx="17767" cy="494157"/>
              </a:xfrm>
              <a:custGeom>
                <a:rect b="b" l="l" r="r" t="t"/>
                <a:pathLst>
                  <a:path extrusionOk="0" fill="none" h="31040" w="1116">
                    <a:moveTo>
                      <a:pt x="1" y="0"/>
                    </a:moveTo>
                    <a:lnTo>
                      <a:pt x="1115" y="0"/>
                    </a:lnTo>
                    <a:lnTo>
                      <a:pt x="1115" y="31039"/>
                    </a:lnTo>
                    <a:lnTo>
                      <a:pt x="1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1" name="Google Shape;3651;p326"/>
              <p:cNvSpPr/>
              <p:nvPr/>
            </p:nvSpPr>
            <p:spPr>
              <a:xfrm>
                <a:off x="5252214" y="3096713"/>
                <a:ext cx="18260" cy="494157"/>
              </a:xfrm>
              <a:custGeom>
                <a:rect b="b" l="l" r="r" t="t"/>
                <a:pathLst>
                  <a:path extrusionOk="0" fill="none" h="31040" w="1147">
                    <a:moveTo>
                      <a:pt x="1" y="0"/>
                    </a:moveTo>
                    <a:lnTo>
                      <a:pt x="1147" y="0"/>
                    </a:lnTo>
                    <a:lnTo>
                      <a:pt x="1147" y="31039"/>
                    </a:lnTo>
                    <a:lnTo>
                      <a:pt x="1" y="31039"/>
                    </a:lnTo>
                    <a:close/>
                  </a:path>
                </a:pathLst>
              </a:custGeom>
              <a:noFill/>
              <a:ln cap="rnd" cmpd="sng" w="6375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52" name="Google Shape;3652;p326"/>
          <p:cNvSpPr/>
          <p:nvPr/>
        </p:nvSpPr>
        <p:spPr>
          <a:xfrm>
            <a:off x="4572000" y="3757154"/>
            <a:ext cx="4281047" cy="16"/>
          </a:xfrm>
          <a:custGeom>
            <a:rect b="b" l="l" r="r" t="t"/>
            <a:pathLst>
              <a:path extrusionOk="0" fill="none" h="1" w="268910">
                <a:moveTo>
                  <a:pt x="0" y="1"/>
                </a:moveTo>
                <a:lnTo>
                  <a:pt x="268910" y="1"/>
                </a:lnTo>
              </a:path>
            </a:pathLst>
          </a:custGeom>
          <a:noFill/>
          <a:ln cap="rnd" cmpd="sng" w="9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3" name="Google Shape;3653;p326"/>
          <p:cNvSpPr txBox="1"/>
          <p:nvPr/>
        </p:nvSpPr>
        <p:spPr>
          <a:xfrm>
            <a:off x="493800" y="3407975"/>
            <a:ext cx="38814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Oswald"/>
                <a:ea typeface="Oswald"/>
                <a:cs typeface="Oswald"/>
                <a:sym typeface="Oswald"/>
              </a:rPr>
              <a:t>Present by: Abeer Abuhejleh, Zadia Navarro, Unnati Agrawal, and Tarjani Shrimali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54" name="Google Shape;3654;p326"/>
          <p:cNvSpPr txBox="1"/>
          <p:nvPr/>
        </p:nvSpPr>
        <p:spPr>
          <a:xfrm>
            <a:off x="6788173" y="2443725"/>
            <a:ext cx="410700" cy="120900"/>
          </a:xfrm>
          <a:prstGeom prst="rect">
            <a:avLst/>
          </a:prstGeom>
          <a:solidFill>
            <a:srgbClr val="CF8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124D"/>
                </a:solidFill>
                <a:latin typeface="Oswald"/>
                <a:ea typeface="Oswald"/>
                <a:cs typeface="Oswald"/>
                <a:sym typeface="Oswald"/>
              </a:rPr>
              <a:t>TAXI</a:t>
            </a:r>
            <a:endParaRPr sz="1000">
              <a:solidFill>
                <a:srgbClr val="20124D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55" name="Google Shape;3655;p326"/>
          <p:cNvSpPr txBox="1"/>
          <p:nvPr/>
        </p:nvSpPr>
        <p:spPr>
          <a:xfrm>
            <a:off x="590050" y="980650"/>
            <a:ext cx="3881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9999"/>
                </a:solidFill>
                <a:latin typeface="Oswald"/>
                <a:ea typeface="Oswald"/>
                <a:cs typeface="Oswald"/>
                <a:sym typeface="Oswald"/>
              </a:rPr>
              <a:t>Week 2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9" name="Shape 3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0" name="Google Shape;3660;p327"/>
          <p:cNvSpPr txBox="1"/>
          <p:nvPr>
            <p:ph type="title"/>
          </p:nvPr>
        </p:nvSpPr>
        <p:spPr>
          <a:xfrm>
            <a:off x="2312450" y="198900"/>
            <a:ext cx="42519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VALUE POSITIONING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1" name="Google Shape;3661;p327"/>
          <p:cNvSpPr txBox="1"/>
          <p:nvPr>
            <p:ph idx="2" type="subTitle"/>
          </p:nvPr>
        </p:nvSpPr>
        <p:spPr>
          <a:xfrm>
            <a:off x="406050" y="1371275"/>
            <a:ext cx="3729300" cy="3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Customers: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People who feel more comfortable speaking in their native language.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 to Be Done: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rides more comfortable and welcoming for all   customers.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too many different languages spoken by customers. It's difficult to meet everyone’s language needs, which can cause discomfort or confusion during rides.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 an option for customers to choose a driver who speaks their preferred language.</a:t>
            </a:r>
            <a:endParaRPr/>
          </a:p>
        </p:txBody>
      </p:sp>
      <p:sp>
        <p:nvSpPr>
          <p:cNvPr id="3662" name="Google Shape;3662;p327"/>
          <p:cNvSpPr txBox="1"/>
          <p:nvPr>
            <p:ph idx="3" type="subTitle"/>
          </p:nvPr>
        </p:nvSpPr>
        <p:spPr>
          <a:xfrm>
            <a:off x="2867150" y="715500"/>
            <a:ext cx="3142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Uber Speaks your Language</a:t>
            </a:r>
            <a:endParaRPr/>
          </a:p>
        </p:txBody>
      </p:sp>
      <p:sp>
        <p:nvSpPr>
          <p:cNvPr id="3663" name="Google Shape;3663;p327"/>
          <p:cNvSpPr txBox="1"/>
          <p:nvPr>
            <p:ph idx="2" type="subTitle"/>
          </p:nvPr>
        </p:nvSpPr>
        <p:spPr>
          <a:xfrm>
            <a:off x="4460950" y="1371275"/>
            <a:ext cx="3729300" cy="29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This Improves the Experience: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Customers feel more understood and welcomed.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reduces miscommunication and increases trust.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Adds personalization and shows that the company values the customer.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Leads to higher satisfaction, more positive reviews, and repeat riders.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7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Google Shape;3668;p328"/>
          <p:cNvSpPr txBox="1"/>
          <p:nvPr>
            <p:ph type="title"/>
          </p:nvPr>
        </p:nvSpPr>
        <p:spPr>
          <a:xfrm>
            <a:off x="147650" y="298125"/>
            <a:ext cx="35370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E69138"/>
                </a:solidFill>
              </a:rPr>
              <a:t> </a:t>
            </a:r>
            <a:r>
              <a:rPr lang="en" sz="2800">
                <a:solidFill>
                  <a:srgbClr val="E69138"/>
                </a:solidFill>
              </a:rPr>
              <a:t>"Safe Ride Home"</a:t>
            </a:r>
            <a:endParaRPr sz="2800">
              <a:solidFill>
                <a:srgbClr val="E69138"/>
              </a:solidFill>
            </a:endParaRPr>
          </a:p>
        </p:txBody>
      </p:sp>
      <p:sp>
        <p:nvSpPr>
          <p:cNvPr id="3669" name="Google Shape;3669;p328"/>
          <p:cNvSpPr txBox="1"/>
          <p:nvPr/>
        </p:nvSpPr>
        <p:spPr>
          <a:xfrm>
            <a:off x="500700" y="1107000"/>
            <a:ext cx="29376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Target Customers: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Women who use ride-hailing services and prioritize personal safety.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Job to Be Done: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Make rides feel safer, more secure, and stress-free for women passengers.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Problem: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Some women feel unsafe or anxious when riding with unfamiliar drivers, especially at night or in unfamiliar areas. There's a lack of features that directly address their safety concerns.</a:t>
            </a:r>
            <a:endParaRPr b="1" sz="1200"/>
          </a:p>
        </p:txBody>
      </p:sp>
      <p:sp>
        <p:nvSpPr>
          <p:cNvPr id="3670" name="Google Shape;3670;p328"/>
          <p:cNvSpPr txBox="1"/>
          <p:nvPr/>
        </p:nvSpPr>
        <p:spPr>
          <a:xfrm>
            <a:off x="3746325" y="1107000"/>
            <a:ext cx="4325400" cy="3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Solution: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Introduce safety features like: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An option to choose a female driver</a:t>
            </a:r>
            <a:br>
              <a:rPr lang="en" sz="1200"/>
            </a:br>
            <a:endParaRPr sz="6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Real-time ride tracking for friends/family</a:t>
            </a:r>
            <a:br>
              <a:rPr lang="en" sz="1200"/>
            </a:br>
            <a:endParaRPr sz="6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Emergency button with fast response to emergency services</a:t>
            </a:r>
            <a:br>
              <a:rPr lang="en" sz="1200"/>
            </a:br>
            <a:endParaRPr sz="6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Safety rating system focused on women’s feedback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Why This Improves the Experience: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Builds confidence and trust in the service</a:t>
            </a:r>
            <a:br>
              <a:rPr lang="en" sz="1200"/>
            </a:br>
            <a:endParaRPr sz="6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Reduces fear and anxiety during rides</a:t>
            </a:r>
            <a:br>
              <a:rPr lang="en" sz="1200"/>
            </a:br>
            <a:endParaRPr sz="6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Shows that the company takes women’s safety seriously</a:t>
            </a:r>
            <a:br>
              <a:rPr lang="en" sz="1200"/>
            </a:br>
            <a:endParaRPr sz="6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Leads to stronger brand loyalty, more frequent use, and positive word of mouth</a:t>
            </a:r>
            <a:endParaRPr b="1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4" name="Shape 3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5" name="Google Shape;3675;p329"/>
          <p:cNvSpPr txBox="1"/>
          <p:nvPr>
            <p:ph type="ctrTitle"/>
          </p:nvPr>
        </p:nvSpPr>
        <p:spPr>
          <a:xfrm>
            <a:off x="729100" y="922025"/>
            <a:ext cx="24042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</a:t>
            </a:r>
            <a:endParaRPr/>
          </a:p>
        </p:txBody>
      </p:sp>
      <p:grpSp>
        <p:nvGrpSpPr>
          <p:cNvPr id="3676" name="Google Shape;3676;p329"/>
          <p:cNvGrpSpPr/>
          <p:nvPr/>
        </p:nvGrpSpPr>
        <p:grpSpPr>
          <a:xfrm>
            <a:off x="4166470" y="772941"/>
            <a:ext cx="4890405" cy="3357660"/>
            <a:chOff x="4166470" y="772941"/>
            <a:chExt cx="4890405" cy="3357660"/>
          </a:xfrm>
        </p:grpSpPr>
        <p:sp>
          <p:nvSpPr>
            <p:cNvPr id="3677" name="Google Shape;3677;p329"/>
            <p:cNvSpPr/>
            <p:nvPr/>
          </p:nvSpPr>
          <p:spPr>
            <a:xfrm flipH="1">
              <a:off x="6647861" y="3488439"/>
              <a:ext cx="619670" cy="625790"/>
            </a:xfrm>
            <a:custGeom>
              <a:rect b="b" l="l" r="r" t="t"/>
              <a:pathLst>
                <a:path extrusionOk="0" h="36199" w="35845">
                  <a:moveTo>
                    <a:pt x="13997" y="1"/>
                  </a:moveTo>
                  <a:cubicBezTo>
                    <a:pt x="6275" y="1"/>
                    <a:pt x="1" y="8109"/>
                    <a:pt x="1" y="18083"/>
                  </a:cubicBezTo>
                  <a:cubicBezTo>
                    <a:pt x="1" y="28090"/>
                    <a:pt x="6275" y="36198"/>
                    <a:pt x="13997" y="36198"/>
                  </a:cubicBezTo>
                  <a:lnTo>
                    <a:pt x="21880" y="36198"/>
                  </a:lnTo>
                  <a:cubicBezTo>
                    <a:pt x="29602" y="36198"/>
                    <a:pt x="35844" y="28090"/>
                    <a:pt x="35844" y="18083"/>
                  </a:cubicBezTo>
                  <a:cubicBezTo>
                    <a:pt x="35844" y="8109"/>
                    <a:pt x="29602" y="1"/>
                    <a:pt x="218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329"/>
            <p:cNvSpPr/>
            <p:nvPr/>
          </p:nvSpPr>
          <p:spPr>
            <a:xfrm flipH="1">
              <a:off x="8711459" y="3150266"/>
              <a:ext cx="53972" cy="52295"/>
            </a:xfrm>
            <a:custGeom>
              <a:rect b="b" l="l" r="r" t="t"/>
              <a:pathLst>
                <a:path extrusionOk="0" h="3025" w="3122">
                  <a:moveTo>
                    <a:pt x="773" y="0"/>
                  </a:moveTo>
                  <a:cubicBezTo>
                    <a:pt x="355" y="0"/>
                    <a:pt x="1" y="322"/>
                    <a:pt x="1" y="772"/>
                  </a:cubicBezTo>
                  <a:lnTo>
                    <a:pt x="1" y="2253"/>
                  </a:lnTo>
                  <a:cubicBezTo>
                    <a:pt x="1" y="2671"/>
                    <a:pt x="355" y="3025"/>
                    <a:pt x="773" y="3025"/>
                  </a:cubicBezTo>
                  <a:lnTo>
                    <a:pt x="2382" y="3025"/>
                  </a:lnTo>
                  <a:cubicBezTo>
                    <a:pt x="2800" y="3025"/>
                    <a:pt x="3122" y="2671"/>
                    <a:pt x="3122" y="2253"/>
                  </a:cubicBezTo>
                  <a:lnTo>
                    <a:pt x="3122" y="772"/>
                  </a:lnTo>
                  <a:cubicBezTo>
                    <a:pt x="3122" y="322"/>
                    <a:pt x="2800" y="0"/>
                    <a:pt x="23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329"/>
            <p:cNvSpPr/>
            <p:nvPr/>
          </p:nvSpPr>
          <p:spPr>
            <a:xfrm flipH="1">
              <a:off x="7111171" y="772941"/>
              <a:ext cx="1294367" cy="2528643"/>
            </a:xfrm>
            <a:custGeom>
              <a:rect b="b" l="l" r="r" t="t"/>
              <a:pathLst>
                <a:path extrusionOk="0" h="146270" w="74873">
                  <a:moveTo>
                    <a:pt x="7851" y="0"/>
                  </a:moveTo>
                  <a:cubicBezTo>
                    <a:pt x="3508" y="0"/>
                    <a:pt x="0" y="3507"/>
                    <a:pt x="0" y="7851"/>
                  </a:cubicBezTo>
                  <a:lnTo>
                    <a:pt x="0" y="138418"/>
                  </a:lnTo>
                  <a:cubicBezTo>
                    <a:pt x="0" y="142762"/>
                    <a:pt x="3508" y="146269"/>
                    <a:pt x="7851" y="146269"/>
                  </a:cubicBezTo>
                  <a:lnTo>
                    <a:pt x="66990" y="146269"/>
                  </a:lnTo>
                  <a:cubicBezTo>
                    <a:pt x="71366" y="146269"/>
                    <a:pt x="74873" y="142762"/>
                    <a:pt x="74873" y="138418"/>
                  </a:cubicBezTo>
                  <a:lnTo>
                    <a:pt x="74873" y="7851"/>
                  </a:lnTo>
                  <a:cubicBezTo>
                    <a:pt x="74873" y="3507"/>
                    <a:pt x="71366" y="0"/>
                    <a:pt x="66990" y="0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329"/>
            <p:cNvSpPr/>
            <p:nvPr/>
          </p:nvSpPr>
          <p:spPr>
            <a:xfrm flipH="1">
              <a:off x="6918712" y="772941"/>
              <a:ext cx="1331639" cy="2528643"/>
            </a:xfrm>
            <a:custGeom>
              <a:rect b="b" l="l" r="r" t="t"/>
              <a:pathLst>
                <a:path extrusionOk="0" h="146270" w="77029">
                  <a:moveTo>
                    <a:pt x="7851" y="0"/>
                  </a:moveTo>
                  <a:cubicBezTo>
                    <a:pt x="3508" y="0"/>
                    <a:pt x="0" y="3507"/>
                    <a:pt x="0" y="7851"/>
                  </a:cubicBezTo>
                  <a:lnTo>
                    <a:pt x="0" y="138418"/>
                  </a:lnTo>
                  <a:cubicBezTo>
                    <a:pt x="0" y="142762"/>
                    <a:pt x="3508" y="146269"/>
                    <a:pt x="7851" y="146269"/>
                  </a:cubicBezTo>
                  <a:lnTo>
                    <a:pt x="69145" y="146269"/>
                  </a:lnTo>
                  <a:cubicBezTo>
                    <a:pt x="73521" y="146269"/>
                    <a:pt x="77028" y="142762"/>
                    <a:pt x="77028" y="138418"/>
                  </a:cubicBezTo>
                  <a:lnTo>
                    <a:pt x="77028" y="7851"/>
                  </a:lnTo>
                  <a:cubicBezTo>
                    <a:pt x="77028" y="3507"/>
                    <a:pt x="73521" y="0"/>
                    <a:pt x="69145" y="0"/>
                  </a:cubicBez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329"/>
            <p:cNvSpPr/>
            <p:nvPr/>
          </p:nvSpPr>
          <p:spPr>
            <a:xfrm flipH="1">
              <a:off x="8211313" y="3448955"/>
              <a:ext cx="517558" cy="670043"/>
            </a:xfrm>
            <a:custGeom>
              <a:rect b="b" l="l" r="r" t="t"/>
              <a:pathLst>
                <a:path extrusionOk="0" h="36199" w="27961">
                  <a:moveTo>
                    <a:pt x="13997" y="1"/>
                  </a:moveTo>
                  <a:cubicBezTo>
                    <a:pt x="6242" y="1"/>
                    <a:pt x="0" y="8109"/>
                    <a:pt x="0" y="18083"/>
                  </a:cubicBezTo>
                  <a:cubicBezTo>
                    <a:pt x="0" y="28090"/>
                    <a:pt x="6242" y="36198"/>
                    <a:pt x="13997" y="36198"/>
                  </a:cubicBezTo>
                  <a:cubicBezTo>
                    <a:pt x="21719" y="36198"/>
                    <a:pt x="27961" y="28090"/>
                    <a:pt x="27961" y="18083"/>
                  </a:cubicBezTo>
                  <a:cubicBezTo>
                    <a:pt x="27961" y="8109"/>
                    <a:pt x="21719" y="1"/>
                    <a:pt x="139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329"/>
            <p:cNvSpPr/>
            <p:nvPr/>
          </p:nvSpPr>
          <p:spPr>
            <a:xfrm flipH="1">
              <a:off x="8380422" y="3460558"/>
              <a:ext cx="518150" cy="670043"/>
            </a:xfrm>
            <a:custGeom>
              <a:rect b="b" l="l" r="r" t="t"/>
              <a:pathLst>
                <a:path extrusionOk="0" h="36199" w="27993">
                  <a:moveTo>
                    <a:pt x="13997" y="1"/>
                  </a:moveTo>
                  <a:cubicBezTo>
                    <a:pt x="6274" y="1"/>
                    <a:pt x="0" y="8109"/>
                    <a:pt x="0" y="18083"/>
                  </a:cubicBezTo>
                  <a:cubicBezTo>
                    <a:pt x="0" y="28090"/>
                    <a:pt x="6274" y="36198"/>
                    <a:pt x="13997" y="36198"/>
                  </a:cubicBezTo>
                  <a:cubicBezTo>
                    <a:pt x="21719" y="36198"/>
                    <a:pt x="27993" y="28090"/>
                    <a:pt x="27993" y="18083"/>
                  </a:cubicBezTo>
                  <a:cubicBezTo>
                    <a:pt x="27993" y="8109"/>
                    <a:pt x="21719" y="1"/>
                    <a:pt x="13997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329"/>
            <p:cNvSpPr/>
            <p:nvPr/>
          </p:nvSpPr>
          <p:spPr>
            <a:xfrm flipH="1">
              <a:off x="8537782" y="3626095"/>
              <a:ext cx="250163" cy="338900"/>
            </a:xfrm>
            <a:custGeom>
              <a:rect b="b" l="l" r="r" t="t"/>
              <a:pathLst>
                <a:path extrusionOk="0" h="18309" w="13515">
                  <a:moveTo>
                    <a:pt x="6757" y="0"/>
                  </a:moveTo>
                  <a:cubicBezTo>
                    <a:pt x="3025" y="0"/>
                    <a:pt x="0" y="4087"/>
                    <a:pt x="0" y="9170"/>
                  </a:cubicBezTo>
                  <a:cubicBezTo>
                    <a:pt x="0" y="14222"/>
                    <a:pt x="3025" y="18308"/>
                    <a:pt x="6757" y="18308"/>
                  </a:cubicBezTo>
                  <a:cubicBezTo>
                    <a:pt x="10490" y="18308"/>
                    <a:pt x="13514" y="14222"/>
                    <a:pt x="13514" y="9170"/>
                  </a:cubicBezTo>
                  <a:cubicBezTo>
                    <a:pt x="13514" y="4087"/>
                    <a:pt x="10490" y="0"/>
                    <a:pt x="6757" y="0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329"/>
            <p:cNvSpPr/>
            <p:nvPr/>
          </p:nvSpPr>
          <p:spPr>
            <a:xfrm flipH="1">
              <a:off x="6973221" y="826324"/>
              <a:ext cx="1223177" cy="2415185"/>
            </a:xfrm>
            <a:custGeom>
              <a:rect b="b" l="l" r="r" t="t"/>
              <a:pathLst>
                <a:path extrusionOk="0" h="139707" w="70755">
                  <a:moveTo>
                    <a:pt x="7433" y="1"/>
                  </a:moveTo>
                  <a:cubicBezTo>
                    <a:pt x="3314" y="1"/>
                    <a:pt x="0" y="3315"/>
                    <a:pt x="0" y="7433"/>
                  </a:cubicBezTo>
                  <a:lnTo>
                    <a:pt x="0" y="132274"/>
                  </a:lnTo>
                  <a:cubicBezTo>
                    <a:pt x="0" y="136392"/>
                    <a:pt x="3314" y="139706"/>
                    <a:pt x="7433" y="139706"/>
                  </a:cubicBezTo>
                  <a:lnTo>
                    <a:pt x="63322" y="139706"/>
                  </a:lnTo>
                  <a:cubicBezTo>
                    <a:pt x="67440" y="139706"/>
                    <a:pt x="70754" y="136392"/>
                    <a:pt x="70754" y="132274"/>
                  </a:cubicBezTo>
                  <a:lnTo>
                    <a:pt x="70754" y="7433"/>
                  </a:lnTo>
                  <a:cubicBezTo>
                    <a:pt x="70754" y="3315"/>
                    <a:pt x="67440" y="1"/>
                    <a:pt x="63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329"/>
            <p:cNvSpPr/>
            <p:nvPr/>
          </p:nvSpPr>
          <p:spPr>
            <a:xfrm flipH="1">
              <a:off x="7259127" y="799633"/>
              <a:ext cx="619670" cy="92350"/>
            </a:xfrm>
            <a:custGeom>
              <a:rect b="b" l="l" r="r" t="t"/>
              <a:pathLst>
                <a:path extrusionOk="0" h="5342" w="35845">
                  <a:moveTo>
                    <a:pt x="1" y="0"/>
                  </a:moveTo>
                  <a:lnTo>
                    <a:pt x="2768" y="3894"/>
                  </a:lnTo>
                  <a:cubicBezTo>
                    <a:pt x="3411" y="4795"/>
                    <a:pt x="4441" y="5342"/>
                    <a:pt x="5567" y="5342"/>
                  </a:cubicBezTo>
                  <a:lnTo>
                    <a:pt x="30632" y="5342"/>
                  </a:lnTo>
                  <a:cubicBezTo>
                    <a:pt x="31790" y="5342"/>
                    <a:pt x="32884" y="4730"/>
                    <a:pt x="33527" y="3733"/>
                  </a:cubicBezTo>
                  <a:lnTo>
                    <a:pt x="35844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329"/>
            <p:cNvSpPr/>
            <p:nvPr/>
          </p:nvSpPr>
          <p:spPr>
            <a:xfrm flipH="1">
              <a:off x="7283007" y="2270955"/>
              <a:ext cx="608259" cy="107563"/>
            </a:xfrm>
            <a:custGeom>
              <a:rect b="b" l="l" r="r" t="t"/>
              <a:pathLst>
                <a:path extrusionOk="0" h="4120" w="23296">
                  <a:moveTo>
                    <a:pt x="11648" y="1"/>
                  </a:moveTo>
                  <a:cubicBezTo>
                    <a:pt x="5213" y="1"/>
                    <a:pt x="1" y="902"/>
                    <a:pt x="1" y="2060"/>
                  </a:cubicBezTo>
                  <a:cubicBezTo>
                    <a:pt x="1" y="3186"/>
                    <a:pt x="5213" y="4119"/>
                    <a:pt x="11648" y="4119"/>
                  </a:cubicBezTo>
                  <a:cubicBezTo>
                    <a:pt x="18084" y="4119"/>
                    <a:pt x="23296" y="3186"/>
                    <a:pt x="23296" y="2060"/>
                  </a:cubicBezTo>
                  <a:cubicBezTo>
                    <a:pt x="23296" y="902"/>
                    <a:pt x="18084" y="1"/>
                    <a:pt x="11648" y="1"/>
                  </a:cubicBez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329"/>
            <p:cNvSpPr/>
            <p:nvPr/>
          </p:nvSpPr>
          <p:spPr>
            <a:xfrm flipH="1">
              <a:off x="7221807" y="1285500"/>
              <a:ext cx="725420" cy="1055201"/>
            </a:xfrm>
            <a:custGeom>
              <a:rect b="b" l="l" r="r" t="t"/>
              <a:pathLst>
                <a:path extrusionOk="0" h="34349" w="23612">
                  <a:moveTo>
                    <a:pt x="13053" y="5891"/>
                  </a:moveTo>
                  <a:cubicBezTo>
                    <a:pt x="15804" y="5891"/>
                    <a:pt x="18437" y="8029"/>
                    <a:pt x="18437" y="11271"/>
                  </a:cubicBezTo>
                  <a:cubicBezTo>
                    <a:pt x="18437" y="14231"/>
                    <a:pt x="16056" y="16612"/>
                    <a:pt x="13096" y="16612"/>
                  </a:cubicBezTo>
                  <a:cubicBezTo>
                    <a:pt x="8302" y="16612"/>
                    <a:pt x="5921" y="10853"/>
                    <a:pt x="9300" y="7474"/>
                  </a:cubicBezTo>
                  <a:cubicBezTo>
                    <a:pt x="10393" y="6381"/>
                    <a:pt x="11737" y="5891"/>
                    <a:pt x="13053" y="5891"/>
                  </a:cubicBezTo>
                  <a:close/>
                  <a:moveTo>
                    <a:pt x="12672" y="1"/>
                  </a:moveTo>
                  <a:cubicBezTo>
                    <a:pt x="12039" y="1"/>
                    <a:pt x="11396" y="56"/>
                    <a:pt x="10748" y="171"/>
                  </a:cubicBezTo>
                  <a:cubicBezTo>
                    <a:pt x="3991" y="1361"/>
                    <a:pt x="1" y="8375"/>
                    <a:pt x="2414" y="14778"/>
                  </a:cubicBezTo>
                  <a:lnTo>
                    <a:pt x="2511" y="15004"/>
                  </a:lnTo>
                  <a:cubicBezTo>
                    <a:pt x="2607" y="15325"/>
                    <a:pt x="2768" y="15615"/>
                    <a:pt x="2929" y="15937"/>
                  </a:cubicBezTo>
                  <a:lnTo>
                    <a:pt x="11134" y="33408"/>
                  </a:lnTo>
                  <a:cubicBezTo>
                    <a:pt x="11439" y="34035"/>
                    <a:pt x="12051" y="34349"/>
                    <a:pt x="12658" y="34349"/>
                  </a:cubicBezTo>
                  <a:cubicBezTo>
                    <a:pt x="13265" y="34349"/>
                    <a:pt x="13869" y="34035"/>
                    <a:pt x="14158" y="33408"/>
                  </a:cubicBezTo>
                  <a:lnTo>
                    <a:pt x="22395" y="15872"/>
                  </a:lnTo>
                  <a:cubicBezTo>
                    <a:pt x="22524" y="15583"/>
                    <a:pt x="22685" y="15325"/>
                    <a:pt x="22813" y="15004"/>
                  </a:cubicBezTo>
                  <a:lnTo>
                    <a:pt x="22910" y="14778"/>
                  </a:lnTo>
                  <a:lnTo>
                    <a:pt x="22878" y="14778"/>
                  </a:lnTo>
                  <a:cubicBezTo>
                    <a:pt x="23328" y="13588"/>
                    <a:pt x="23553" y="12301"/>
                    <a:pt x="23553" y="11046"/>
                  </a:cubicBezTo>
                  <a:cubicBezTo>
                    <a:pt x="23611" y="4853"/>
                    <a:pt x="18600" y="1"/>
                    <a:pt x="12672" y="1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329"/>
            <p:cNvSpPr/>
            <p:nvPr/>
          </p:nvSpPr>
          <p:spPr>
            <a:xfrm flipH="1">
              <a:off x="5733421" y="3488439"/>
              <a:ext cx="619670" cy="625790"/>
            </a:xfrm>
            <a:custGeom>
              <a:rect b="b" l="l" r="r" t="t"/>
              <a:pathLst>
                <a:path extrusionOk="0" h="36199" w="35845">
                  <a:moveTo>
                    <a:pt x="13997" y="1"/>
                  </a:moveTo>
                  <a:cubicBezTo>
                    <a:pt x="6275" y="1"/>
                    <a:pt x="1" y="8109"/>
                    <a:pt x="1" y="18083"/>
                  </a:cubicBezTo>
                  <a:cubicBezTo>
                    <a:pt x="1" y="28090"/>
                    <a:pt x="6275" y="36198"/>
                    <a:pt x="13997" y="36198"/>
                  </a:cubicBezTo>
                  <a:lnTo>
                    <a:pt x="21880" y="36198"/>
                  </a:lnTo>
                  <a:cubicBezTo>
                    <a:pt x="29602" y="36198"/>
                    <a:pt x="35844" y="28090"/>
                    <a:pt x="35844" y="18083"/>
                  </a:cubicBezTo>
                  <a:cubicBezTo>
                    <a:pt x="35844" y="8109"/>
                    <a:pt x="29602" y="1"/>
                    <a:pt x="218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329"/>
            <p:cNvSpPr/>
            <p:nvPr/>
          </p:nvSpPr>
          <p:spPr>
            <a:xfrm flipH="1">
              <a:off x="7311982" y="3488439"/>
              <a:ext cx="619670" cy="625790"/>
            </a:xfrm>
            <a:custGeom>
              <a:rect b="b" l="l" r="r" t="t"/>
              <a:pathLst>
                <a:path extrusionOk="0" h="36199" w="35845">
                  <a:moveTo>
                    <a:pt x="13997" y="1"/>
                  </a:moveTo>
                  <a:cubicBezTo>
                    <a:pt x="6275" y="1"/>
                    <a:pt x="1" y="8109"/>
                    <a:pt x="1" y="18083"/>
                  </a:cubicBezTo>
                  <a:cubicBezTo>
                    <a:pt x="1" y="28090"/>
                    <a:pt x="6275" y="36198"/>
                    <a:pt x="13997" y="36198"/>
                  </a:cubicBezTo>
                  <a:lnTo>
                    <a:pt x="21880" y="36198"/>
                  </a:lnTo>
                  <a:cubicBezTo>
                    <a:pt x="29602" y="36198"/>
                    <a:pt x="35844" y="28090"/>
                    <a:pt x="35844" y="18083"/>
                  </a:cubicBezTo>
                  <a:cubicBezTo>
                    <a:pt x="35844" y="8109"/>
                    <a:pt x="29602" y="1"/>
                    <a:pt x="218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329"/>
            <p:cNvSpPr/>
            <p:nvPr/>
          </p:nvSpPr>
          <p:spPr>
            <a:xfrm flipH="1">
              <a:off x="6635068" y="3372753"/>
              <a:ext cx="663045" cy="527321"/>
            </a:xfrm>
            <a:custGeom>
              <a:rect b="b" l="l" r="r" t="t"/>
              <a:pathLst>
                <a:path extrusionOk="0" h="30503" w="38354">
                  <a:moveTo>
                    <a:pt x="9267" y="0"/>
                  </a:moveTo>
                  <a:lnTo>
                    <a:pt x="1" y="4698"/>
                  </a:lnTo>
                  <a:lnTo>
                    <a:pt x="1" y="30503"/>
                  </a:lnTo>
                  <a:lnTo>
                    <a:pt x="38354" y="30503"/>
                  </a:lnTo>
                  <a:lnTo>
                    <a:pt x="37260" y="3411"/>
                  </a:lnTo>
                  <a:lnTo>
                    <a:pt x="92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329"/>
            <p:cNvSpPr/>
            <p:nvPr/>
          </p:nvSpPr>
          <p:spPr>
            <a:xfrm flipH="1">
              <a:off x="6654536" y="3488439"/>
              <a:ext cx="483376" cy="625790"/>
            </a:xfrm>
            <a:custGeom>
              <a:rect b="b" l="l" r="r" t="t"/>
              <a:pathLst>
                <a:path extrusionOk="0" h="36199" w="27961">
                  <a:moveTo>
                    <a:pt x="13997" y="1"/>
                  </a:moveTo>
                  <a:cubicBezTo>
                    <a:pt x="6242" y="1"/>
                    <a:pt x="0" y="8109"/>
                    <a:pt x="0" y="18083"/>
                  </a:cubicBezTo>
                  <a:cubicBezTo>
                    <a:pt x="0" y="28090"/>
                    <a:pt x="6242" y="36198"/>
                    <a:pt x="13997" y="36198"/>
                  </a:cubicBezTo>
                  <a:cubicBezTo>
                    <a:pt x="21719" y="36198"/>
                    <a:pt x="27961" y="28090"/>
                    <a:pt x="27961" y="18083"/>
                  </a:cubicBezTo>
                  <a:cubicBezTo>
                    <a:pt x="27961" y="8109"/>
                    <a:pt x="21719" y="1"/>
                    <a:pt x="139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329"/>
            <p:cNvSpPr/>
            <p:nvPr/>
          </p:nvSpPr>
          <p:spPr>
            <a:xfrm flipH="1">
              <a:off x="6756880" y="3488439"/>
              <a:ext cx="275355" cy="625790"/>
            </a:xfrm>
            <a:custGeom>
              <a:rect b="b" l="l" r="r" t="t"/>
              <a:pathLst>
                <a:path extrusionOk="0" h="36199" w="15928">
                  <a:moveTo>
                    <a:pt x="1" y="1"/>
                  </a:moveTo>
                  <a:lnTo>
                    <a:pt x="1" y="36198"/>
                  </a:lnTo>
                  <a:lnTo>
                    <a:pt x="7884" y="36198"/>
                  </a:lnTo>
                  <a:lnTo>
                    <a:pt x="15927" y="28154"/>
                  </a:lnTo>
                  <a:lnTo>
                    <a:pt x="788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329"/>
            <p:cNvSpPr/>
            <p:nvPr/>
          </p:nvSpPr>
          <p:spPr>
            <a:xfrm flipH="1">
              <a:off x="5506438" y="2844887"/>
              <a:ext cx="3550438" cy="1055194"/>
            </a:xfrm>
            <a:custGeom>
              <a:rect b="b" l="l" r="r" t="t"/>
              <a:pathLst>
                <a:path extrusionOk="0" h="61038" w="205376">
                  <a:moveTo>
                    <a:pt x="53829" y="1"/>
                  </a:moveTo>
                  <a:cubicBezTo>
                    <a:pt x="47394" y="1"/>
                    <a:pt x="41152" y="2060"/>
                    <a:pt x="35972" y="5889"/>
                  </a:cubicBezTo>
                  <a:lnTo>
                    <a:pt x="12709" y="23071"/>
                  </a:lnTo>
                  <a:lnTo>
                    <a:pt x="7046" y="25098"/>
                  </a:lnTo>
                  <a:cubicBezTo>
                    <a:pt x="4376" y="26031"/>
                    <a:pt x="2574" y="28540"/>
                    <a:pt x="2574" y="31404"/>
                  </a:cubicBezTo>
                  <a:lnTo>
                    <a:pt x="2574" y="41089"/>
                  </a:lnTo>
                  <a:cubicBezTo>
                    <a:pt x="1158" y="41121"/>
                    <a:pt x="0" y="42247"/>
                    <a:pt x="0" y="43695"/>
                  </a:cubicBezTo>
                  <a:lnTo>
                    <a:pt x="0" y="50967"/>
                  </a:lnTo>
                  <a:cubicBezTo>
                    <a:pt x="0" y="55439"/>
                    <a:pt x="3636" y="59075"/>
                    <a:pt x="8108" y="59075"/>
                  </a:cubicBezTo>
                  <a:lnTo>
                    <a:pt x="8977" y="59075"/>
                  </a:lnTo>
                  <a:cubicBezTo>
                    <a:pt x="8977" y="59075"/>
                    <a:pt x="6926" y="35297"/>
                    <a:pt x="24571" y="35297"/>
                  </a:cubicBezTo>
                  <a:cubicBezTo>
                    <a:pt x="24607" y="35297"/>
                    <a:pt x="24643" y="35297"/>
                    <a:pt x="24679" y="35297"/>
                  </a:cubicBezTo>
                  <a:cubicBezTo>
                    <a:pt x="43244" y="35394"/>
                    <a:pt x="41699" y="61038"/>
                    <a:pt x="41699" y="61038"/>
                  </a:cubicBezTo>
                  <a:lnTo>
                    <a:pt x="101739" y="61038"/>
                  </a:lnTo>
                  <a:cubicBezTo>
                    <a:pt x="101290" y="52360"/>
                    <a:pt x="102627" y="35714"/>
                    <a:pt x="117674" y="35714"/>
                  </a:cubicBezTo>
                  <a:cubicBezTo>
                    <a:pt x="117746" y="35714"/>
                    <a:pt x="117818" y="35715"/>
                    <a:pt x="117891" y="35716"/>
                  </a:cubicBezTo>
                  <a:cubicBezTo>
                    <a:pt x="132048" y="35876"/>
                    <a:pt x="133721" y="52157"/>
                    <a:pt x="133721" y="52157"/>
                  </a:cubicBezTo>
                  <a:lnTo>
                    <a:pt x="205118" y="52157"/>
                  </a:lnTo>
                  <a:cubicBezTo>
                    <a:pt x="205376" y="48907"/>
                    <a:pt x="205311" y="45690"/>
                    <a:pt x="205022" y="42440"/>
                  </a:cubicBezTo>
                  <a:cubicBezTo>
                    <a:pt x="204378" y="36713"/>
                    <a:pt x="200710" y="31726"/>
                    <a:pt x="195401" y="29441"/>
                  </a:cubicBezTo>
                  <a:lnTo>
                    <a:pt x="160073" y="21172"/>
                  </a:lnTo>
                  <a:lnTo>
                    <a:pt x="125130" y="1256"/>
                  </a:lnTo>
                  <a:cubicBezTo>
                    <a:pt x="123618" y="419"/>
                    <a:pt x="121945" y="1"/>
                    <a:pt x="120240" y="1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329"/>
            <p:cNvSpPr/>
            <p:nvPr/>
          </p:nvSpPr>
          <p:spPr>
            <a:xfrm flipH="1">
              <a:off x="7296960" y="2734214"/>
              <a:ext cx="619670" cy="111262"/>
            </a:xfrm>
            <a:custGeom>
              <a:rect b="b" l="l" r="r" t="t"/>
              <a:pathLst>
                <a:path extrusionOk="0" h="6436" w="35845">
                  <a:moveTo>
                    <a:pt x="1" y="0"/>
                  </a:moveTo>
                  <a:lnTo>
                    <a:pt x="1835" y="6435"/>
                  </a:lnTo>
                  <a:lnTo>
                    <a:pt x="35844" y="6435"/>
                  </a:lnTo>
                  <a:lnTo>
                    <a:pt x="296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329"/>
            <p:cNvSpPr/>
            <p:nvPr/>
          </p:nvSpPr>
          <p:spPr>
            <a:xfrm flipH="1">
              <a:off x="7884906" y="2734214"/>
              <a:ext cx="130175" cy="111262"/>
            </a:xfrm>
            <a:custGeom>
              <a:rect b="b" l="l" r="r" t="t"/>
              <a:pathLst>
                <a:path extrusionOk="0" h="6436" w="7530">
                  <a:moveTo>
                    <a:pt x="3347" y="0"/>
                  </a:moveTo>
                  <a:lnTo>
                    <a:pt x="1" y="6435"/>
                  </a:lnTo>
                  <a:lnTo>
                    <a:pt x="7530" y="6435"/>
                  </a:lnTo>
                  <a:lnTo>
                    <a:pt x="56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329"/>
            <p:cNvSpPr/>
            <p:nvPr/>
          </p:nvSpPr>
          <p:spPr>
            <a:xfrm flipH="1">
              <a:off x="5508140" y="3746537"/>
              <a:ext cx="1237076" cy="165770"/>
            </a:xfrm>
            <a:custGeom>
              <a:rect b="b" l="l" r="r" t="t"/>
              <a:pathLst>
                <a:path extrusionOk="0" h="9589" w="71559">
                  <a:moveTo>
                    <a:pt x="0" y="0"/>
                  </a:moveTo>
                  <a:lnTo>
                    <a:pt x="0" y="5502"/>
                  </a:lnTo>
                  <a:cubicBezTo>
                    <a:pt x="0" y="7754"/>
                    <a:pt x="1834" y="9588"/>
                    <a:pt x="4086" y="9588"/>
                  </a:cubicBezTo>
                  <a:lnTo>
                    <a:pt x="66603" y="9588"/>
                  </a:lnTo>
                  <a:cubicBezTo>
                    <a:pt x="69338" y="9588"/>
                    <a:pt x="71558" y="7368"/>
                    <a:pt x="71558" y="4633"/>
                  </a:cubicBezTo>
                  <a:lnTo>
                    <a:pt x="71558" y="0"/>
                  </a:lnTo>
                  <a:close/>
                </a:path>
              </a:pathLst>
            </a:custGeom>
            <a:solidFill>
              <a:srgbClr val="404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329"/>
            <p:cNvSpPr/>
            <p:nvPr/>
          </p:nvSpPr>
          <p:spPr>
            <a:xfrm flipH="1">
              <a:off x="5795177" y="3706483"/>
              <a:ext cx="267005" cy="94580"/>
            </a:xfrm>
            <a:custGeom>
              <a:rect b="b" l="l" r="r" t="t"/>
              <a:pathLst>
                <a:path extrusionOk="0" h="5471" w="15445">
                  <a:moveTo>
                    <a:pt x="1" y="1"/>
                  </a:moveTo>
                  <a:lnTo>
                    <a:pt x="1" y="5470"/>
                  </a:lnTo>
                  <a:lnTo>
                    <a:pt x="15445" y="5470"/>
                  </a:lnTo>
                  <a:lnTo>
                    <a:pt x="154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329"/>
            <p:cNvSpPr/>
            <p:nvPr/>
          </p:nvSpPr>
          <p:spPr>
            <a:xfrm flipH="1">
              <a:off x="5663338" y="3465084"/>
              <a:ext cx="666952" cy="17"/>
            </a:xfrm>
            <a:custGeom>
              <a:rect b="b" l="l" r="r" t="t"/>
              <a:pathLst>
                <a:path extrusionOk="0" fill="none" h="1" w="38580">
                  <a:moveTo>
                    <a:pt x="1" y="0"/>
                  </a:moveTo>
                  <a:lnTo>
                    <a:pt x="38579" y="0"/>
                  </a:lnTo>
                </a:path>
              </a:pathLst>
            </a:custGeom>
            <a:noFill/>
            <a:ln cap="rnd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329"/>
            <p:cNvSpPr/>
            <p:nvPr/>
          </p:nvSpPr>
          <p:spPr>
            <a:xfrm flipH="1">
              <a:off x="6569985" y="3465637"/>
              <a:ext cx="449458" cy="114046"/>
            </a:xfrm>
            <a:custGeom>
              <a:rect b="b" l="l" r="r" t="t"/>
              <a:pathLst>
                <a:path extrusionOk="0" fill="none" h="6597" w="25999">
                  <a:moveTo>
                    <a:pt x="25998" y="6564"/>
                  </a:moveTo>
                  <a:lnTo>
                    <a:pt x="19949" y="6564"/>
                  </a:lnTo>
                  <a:cubicBezTo>
                    <a:pt x="17826" y="6597"/>
                    <a:pt x="15767" y="5760"/>
                    <a:pt x="14254" y="4280"/>
                  </a:cubicBezTo>
                  <a:cubicBezTo>
                    <a:pt x="12324" y="2349"/>
                    <a:pt x="8270" y="1"/>
                    <a:pt x="1" y="194"/>
                  </a:cubicBezTo>
                </a:path>
              </a:pathLst>
            </a:custGeom>
            <a:noFill/>
            <a:ln cap="rnd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329"/>
            <p:cNvSpPr/>
            <p:nvPr/>
          </p:nvSpPr>
          <p:spPr>
            <a:xfrm flipH="1">
              <a:off x="5712298" y="3465084"/>
              <a:ext cx="544003" cy="100146"/>
            </a:xfrm>
            <a:custGeom>
              <a:rect b="b" l="l" r="r" t="t"/>
              <a:pathLst>
                <a:path extrusionOk="0" h="5793" w="31468">
                  <a:moveTo>
                    <a:pt x="31468" y="0"/>
                  </a:moveTo>
                  <a:lnTo>
                    <a:pt x="0" y="194"/>
                  </a:lnTo>
                  <a:lnTo>
                    <a:pt x="2607" y="3797"/>
                  </a:lnTo>
                  <a:cubicBezTo>
                    <a:pt x="3540" y="5052"/>
                    <a:pt x="4987" y="5792"/>
                    <a:pt x="6564" y="5792"/>
                  </a:cubicBezTo>
                  <a:lnTo>
                    <a:pt x="25065" y="5792"/>
                  </a:lnTo>
                  <a:cubicBezTo>
                    <a:pt x="26706" y="5792"/>
                    <a:pt x="28283" y="4955"/>
                    <a:pt x="29183" y="3572"/>
                  </a:cubicBezTo>
                  <a:lnTo>
                    <a:pt x="314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329"/>
            <p:cNvSpPr/>
            <p:nvPr/>
          </p:nvSpPr>
          <p:spPr>
            <a:xfrm flipH="1">
              <a:off x="6255168" y="3537949"/>
              <a:ext cx="455577" cy="85124"/>
            </a:xfrm>
            <a:custGeom>
              <a:rect b="b" l="l" r="r" t="t"/>
              <a:pathLst>
                <a:path extrusionOk="0" h="4924" w="26353">
                  <a:moveTo>
                    <a:pt x="25420" y="0"/>
                  </a:moveTo>
                  <a:lnTo>
                    <a:pt x="323" y="580"/>
                  </a:lnTo>
                  <a:lnTo>
                    <a:pt x="162" y="2060"/>
                  </a:lnTo>
                  <a:cubicBezTo>
                    <a:pt x="1" y="3572"/>
                    <a:pt x="1191" y="4923"/>
                    <a:pt x="2736" y="4923"/>
                  </a:cubicBezTo>
                  <a:lnTo>
                    <a:pt x="23393" y="4923"/>
                  </a:lnTo>
                  <a:cubicBezTo>
                    <a:pt x="25098" y="4923"/>
                    <a:pt x="26353" y="3282"/>
                    <a:pt x="25870" y="1609"/>
                  </a:cubicBezTo>
                  <a:lnTo>
                    <a:pt x="25420" y="0"/>
                  </a:lnTo>
                  <a:close/>
                </a:path>
              </a:pathLst>
            </a:custGeom>
            <a:solidFill>
              <a:srgbClr val="CB9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329"/>
            <p:cNvSpPr/>
            <p:nvPr/>
          </p:nvSpPr>
          <p:spPr>
            <a:xfrm flipH="1">
              <a:off x="6261841" y="3448955"/>
              <a:ext cx="445551" cy="136848"/>
            </a:xfrm>
            <a:custGeom>
              <a:rect b="b" l="l" r="r" t="t"/>
              <a:pathLst>
                <a:path extrusionOk="0" h="7916" w="25773">
                  <a:moveTo>
                    <a:pt x="2510" y="0"/>
                  </a:moveTo>
                  <a:cubicBezTo>
                    <a:pt x="1448" y="0"/>
                    <a:pt x="547" y="773"/>
                    <a:pt x="483" y="1834"/>
                  </a:cubicBezTo>
                  <a:lnTo>
                    <a:pt x="129" y="5728"/>
                  </a:lnTo>
                  <a:cubicBezTo>
                    <a:pt x="0" y="6918"/>
                    <a:pt x="933" y="7916"/>
                    <a:pt x="2124" y="7916"/>
                  </a:cubicBezTo>
                  <a:lnTo>
                    <a:pt x="23359" y="7916"/>
                  </a:lnTo>
                  <a:cubicBezTo>
                    <a:pt x="24775" y="7916"/>
                    <a:pt x="25773" y="6468"/>
                    <a:pt x="25226" y="5148"/>
                  </a:cubicBezTo>
                  <a:lnTo>
                    <a:pt x="23681" y="1255"/>
                  </a:lnTo>
                  <a:cubicBezTo>
                    <a:pt x="23359" y="515"/>
                    <a:pt x="22619" y="0"/>
                    <a:pt x="21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329"/>
            <p:cNvSpPr/>
            <p:nvPr/>
          </p:nvSpPr>
          <p:spPr>
            <a:xfrm flipH="1">
              <a:off x="5509283" y="3543516"/>
              <a:ext cx="200258" cy="79557"/>
            </a:xfrm>
            <a:custGeom>
              <a:rect b="b" l="l" r="r" t="t"/>
              <a:pathLst>
                <a:path extrusionOk="0" h="4602" w="11584">
                  <a:moveTo>
                    <a:pt x="11037" y="0"/>
                  </a:moveTo>
                  <a:lnTo>
                    <a:pt x="323" y="258"/>
                  </a:lnTo>
                  <a:lnTo>
                    <a:pt x="162" y="1738"/>
                  </a:lnTo>
                  <a:cubicBezTo>
                    <a:pt x="1" y="3250"/>
                    <a:pt x="1223" y="4601"/>
                    <a:pt x="2736" y="4601"/>
                  </a:cubicBezTo>
                  <a:lnTo>
                    <a:pt x="11584" y="4601"/>
                  </a:lnTo>
                  <a:cubicBezTo>
                    <a:pt x="11520" y="3057"/>
                    <a:pt x="11359" y="1512"/>
                    <a:pt x="11037" y="0"/>
                  </a:cubicBezTo>
                  <a:close/>
                </a:path>
              </a:pathLst>
            </a:custGeom>
            <a:solidFill>
              <a:srgbClr val="CB9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329"/>
            <p:cNvSpPr/>
            <p:nvPr/>
          </p:nvSpPr>
          <p:spPr>
            <a:xfrm flipH="1">
              <a:off x="5511496" y="3451185"/>
              <a:ext cx="194709" cy="136848"/>
            </a:xfrm>
            <a:custGeom>
              <a:rect b="b" l="l" r="r" t="t"/>
              <a:pathLst>
                <a:path extrusionOk="0" h="7916" w="11263">
                  <a:moveTo>
                    <a:pt x="2478" y="0"/>
                  </a:moveTo>
                  <a:cubicBezTo>
                    <a:pt x="1449" y="0"/>
                    <a:pt x="548" y="772"/>
                    <a:pt x="483" y="1834"/>
                  </a:cubicBezTo>
                  <a:lnTo>
                    <a:pt x="130" y="5727"/>
                  </a:lnTo>
                  <a:cubicBezTo>
                    <a:pt x="1" y="6886"/>
                    <a:pt x="934" y="7915"/>
                    <a:pt x="2124" y="7915"/>
                  </a:cubicBezTo>
                  <a:lnTo>
                    <a:pt x="11262" y="7915"/>
                  </a:lnTo>
                  <a:cubicBezTo>
                    <a:pt x="10715" y="2606"/>
                    <a:pt x="8334" y="0"/>
                    <a:pt x="8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329"/>
            <p:cNvSpPr/>
            <p:nvPr/>
          </p:nvSpPr>
          <p:spPr>
            <a:xfrm flipH="1">
              <a:off x="6289643" y="2894951"/>
              <a:ext cx="1146956" cy="312074"/>
            </a:xfrm>
            <a:custGeom>
              <a:rect b="b" l="l" r="r" t="t"/>
              <a:pathLst>
                <a:path extrusionOk="0" h="18052" w="66346">
                  <a:moveTo>
                    <a:pt x="1609" y="1"/>
                  </a:moveTo>
                  <a:cubicBezTo>
                    <a:pt x="547" y="1"/>
                    <a:pt x="0" y="1256"/>
                    <a:pt x="740" y="2028"/>
                  </a:cubicBezTo>
                  <a:lnTo>
                    <a:pt x="14222" y="16346"/>
                  </a:lnTo>
                  <a:cubicBezTo>
                    <a:pt x="15251" y="17408"/>
                    <a:pt x="16667" y="18051"/>
                    <a:pt x="18179" y="18051"/>
                  </a:cubicBezTo>
                  <a:lnTo>
                    <a:pt x="66346" y="18051"/>
                  </a:lnTo>
                  <a:lnTo>
                    <a:pt x="3449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329"/>
            <p:cNvSpPr/>
            <p:nvPr/>
          </p:nvSpPr>
          <p:spPr>
            <a:xfrm flipH="1">
              <a:off x="7243001" y="2894951"/>
              <a:ext cx="932263" cy="312074"/>
            </a:xfrm>
            <a:custGeom>
              <a:rect b="b" l="l" r="r" t="t"/>
              <a:pathLst>
                <a:path extrusionOk="0" h="18052" w="53927">
                  <a:moveTo>
                    <a:pt x="4119" y="1"/>
                  </a:moveTo>
                  <a:cubicBezTo>
                    <a:pt x="1834" y="1"/>
                    <a:pt x="0" y="1835"/>
                    <a:pt x="0" y="4087"/>
                  </a:cubicBezTo>
                  <a:lnTo>
                    <a:pt x="0" y="18051"/>
                  </a:lnTo>
                  <a:lnTo>
                    <a:pt x="53637" y="18051"/>
                  </a:lnTo>
                  <a:cubicBezTo>
                    <a:pt x="53830" y="18051"/>
                    <a:pt x="53926" y="17826"/>
                    <a:pt x="53797" y="17697"/>
                  </a:cubicBezTo>
                  <a:lnTo>
                    <a:pt x="38031" y="1256"/>
                  </a:lnTo>
                  <a:cubicBezTo>
                    <a:pt x="37259" y="451"/>
                    <a:pt x="36197" y="1"/>
                    <a:pt x="350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329"/>
            <p:cNvSpPr/>
            <p:nvPr/>
          </p:nvSpPr>
          <p:spPr>
            <a:xfrm flipH="1">
              <a:off x="7248567" y="3203666"/>
              <a:ext cx="926696" cy="597404"/>
            </a:xfrm>
            <a:custGeom>
              <a:rect b="b" l="l" r="r" t="t"/>
              <a:pathLst>
                <a:path extrusionOk="0" fill="none" h="34557" w="53605">
                  <a:moveTo>
                    <a:pt x="53604" y="0"/>
                  </a:moveTo>
                  <a:cubicBezTo>
                    <a:pt x="53604" y="0"/>
                    <a:pt x="44756" y="2992"/>
                    <a:pt x="44756" y="13932"/>
                  </a:cubicBezTo>
                  <a:lnTo>
                    <a:pt x="44756" y="34556"/>
                  </a:lnTo>
                  <a:lnTo>
                    <a:pt x="0" y="34556"/>
                  </a:lnTo>
                  <a:lnTo>
                    <a:pt x="0" y="193"/>
                  </a:lnTo>
                </a:path>
              </a:pathLst>
            </a:custGeom>
            <a:noFill/>
            <a:ln cap="rnd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329"/>
            <p:cNvSpPr/>
            <p:nvPr/>
          </p:nvSpPr>
          <p:spPr>
            <a:xfrm flipH="1">
              <a:off x="7876555" y="3297104"/>
              <a:ext cx="185253" cy="45622"/>
            </a:xfrm>
            <a:custGeom>
              <a:rect b="b" l="l" r="r" t="t"/>
              <a:pathLst>
                <a:path extrusionOk="0" h="2639" w="10716">
                  <a:moveTo>
                    <a:pt x="1320" y="1"/>
                  </a:moveTo>
                  <a:cubicBezTo>
                    <a:pt x="612" y="1"/>
                    <a:pt x="1" y="580"/>
                    <a:pt x="1" y="1320"/>
                  </a:cubicBezTo>
                  <a:cubicBezTo>
                    <a:pt x="1" y="2060"/>
                    <a:pt x="612" y="2639"/>
                    <a:pt x="1320" y="2639"/>
                  </a:cubicBezTo>
                  <a:lnTo>
                    <a:pt x="9396" y="2639"/>
                  </a:lnTo>
                  <a:cubicBezTo>
                    <a:pt x="10136" y="2639"/>
                    <a:pt x="10715" y="2060"/>
                    <a:pt x="10715" y="1320"/>
                  </a:cubicBezTo>
                  <a:cubicBezTo>
                    <a:pt x="10715" y="580"/>
                    <a:pt x="10136" y="1"/>
                    <a:pt x="93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329"/>
            <p:cNvSpPr/>
            <p:nvPr/>
          </p:nvSpPr>
          <p:spPr>
            <a:xfrm flipH="1">
              <a:off x="6831419" y="2894951"/>
              <a:ext cx="446657" cy="312074"/>
            </a:xfrm>
            <a:custGeom>
              <a:rect b="b" l="l" r="r" t="t"/>
              <a:pathLst>
                <a:path extrusionOk="0" h="18052" w="25837">
                  <a:moveTo>
                    <a:pt x="0" y="1"/>
                  </a:moveTo>
                  <a:lnTo>
                    <a:pt x="22555" y="18051"/>
                  </a:lnTo>
                  <a:lnTo>
                    <a:pt x="25837" y="18051"/>
                  </a:lnTo>
                  <a:lnTo>
                    <a:pt x="3250" y="1"/>
                  </a:lnTo>
                  <a:close/>
                </a:path>
              </a:pathLst>
            </a:custGeom>
            <a:solidFill>
              <a:srgbClr val="5656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329"/>
            <p:cNvSpPr/>
            <p:nvPr/>
          </p:nvSpPr>
          <p:spPr>
            <a:xfrm flipH="1">
              <a:off x="6542738" y="2894951"/>
              <a:ext cx="587395" cy="312074"/>
            </a:xfrm>
            <a:custGeom>
              <a:rect b="b" l="l" r="r" t="t"/>
              <a:pathLst>
                <a:path extrusionOk="0" h="18052" w="33978">
                  <a:moveTo>
                    <a:pt x="1" y="1"/>
                  </a:moveTo>
                  <a:lnTo>
                    <a:pt x="24872" y="18051"/>
                  </a:lnTo>
                  <a:lnTo>
                    <a:pt x="33978" y="18051"/>
                  </a:lnTo>
                  <a:lnTo>
                    <a:pt x="9106" y="1"/>
                  </a:lnTo>
                  <a:close/>
                </a:path>
              </a:pathLst>
            </a:custGeom>
            <a:solidFill>
              <a:srgbClr val="5656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329"/>
            <p:cNvSpPr/>
            <p:nvPr/>
          </p:nvSpPr>
          <p:spPr>
            <a:xfrm flipH="1">
              <a:off x="4745029" y="1723551"/>
              <a:ext cx="501735" cy="386047"/>
            </a:xfrm>
            <a:custGeom>
              <a:rect b="b" l="l" r="r" t="t"/>
              <a:pathLst>
                <a:path extrusionOk="0" h="22331" w="29023">
                  <a:moveTo>
                    <a:pt x="17215" y="0"/>
                  </a:moveTo>
                  <a:lnTo>
                    <a:pt x="7594" y="1127"/>
                  </a:lnTo>
                  <a:cubicBezTo>
                    <a:pt x="7594" y="1127"/>
                    <a:pt x="1" y="13321"/>
                    <a:pt x="4344" y="22041"/>
                  </a:cubicBezTo>
                  <a:lnTo>
                    <a:pt x="26159" y="22330"/>
                  </a:lnTo>
                  <a:cubicBezTo>
                    <a:pt x="26159" y="22330"/>
                    <a:pt x="29023" y="11744"/>
                    <a:pt x="172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329"/>
            <p:cNvSpPr/>
            <p:nvPr/>
          </p:nvSpPr>
          <p:spPr>
            <a:xfrm flipH="1">
              <a:off x="5137715" y="1613172"/>
              <a:ext cx="91157" cy="209957"/>
            </a:xfrm>
            <a:custGeom>
              <a:rect b="b" l="l" r="r" t="t"/>
              <a:pathLst>
                <a:path extrusionOk="0" h="12145" w="5273">
                  <a:moveTo>
                    <a:pt x="4487" y="0"/>
                  </a:moveTo>
                  <a:cubicBezTo>
                    <a:pt x="3356" y="0"/>
                    <a:pt x="1" y="356"/>
                    <a:pt x="27" y="4584"/>
                  </a:cubicBezTo>
                  <a:cubicBezTo>
                    <a:pt x="60" y="9410"/>
                    <a:pt x="5272" y="12145"/>
                    <a:pt x="5272" y="12145"/>
                  </a:cubicBezTo>
                  <a:lnTo>
                    <a:pt x="4854" y="15"/>
                  </a:lnTo>
                  <a:cubicBezTo>
                    <a:pt x="4854" y="15"/>
                    <a:pt x="4716" y="0"/>
                    <a:pt x="44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329"/>
            <p:cNvSpPr/>
            <p:nvPr/>
          </p:nvSpPr>
          <p:spPr>
            <a:xfrm flipH="1">
              <a:off x="4914119" y="1574691"/>
              <a:ext cx="302600" cy="292747"/>
            </a:xfrm>
            <a:custGeom>
              <a:rect b="b" l="l" r="r" t="t"/>
              <a:pathLst>
                <a:path extrusionOk="0" h="16934" w="17504">
                  <a:moveTo>
                    <a:pt x="8738" y="0"/>
                  </a:moveTo>
                  <a:cubicBezTo>
                    <a:pt x="4329" y="0"/>
                    <a:pt x="630" y="3405"/>
                    <a:pt x="322" y="7871"/>
                  </a:cubicBezTo>
                  <a:cubicBezTo>
                    <a:pt x="0" y="12537"/>
                    <a:pt x="3507" y="16591"/>
                    <a:pt x="8173" y="16913"/>
                  </a:cubicBezTo>
                  <a:cubicBezTo>
                    <a:pt x="8372" y="16926"/>
                    <a:pt x="8570" y="16933"/>
                    <a:pt x="8766" y="16933"/>
                  </a:cubicBezTo>
                  <a:cubicBezTo>
                    <a:pt x="13175" y="16933"/>
                    <a:pt x="16874" y="13528"/>
                    <a:pt x="17182" y="9062"/>
                  </a:cubicBezTo>
                  <a:cubicBezTo>
                    <a:pt x="17504" y="4397"/>
                    <a:pt x="13996" y="342"/>
                    <a:pt x="9331" y="21"/>
                  </a:cubicBezTo>
                  <a:cubicBezTo>
                    <a:pt x="9132" y="7"/>
                    <a:pt x="8934" y="0"/>
                    <a:pt x="87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329"/>
            <p:cNvSpPr/>
            <p:nvPr/>
          </p:nvSpPr>
          <p:spPr>
            <a:xfrm flipH="1">
              <a:off x="5141138" y="1760148"/>
              <a:ext cx="90604" cy="77552"/>
            </a:xfrm>
            <a:custGeom>
              <a:rect b="b" l="l" r="r" t="t"/>
              <a:pathLst>
                <a:path extrusionOk="0" h="4486" w="5241">
                  <a:moveTo>
                    <a:pt x="2618" y="0"/>
                  </a:moveTo>
                  <a:cubicBezTo>
                    <a:pt x="2394" y="0"/>
                    <a:pt x="2155" y="61"/>
                    <a:pt x="1899" y="200"/>
                  </a:cubicBezTo>
                  <a:cubicBezTo>
                    <a:pt x="0" y="1230"/>
                    <a:pt x="2092" y="4319"/>
                    <a:pt x="4119" y="4479"/>
                  </a:cubicBezTo>
                  <a:cubicBezTo>
                    <a:pt x="4158" y="4484"/>
                    <a:pt x="4197" y="4486"/>
                    <a:pt x="4236" y="4486"/>
                  </a:cubicBezTo>
                  <a:cubicBezTo>
                    <a:pt x="4794" y="4486"/>
                    <a:pt x="5241" y="4062"/>
                    <a:pt x="5181" y="3611"/>
                  </a:cubicBezTo>
                  <a:cubicBezTo>
                    <a:pt x="5052" y="2838"/>
                    <a:pt x="4795" y="2098"/>
                    <a:pt x="4408" y="1423"/>
                  </a:cubicBezTo>
                  <a:cubicBezTo>
                    <a:pt x="3961" y="702"/>
                    <a:pt x="3379" y="0"/>
                    <a:pt x="2618" y="0"/>
                  </a:cubicBezTo>
                  <a:close/>
                </a:path>
              </a:pathLst>
            </a:custGeom>
            <a:solidFill>
              <a:srgbClr val="9953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329"/>
            <p:cNvSpPr/>
            <p:nvPr/>
          </p:nvSpPr>
          <p:spPr>
            <a:xfrm flipH="1">
              <a:off x="4998674" y="1837578"/>
              <a:ext cx="118489" cy="216941"/>
            </a:xfrm>
            <a:custGeom>
              <a:rect b="b" l="l" r="r" t="t"/>
              <a:pathLst>
                <a:path extrusionOk="0" h="12549" w="6854">
                  <a:moveTo>
                    <a:pt x="4891" y="0"/>
                  </a:moveTo>
                  <a:lnTo>
                    <a:pt x="1" y="1448"/>
                  </a:lnTo>
                  <a:lnTo>
                    <a:pt x="226" y="12549"/>
                  </a:lnTo>
                  <a:lnTo>
                    <a:pt x="6854" y="12549"/>
                  </a:lnTo>
                  <a:lnTo>
                    <a:pt x="4891" y="0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329"/>
            <p:cNvSpPr/>
            <p:nvPr/>
          </p:nvSpPr>
          <p:spPr>
            <a:xfrm flipH="1">
              <a:off x="5028149" y="1885411"/>
              <a:ext cx="88460" cy="82894"/>
            </a:xfrm>
            <a:custGeom>
              <a:rect b="b" l="l" r="r" t="t"/>
              <a:pathLst>
                <a:path extrusionOk="0" h="4795" w="5117">
                  <a:moveTo>
                    <a:pt x="5117" y="1"/>
                  </a:moveTo>
                  <a:lnTo>
                    <a:pt x="1" y="869"/>
                  </a:lnTo>
                  <a:lnTo>
                    <a:pt x="65" y="4795"/>
                  </a:lnTo>
                  <a:lnTo>
                    <a:pt x="5117" y="1"/>
                  </a:lnTo>
                  <a:close/>
                </a:path>
              </a:pathLst>
            </a:custGeom>
            <a:solidFill>
              <a:srgbClr val="9953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329"/>
            <p:cNvSpPr/>
            <p:nvPr/>
          </p:nvSpPr>
          <p:spPr>
            <a:xfrm flipH="1">
              <a:off x="4962334" y="1638913"/>
              <a:ext cx="242717" cy="277637"/>
            </a:xfrm>
            <a:custGeom>
              <a:rect b="b" l="l" r="r" t="t"/>
              <a:pathLst>
                <a:path extrusionOk="0" h="16060" w="14040">
                  <a:moveTo>
                    <a:pt x="6139" y="0"/>
                  </a:moveTo>
                  <a:cubicBezTo>
                    <a:pt x="5775" y="0"/>
                    <a:pt x="5391" y="12"/>
                    <a:pt x="4988" y="38"/>
                  </a:cubicBezTo>
                  <a:cubicBezTo>
                    <a:pt x="4988" y="38"/>
                    <a:pt x="1" y="682"/>
                    <a:pt x="451" y="5443"/>
                  </a:cubicBezTo>
                  <a:cubicBezTo>
                    <a:pt x="1030" y="11267"/>
                    <a:pt x="1513" y="14774"/>
                    <a:pt x="4956" y="15836"/>
                  </a:cubicBezTo>
                  <a:cubicBezTo>
                    <a:pt x="5440" y="15987"/>
                    <a:pt x="5936" y="16060"/>
                    <a:pt x="6432" y="16060"/>
                  </a:cubicBezTo>
                  <a:cubicBezTo>
                    <a:pt x="8376" y="16060"/>
                    <a:pt x="10321" y="14933"/>
                    <a:pt x="11552" y="12908"/>
                  </a:cubicBezTo>
                  <a:cubicBezTo>
                    <a:pt x="12131" y="11911"/>
                    <a:pt x="12099" y="9337"/>
                    <a:pt x="12163" y="8178"/>
                  </a:cubicBezTo>
                  <a:lnTo>
                    <a:pt x="13128" y="5733"/>
                  </a:lnTo>
                  <a:cubicBezTo>
                    <a:pt x="13128" y="5733"/>
                    <a:pt x="14040" y="0"/>
                    <a:pt x="6139" y="0"/>
                  </a:cubicBez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329"/>
            <p:cNvSpPr/>
            <p:nvPr/>
          </p:nvSpPr>
          <p:spPr>
            <a:xfrm flipH="1">
              <a:off x="4944721" y="1711865"/>
              <a:ext cx="55078" cy="87907"/>
            </a:xfrm>
            <a:custGeom>
              <a:rect b="b" l="l" r="r" t="t"/>
              <a:pathLst>
                <a:path extrusionOk="0" h="5085" w="3186">
                  <a:moveTo>
                    <a:pt x="65" y="1"/>
                  </a:moveTo>
                  <a:lnTo>
                    <a:pt x="1" y="5085"/>
                  </a:lnTo>
                  <a:lnTo>
                    <a:pt x="3186" y="709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329"/>
            <p:cNvSpPr/>
            <p:nvPr/>
          </p:nvSpPr>
          <p:spPr>
            <a:xfrm flipH="1">
              <a:off x="4919119" y="1759128"/>
              <a:ext cx="88356" cy="78710"/>
            </a:xfrm>
            <a:custGeom>
              <a:rect b="b" l="l" r="r" t="t"/>
              <a:pathLst>
                <a:path extrusionOk="0" h="4553" w="5111">
                  <a:moveTo>
                    <a:pt x="2497" y="0"/>
                  </a:moveTo>
                  <a:cubicBezTo>
                    <a:pt x="1715" y="0"/>
                    <a:pt x="1143" y="747"/>
                    <a:pt x="734" y="1514"/>
                  </a:cubicBezTo>
                  <a:cubicBezTo>
                    <a:pt x="380" y="2190"/>
                    <a:pt x="155" y="2930"/>
                    <a:pt x="58" y="3734"/>
                  </a:cubicBezTo>
                  <a:cubicBezTo>
                    <a:pt x="0" y="4169"/>
                    <a:pt x="440" y="4552"/>
                    <a:pt x="952" y="4552"/>
                  </a:cubicBezTo>
                  <a:cubicBezTo>
                    <a:pt x="1007" y="4552"/>
                    <a:pt x="1064" y="4548"/>
                    <a:pt x="1120" y="4538"/>
                  </a:cubicBezTo>
                  <a:cubicBezTo>
                    <a:pt x="3147" y="4281"/>
                    <a:pt x="5110" y="1096"/>
                    <a:pt x="3147" y="163"/>
                  </a:cubicBezTo>
                  <a:cubicBezTo>
                    <a:pt x="2916" y="50"/>
                    <a:pt x="2700" y="0"/>
                    <a:pt x="2497" y="0"/>
                  </a:cubicBez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329"/>
            <p:cNvSpPr/>
            <p:nvPr/>
          </p:nvSpPr>
          <p:spPr>
            <a:xfrm flipH="1">
              <a:off x="4958068" y="1788638"/>
              <a:ext cx="29492" cy="21143"/>
            </a:xfrm>
            <a:custGeom>
              <a:rect b="b" l="l" r="r" t="t"/>
              <a:pathLst>
                <a:path extrusionOk="0" fill="none" h="1223" w="1706">
                  <a:moveTo>
                    <a:pt x="1706" y="0"/>
                  </a:moveTo>
                  <a:cubicBezTo>
                    <a:pt x="805" y="0"/>
                    <a:pt x="0" y="1223"/>
                    <a:pt x="0" y="1223"/>
                  </a:cubicBezTo>
                </a:path>
              </a:pathLst>
            </a:custGeom>
            <a:noFill/>
            <a:ln cap="rnd" cmpd="sng" w="4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329"/>
            <p:cNvSpPr/>
            <p:nvPr/>
          </p:nvSpPr>
          <p:spPr>
            <a:xfrm flipH="1">
              <a:off x="4910229" y="1604909"/>
              <a:ext cx="279245" cy="128014"/>
            </a:xfrm>
            <a:custGeom>
              <a:rect b="b" l="l" r="r" t="t"/>
              <a:pathLst>
                <a:path extrusionOk="0" h="7405" w="16153">
                  <a:moveTo>
                    <a:pt x="6198" y="0"/>
                  </a:moveTo>
                  <a:cubicBezTo>
                    <a:pt x="3781" y="0"/>
                    <a:pt x="1419" y="596"/>
                    <a:pt x="1" y="1297"/>
                  </a:cubicBezTo>
                  <a:cubicBezTo>
                    <a:pt x="1" y="1297"/>
                    <a:pt x="1284" y="7405"/>
                    <a:pt x="9648" y="7405"/>
                  </a:cubicBezTo>
                  <a:cubicBezTo>
                    <a:pt x="10650" y="7405"/>
                    <a:pt x="11753" y="7317"/>
                    <a:pt x="12967" y="7121"/>
                  </a:cubicBezTo>
                  <a:cubicBezTo>
                    <a:pt x="12967" y="7121"/>
                    <a:pt x="16153" y="6413"/>
                    <a:pt x="13032" y="2616"/>
                  </a:cubicBezTo>
                  <a:cubicBezTo>
                    <a:pt x="11406" y="675"/>
                    <a:pt x="8771" y="0"/>
                    <a:pt x="619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329"/>
            <p:cNvSpPr/>
            <p:nvPr/>
          </p:nvSpPr>
          <p:spPr>
            <a:xfrm flipH="1">
              <a:off x="5134380" y="1806979"/>
              <a:ext cx="14487" cy="29510"/>
            </a:xfrm>
            <a:custGeom>
              <a:rect b="b" l="l" r="r" t="t"/>
              <a:pathLst>
                <a:path extrusionOk="0" fill="none" h="1707" w="838">
                  <a:moveTo>
                    <a:pt x="451" y="1"/>
                  </a:moveTo>
                  <a:lnTo>
                    <a:pt x="1" y="1320"/>
                  </a:lnTo>
                  <a:lnTo>
                    <a:pt x="837" y="1706"/>
                  </a:lnTo>
                </a:path>
              </a:pathLst>
            </a:custGeom>
            <a:noFill/>
            <a:ln cap="rnd" cmpd="sng" w="4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329"/>
            <p:cNvSpPr/>
            <p:nvPr/>
          </p:nvSpPr>
          <p:spPr>
            <a:xfrm flipH="1">
              <a:off x="5079320" y="1780824"/>
              <a:ext cx="23234" cy="19552"/>
            </a:xfrm>
            <a:custGeom>
              <a:rect b="b" l="l" r="r" t="t"/>
              <a:pathLst>
                <a:path extrusionOk="0" h="1131" w="1344">
                  <a:moveTo>
                    <a:pt x="727" y="0"/>
                  </a:moveTo>
                  <a:cubicBezTo>
                    <a:pt x="237" y="0"/>
                    <a:pt x="1" y="621"/>
                    <a:pt x="346" y="967"/>
                  </a:cubicBezTo>
                  <a:cubicBezTo>
                    <a:pt x="459" y="1080"/>
                    <a:pt x="601" y="1130"/>
                    <a:pt x="743" y="1130"/>
                  </a:cubicBezTo>
                  <a:cubicBezTo>
                    <a:pt x="1045" y="1130"/>
                    <a:pt x="1344" y="899"/>
                    <a:pt x="1344" y="549"/>
                  </a:cubicBezTo>
                  <a:cubicBezTo>
                    <a:pt x="1344" y="259"/>
                    <a:pt x="1086" y="2"/>
                    <a:pt x="764" y="2"/>
                  </a:cubicBezTo>
                  <a:cubicBezTo>
                    <a:pt x="752" y="1"/>
                    <a:pt x="740" y="0"/>
                    <a:pt x="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329"/>
            <p:cNvSpPr/>
            <p:nvPr/>
          </p:nvSpPr>
          <p:spPr>
            <a:xfrm flipH="1">
              <a:off x="5158858" y="1779735"/>
              <a:ext cx="21160" cy="18446"/>
            </a:xfrm>
            <a:custGeom>
              <a:rect b="b" l="l" r="r" t="t"/>
              <a:pathLst>
                <a:path extrusionOk="0" h="1067" w="1224">
                  <a:moveTo>
                    <a:pt x="709" y="0"/>
                  </a:moveTo>
                  <a:cubicBezTo>
                    <a:pt x="226" y="0"/>
                    <a:pt x="1" y="579"/>
                    <a:pt x="323" y="901"/>
                  </a:cubicBezTo>
                  <a:cubicBezTo>
                    <a:pt x="427" y="1016"/>
                    <a:pt x="559" y="1067"/>
                    <a:pt x="690" y="1067"/>
                  </a:cubicBezTo>
                  <a:cubicBezTo>
                    <a:pt x="960" y="1067"/>
                    <a:pt x="1223" y="851"/>
                    <a:pt x="1223" y="547"/>
                  </a:cubicBezTo>
                  <a:cubicBezTo>
                    <a:pt x="1223" y="225"/>
                    <a:pt x="998" y="0"/>
                    <a:pt x="7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329"/>
            <p:cNvSpPr/>
            <p:nvPr/>
          </p:nvSpPr>
          <p:spPr>
            <a:xfrm flipH="1">
              <a:off x="5147172" y="1717224"/>
              <a:ext cx="46192" cy="31584"/>
            </a:xfrm>
            <a:custGeom>
              <a:rect b="b" l="l" r="r" t="t"/>
              <a:pathLst>
                <a:path extrusionOk="0" h="1827" w="2672">
                  <a:moveTo>
                    <a:pt x="1770" y="0"/>
                  </a:moveTo>
                  <a:cubicBezTo>
                    <a:pt x="1666" y="0"/>
                    <a:pt x="1549" y="14"/>
                    <a:pt x="1416" y="45"/>
                  </a:cubicBezTo>
                  <a:cubicBezTo>
                    <a:pt x="837" y="173"/>
                    <a:pt x="354" y="527"/>
                    <a:pt x="97" y="1042"/>
                  </a:cubicBezTo>
                  <a:cubicBezTo>
                    <a:pt x="1" y="1235"/>
                    <a:pt x="1" y="1428"/>
                    <a:pt x="97" y="1621"/>
                  </a:cubicBezTo>
                  <a:cubicBezTo>
                    <a:pt x="164" y="1755"/>
                    <a:pt x="292" y="1827"/>
                    <a:pt x="428" y="1827"/>
                  </a:cubicBezTo>
                  <a:cubicBezTo>
                    <a:pt x="489" y="1827"/>
                    <a:pt x="552" y="1812"/>
                    <a:pt x="612" y="1782"/>
                  </a:cubicBezTo>
                  <a:cubicBezTo>
                    <a:pt x="1062" y="1621"/>
                    <a:pt x="1481" y="1493"/>
                    <a:pt x="1963" y="1428"/>
                  </a:cubicBezTo>
                  <a:cubicBezTo>
                    <a:pt x="2382" y="1364"/>
                    <a:pt x="2671" y="946"/>
                    <a:pt x="2542" y="527"/>
                  </a:cubicBezTo>
                  <a:cubicBezTo>
                    <a:pt x="2542" y="527"/>
                    <a:pt x="2423" y="0"/>
                    <a:pt x="17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329"/>
            <p:cNvSpPr/>
            <p:nvPr/>
          </p:nvSpPr>
          <p:spPr>
            <a:xfrm flipH="1">
              <a:off x="5042048" y="1717017"/>
              <a:ext cx="68994" cy="36684"/>
            </a:xfrm>
            <a:custGeom>
              <a:rect b="b" l="l" r="r" t="t"/>
              <a:pathLst>
                <a:path extrusionOk="0" h="2122" w="3991">
                  <a:moveTo>
                    <a:pt x="1353" y="1"/>
                  </a:moveTo>
                  <a:cubicBezTo>
                    <a:pt x="407" y="1"/>
                    <a:pt x="226" y="572"/>
                    <a:pt x="226" y="572"/>
                  </a:cubicBezTo>
                  <a:cubicBezTo>
                    <a:pt x="226" y="572"/>
                    <a:pt x="1" y="1312"/>
                    <a:pt x="1030" y="1472"/>
                  </a:cubicBezTo>
                  <a:cubicBezTo>
                    <a:pt x="1770" y="1601"/>
                    <a:pt x="2510" y="1794"/>
                    <a:pt x="3186" y="2084"/>
                  </a:cubicBezTo>
                  <a:cubicBezTo>
                    <a:pt x="3253" y="2109"/>
                    <a:pt x="3323" y="2121"/>
                    <a:pt x="3391" y="2121"/>
                  </a:cubicBezTo>
                  <a:cubicBezTo>
                    <a:pt x="3586" y="2121"/>
                    <a:pt x="3775" y="2025"/>
                    <a:pt x="3894" y="1859"/>
                  </a:cubicBezTo>
                  <a:cubicBezTo>
                    <a:pt x="3990" y="1698"/>
                    <a:pt x="3990" y="1472"/>
                    <a:pt x="3894" y="1312"/>
                  </a:cubicBezTo>
                  <a:cubicBezTo>
                    <a:pt x="3315" y="668"/>
                    <a:pt x="2542" y="218"/>
                    <a:pt x="1706" y="25"/>
                  </a:cubicBezTo>
                  <a:cubicBezTo>
                    <a:pt x="1578" y="8"/>
                    <a:pt x="1460" y="1"/>
                    <a:pt x="13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329"/>
            <p:cNvSpPr/>
            <p:nvPr/>
          </p:nvSpPr>
          <p:spPr>
            <a:xfrm flipH="1">
              <a:off x="5087669" y="1840361"/>
              <a:ext cx="54525" cy="21143"/>
            </a:xfrm>
            <a:custGeom>
              <a:rect b="b" l="l" r="r" t="t"/>
              <a:pathLst>
                <a:path extrusionOk="0" h="1223" w="3154">
                  <a:moveTo>
                    <a:pt x="3154" y="0"/>
                  </a:moveTo>
                  <a:lnTo>
                    <a:pt x="3154" y="0"/>
                  </a:lnTo>
                  <a:cubicBezTo>
                    <a:pt x="2167" y="631"/>
                    <a:pt x="573" y="677"/>
                    <a:pt x="123" y="677"/>
                  </a:cubicBezTo>
                  <a:cubicBezTo>
                    <a:pt x="45" y="677"/>
                    <a:pt x="1" y="676"/>
                    <a:pt x="1" y="676"/>
                  </a:cubicBezTo>
                  <a:lnTo>
                    <a:pt x="1" y="676"/>
                  </a:lnTo>
                  <a:cubicBezTo>
                    <a:pt x="582" y="1075"/>
                    <a:pt x="1073" y="1222"/>
                    <a:pt x="1482" y="1222"/>
                  </a:cubicBezTo>
                  <a:cubicBezTo>
                    <a:pt x="2658" y="1222"/>
                    <a:pt x="3154" y="0"/>
                    <a:pt x="3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329"/>
            <p:cNvSpPr/>
            <p:nvPr/>
          </p:nvSpPr>
          <p:spPr>
            <a:xfrm flipH="1">
              <a:off x="5250081" y="2798177"/>
              <a:ext cx="135741" cy="211443"/>
            </a:xfrm>
            <a:custGeom>
              <a:rect b="b" l="l" r="r" t="t"/>
              <a:pathLst>
                <a:path extrusionOk="0" h="12231" w="7852">
                  <a:moveTo>
                    <a:pt x="4763" y="0"/>
                  </a:moveTo>
                  <a:lnTo>
                    <a:pt x="3186" y="901"/>
                  </a:lnTo>
                  <a:cubicBezTo>
                    <a:pt x="2350" y="1384"/>
                    <a:pt x="1642" y="2059"/>
                    <a:pt x="1127" y="2832"/>
                  </a:cubicBezTo>
                  <a:lnTo>
                    <a:pt x="194" y="4247"/>
                  </a:lnTo>
                  <a:cubicBezTo>
                    <a:pt x="1" y="4569"/>
                    <a:pt x="130" y="5020"/>
                    <a:pt x="483" y="5180"/>
                  </a:cubicBezTo>
                  <a:cubicBezTo>
                    <a:pt x="594" y="5225"/>
                    <a:pt x="708" y="5246"/>
                    <a:pt x="820" y="5246"/>
                  </a:cubicBezTo>
                  <a:cubicBezTo>
                    <a:pt x="1033" y="5246"/>
                    <a:pt x="1236" y="5168"/>
                    <a:pt x="1384" y="5020"/>
                  </a:cubicBezTo>
                  <a:lnTo>
                    <a:pt x="2671" y="3765"/>
                  </a:lnTo>
                  <a:lnTo>
                    <a:pt x="741" y="10457"/>
                  </a:lnTo>
                  <a:cubicBezTo>
                    <a:pt x="644" y="10747"/>
                    <a:pt x="837" y="11069"/>
                    <a:pt x="1159" y="11101"/>
                  </a:cubicBezTo>
                  <a:lnTo>
                    <a:pt x="1352" y="11133"/>
                  </a:lnTo>
                  <a:cubicBezTo>
                    <a:pt x="1391" y="11144"/>
                    <a:pt x="1431" y="11149"/>
                    <a:pt x="1469" y="11149"/>
                  </a:cubicBezTo>
                  <a:cubicBezTo>
                    <a:pt x="1652" y="11149"/>
                    <a:pt x="1819" y="11029"/>
                    <a:pt x="1899" y="10843"/>
                  </a:cubicBezTo>
                  <a:lnTo>
                    <a:pt x="3154" y="6918"/>
                  </a:lnTo>
                  <a:lnTo>
                    <a:pt x="2317" y="11616"/>
                  </a:lnTo>
                  <a:cubicBezTo>
                    <a:pt x="2253" y="11905"/>
                    <a:pt x="2446" y="12195"/>
                    <a:pt x="2768" y="12227"/>
                  </a:cubicBezTo>
                  <a:lnTo>
                    <a:pt x="2897" y="12227"/>
                  </a:lnTo>
                  <a:cubicBezTo>
                    <a:pt x="2919" y="12230"/>
                    <a:pt x="2940" y="12231"/>
                    <a:pt x="2962" y="12231"/>
                  </a:cubicBezTo>
                  <a:cubicBezTo>
                    <a:pt x="3191" y="12231"/>
                    <a:pt x="3385" y="12076"/>
                    <a:pt x="3444" y="11841"/>
                  </a:cubicBezTo>
                  <a:lnTo>
                    <a:pt x="4473" y="6982"/>
                  </a:lnTo>
                  <a:lnTo>
                    <a:pt x="4345" y="11069"/>
                  </a:lnTo>
                  <a:cubicBezTo>
                    <a:pt x="4345" y="11357"/>
                    <a:pt x="4577" y="11593"/>
                    <a:pt x="4856" y="11593"/>
                  </a:cubicBezTo>
                  <a:cubicBezTo>
                    <a:pt x="4889" y="11593"/>
                    <a:pt x="4922" y="11590"/>
                    <a:pt x="4956" y="11583"/>
                  </a:cubicBezTo>
                  <a:lnTo>
                    <a:pt x="5020" y="11583"/>
                  </a:lnTo>
                  <a:cubicBezTo>
                    <a:pt x="5213" y="11551"/>
                    <a:pt x="5374" y="11358"/>
                    <a:pt x="5406" y="11165"/>
                  </a:cubicBezTo>
                  <a:lnTo>
                    <a:pt x="5760" y="7079"/>
                  </a:lnTo>
                  <a:lnTo>
                    <a:pt x="5953" y="9524"/>
                  </a:lnTo>
                  <a:cubicBezTo>
                    <a:pt x="5953" y="9804"/>
                    <a:pt x="6195" y="10024"/>
                    <a:pt x="6455" y="10024"/>
                  </a:cubicBezTo>
                  <a:cubicBezTo>
                    <a:pt x="6524" y="10024"/>
                    <a:pt x="6594" y="10008"/>
                    <a:pt x="6661" y="9975"/>
                  </a:cubicBezTo>
                  <a:cubicBezTo>
                    <a:pt x="6822" y="9910"/>
                    <a:pt x="6951" y="9749"/>
                    <a:pt x="6951" y="9588"/>
                  </a:cubicBezTo>
                  <a:lnTo>
                    <a:pt x="7852" y="129"/>
                  </a:lnTo>
                  <a:lnTo>
                    <a:pt x="4763" y="0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329"/>
            <p:cNvSpPr/>
            <p:nvPr/>
          </p:nvSpPr>
          <p:spPr>
            <a:xfrm flipH="1">
              <a:off x="5295686" y="2843228"/>
              <a:ext cx="43962" cy="20589"/>
            </a:xfrm>
            <a:custGeom>
              <a:rect b="b" l="l" r="r" t="t"/>
              <a:pathLst>
                <a:path extrusionOk="0" fill="none" h="1191" w="2543">
                  <a:moveTo>
                    <a:pt x="0" y="1191"/>
                  </a:moveTo>
                  <a:cubicBezTo>
                    <a:pt x="966" y="1191"/>
                    <a:pt x="1899" y="740"/>
                    <a:pt x="2542" y="0"/>
                  </a:cubicBez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329"/>
            <p:cNvSpPr/>
            <p:nvPr/>
          </p:nvSpPr>
          <p:spPr>
            <a:xfrm flipH="1">
              <a:off x="5210027" y="2669128"/>
              <a:ext cx="93474" cy="131281"/>
            </a:xfrm>
            <a:custGeom>
              <a:rect b="b" l="l" r="r" t="t"/>
              <a:pathLst>
                <a:path extrusionOk="0" h="7594" w="5407">
                  <a:moveTo>
                    <a:pt x="5406" y="1"/>
                  </a:moveTo>
                  <a:lnTo>
                    <a:pt x="483" y="194"/>
                  </a:lnTo>
                  <a:lnTo>
                    <a:pt x="1" y="7465"/>
                  </a:lnTo>
                  <a:lnTo>
                    <a:pt x="3090" y="7594"/>
                  </a:lnTo>
                  <a:lnTo>
                    <a:pt x="5406" y="1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329"/>
            <p:cNvSpPr/>
            <p:nvPr/>
          </p:nvSpPr>
          <p:spPr>
            <a:xfrm flipH="1">
              <a:off x="5159409" y="2057281"/>
              <a:ext cx="180239" cy="706990"/>
            </a:xfrm>
            <a:custGeom>
              <a:rect b="b" l="l" r="r" t="t"/>
              <a:pathLst>
                <a:path extrusionOk="0" h="40896" w="10426">
                  <a:moveTo>
                    <a:pt x="5277" y="1"/>
                  </a:moveTo>
                  <a:cubicBezTo>
                    <a:pt x="5277" y="1"/>
                    <a:pt x="2767" y="805"/>
                    <a:pt x="1802" y="9171"/>
                  </a:cubicBezTo>
                  <a:cubicBezTo>
                    <a:pt x="676" y="18984"/>
                    <a:pt x="0" y="40413"/>
                    <a:pt x="0" y="40413"/>
                  </a:cubicBezTo>
                  <a:lnTo>
                    <a:pt x="6564" y="40896"/>
                  </a:lnTo>
                  <a:lnTo>
                    <a:pt x="10425" y="9171"/>
                  </a:lnTo>
                  <a:lnTo>
                    <a:pt x="52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329"/>
            <p:cNvSpPr/>
            <p:nvPr/>
          </p:nvSpPr>
          <p:spPr>
            <a:xfrm flipH="1">
              <a:off x="5035925" y="2442198"/>
              <a:ext cx="234747" cy="880522"/>
            </a:xfrm>
            <a:custGeom>
              <a:rect b="b" l="l" r="r" t="t"/>
              <a:pathLst>
                <a:path extrusionOk="0" h="50934" w="13579">
                  <a:moveTo>
                    <a:pt x="4923" y="0"/>
                  </a:moveTo>
                  <a:cubicBezTo>
                    <a:pt x="4923" y="0"/>
                    <a:pt x="1094" y="7111"/>
                    <a:pt x="418" y="20914"/>
                  </a:cubicBezTo>
                  <a:cubicBezTo>
                    <a:pt x="0" y="30020"/>
                    <a:pt x="547" y="40155"/>
                    <a:pt x="998" y="46043"/>
                  </a:cubicBezTo>
                  <a:cubicBezTo>
                    <a:pt x="1191" y="48810"/>
                    <a:pt x="3507" y="50934"/>
                    <a:pt x="6274" y="50934"/>
                  </a:cubicBezTo>
                  <a:cubicBezTo>
                    <a:pt x="9106" y="50934"/>
                    <a:pt x="11455" y="48713"/>
                    <a:pt x="11583" y="45882"/>
                  </a:cubicBezTo>
                  <a:lnTo>
                    <a:pt x="13578" y="32"/>
                  </a:lnTo>
                  <a:lnTo>
                    <a:pt x="4923" y="0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329"/>
            <p:cNvSpPr/>
            <p:nvPr/>
          </p:nvSpPr>
          <p:spPr>
            <a:xfrm flipH="1">
              <a:off x="5056518" y="2691377"/>
              <a:ext cx="44515" cy="482269"/>
            </a:xfrm>
            <a:custGeom>
              <a:rect b="b" l="l" r="r" t="t"/>
              <a:pathLst>
                <a:path extrusionOk="0" h="27897" w="2575">
                  <a:moveTo>
                    <a:pt x="1" y="1"/>
                  </a:moveTo>
                  <a:lnTo>
                    <a:pt x="1931" y="27897"/>
                  </a:lnTo>
                  <a:lnTo>
                    <a:pt x="2575" y="129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329"/>
            <p:cNvSpPr/>
            <p:nvPr/>
          </p:nvSpPr>
          <p:spPr>
            <a:xfrm flipH="1">
              <a:off x="5019798" y="3702040"/>
              <a:ext cx="150764" cy="285365"/>
            </a:xfrm>
            <a:custGeom>
              <a:rect b="b" l="l" r="r" t="t"/>
              <a:pathLst>
                <a:path extrusionOk="0" h="16507" w="8721">
                  <a:moveTo>
                    <a:pt x="1" y="0"/>
                  </a:moveTo>
                  <a:lnTo>
                    <a:pt x="2543" y="16506"/>
                  </a:lnTo>
                  <a:lnTo>
                    <a:pt x="8720" y="16313"/>
                  </a:lnTo>
                  <a:lnTo>
                    <a:pt x="7305" y="23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329"/>
            <p:cNvSpPr/>
            <p:nvPr/>
          </p:nvSpPr>
          <p:spPr>
            <a:xfrm flipH="1">
              <a:off x="4982522" y="3935089"/>
              <a:ext cx="420536" cy="142414"/>
            </a:xfrm>
            <a:custGeom>
              <a:rect b="b" l="l" r="r" t="t"/>
              <a:pathLst>
                <a:path extrusionOk="0" h="8238" w="24326">
                  <a:moveTo>
                    <a:pt x="15541" y="1"/>
                  </a:moveTo>
                  <a:lnTo>
                    <a:pt x="0" y="8238"/>
                  </a:lnTo>
                  <a:lnTo>
                    <a:pt x="0" y="8238"/>
                  </a:lnTo>
                  <a:lnTo>
                    <a:pt x="24325" y="8109"/>
                  </a:lnTo>
                  <a:lnTo>
                    <a:pt x="22008" y="1352"/>
                  </a:lnTo>
                  <a:cubicBezTo>
                    <a:pt x="22008" y="1352"/>
                    <a:pt x="20615" y="2167"/>
                    <a:pt x="19021" y="2167"/>
                  </a:cubicBezTo>
                  <a:cubicBezTo>
                    <a:pt x="17801" y="2167"/>
                    <a:pt x="16462" y="1689"/>
                    <a:pt x="15541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329"/>
            <p:cNvSpPr/>
            <p:nvPr/>
          </p:nvSpPr>
          <p:spPr>
            <a:xfrm flipH="1">
              <a:off x="4982522" y="4075254"/>
              <a:ext cx="420536" cy="38966"/>
            </a:xfrm>
            <a:custGeom>
              <a:rect b="b" l="l" r="r" t="t"/>
              <a:pathLst>
                <a:path extrusionOk="0" h="2254" w="24326">
                  <a:moveTo>
                    <a:pt x="24325" y="1"/>
                  </a:moveTo>
                  <a:lnTo>
                    <a:pt x="0" y="130"/>
                  </a:lnTo>
                  <a:lnTo>
                    <a:pt x="0" y="2253"/>
                  </a:lnTo>
                  <a:lnTo>
                    <a:pt x="24325" y="2124"/>
                  </a:lnTo>
                  <a:lnTo>
                    <a:pt x="243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329"/>
            <p:cNvSpPr/>
            <p:nvPr/>
          </p:nvSpPr>
          <p:spPr>
            <a:xfrm flipH="1">
              <a:off x="5154415" y="3958098"/>
              <a:ext cx="50635" cy="47143"/>
            </a:xfrm>
            <a:custGeom>
              <a:rect b="b" l="l" r="r" t="t"/>
              <a:pathLst>
                <a:path extrusionOk="0" h="2727" w="2929">
                  <a:moveTo>
                    <a:pt x="476" y="0"/>
                  </a:moveTo>
                  <a:cubicBezTo>
                    <a:pt x="347" y="0"/>
                    <a:pt x="212" y="58"/>
                    <a:pt x="130" y="182"/>
                  </a:cubicBezTo>
                  <a:cubicBezTo>
                    <a:pt x="1" y="343"/>
                    <a:pt x="65" y="600"/>
                    <a:pt x="226" y="697"/>
                  </a:cubicBezTo>
                  <a:cubicBezTo>
                    <a:pt x="966" y="1211"/>
                    <a:pt x="1610" y="1855"/>
                    <a:pt x="2157" y="2563"/>
                  </a:cubicBezTo>
                  <a:cubicBezTo>
                    <a:pt x="2189" y="2627"/>
                    <a:pt x="2253" y="2659"/>
                    <a:pt x="2317" y="2692"/>
                  </a:cubicBezTo>
                  <a:cubicBezTo>
                    <a:pt x="2367" y="2716"/>
                    <a:pt x="2421" y="2727"/>
                    <a:pt x="2474" y="2727"/>
                  </a:cubicBezTo>
                  <a:cubicBezTo>
                    <a:pt x="2560" y="2727"/>
                    <a:pt x="2644" y="2699"/>
                    <a:pt x="2704" y="2659"/>
                  </a:cubicBezTo>
                  <a:cubicBezTo>
                    <a:pt x="2897" y="2531"/>
                    <a:pt x="2929" y="2273"/>
                    <a:pt x="2800" y="2112"/>
                  </a:cubicBezTo>
                  <a:cubicBezTo>
                    <a:pt x="2221" y="1308"/>
                    <a:pt x="1513" y="632"/>
                    <a:pt x="677" y="53"/>
                  </a:cubicBezTo>
                  <a:cubicBezTo>
                    <a:pt x="619" y="19"/>
                    <a:pt x="549" y="0"/>
                    <a:pt x="4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329"/>
            <p:cNvSpPr/>
            <p:nvPr/>
          </p:nvSpPr>
          <p:spPr>
            <a:xfrm flipH="1">
              <a:off x="5188903" y="3975074"/>
              <a:ext cx="50635" cy="47022"/>
            </a:xfrm>
            <a:custGeom>
              <a:rect b="b" l="l" r="r" t="t"/>
              <a:pathLst>
                <a:path extrusionOk="0" h="2720" w="2929">
                  <a:moveTo>
                    <a:pt x="480" y="0"/>
                  </a:moveTo>
                  <a:cubicBezTo>
                    <a:pt x="344" y="0"/>
                    <a:pt x="211" y="63"/>
                    <a:pt x="130" y="165"/>
                  </a:cubicBezTo>
                  <a:cubicBezTo>
                    <a:pt x="1" y="358"/>
                    <a:pt x="65" y="583"/>
                    <a:pt x="258" y="712"/>
                  </a:cubicBezTo>
                  <a:cubicBezTo>
                    <a:pt x="966" y="1227"/>
                    <a:pt x="1610" y="1838"/>
                    <a:pt x="2157" y="2578"/>
                  </a:cubicBezTo>
                  <a:cubicBezTo>
                    <a:pt x="2189" y="2610"/>
                    <a:pt x="2253" y="2675"/>
                    <a:pt x="2318" y="2675"/>
                  </a:cubicBezTo>
                  <a:cubicBezTo>
                    <a:pt x="2375" y="2704"/>
                    <a:pt x="2440" y="2720"/>
                    <a:pt x="2502" y="2720"/>
                  </a:cubicBezTo>
                  <a:cubicBezTo>
                    <a:pt x="2578" y="2720"/>
                    <a:pt x="2651" y="2696"/>
                    <a:pt x="2704" y="2643"/>
                  </a:cubicBezTo>
                  <a:cubicBezTo>
                    <a:pt x="2897" y="2546"/>
                    <a:pt x="2929" y="2289"/>
                    <a:pt x="2800" y="2128"/>
                  </a:cubicBezTo>
                  <a:cubicBezTo>
                    <a:pt x="2221" y="1323"/>
                    <a:pt x="1513" y="616"/>
                    <a:pt x="709" y="69"/>
                  </a:cubicBezTo>
                  <a:cubicBezTo>
                    <a:pt x="638" y="21"/>
                    <a:pt x="558" y="0"/>
                    <a:pt x="4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329"/>
            <p:cNvSpPr/>
            <p:nvPr/>
          </p:nvSpPr>
          <p:spPr>
            <a:xfrm flipH="1">
              <a:off x="5222820" y="3992154"/>
              <a:ext cx="51188" cy="47195"/>
            </a:xfrm>
            <a:custGeom>
              <a:rect b="b" l="l" r="r" t="t"/>
              <a:pathLst>
                <a:path extrusionOk="0" h="2730" w="2961">
                  <a:moveTo>
                    <a:pt x="458" y="1"/>
                  </a:moveTo>
                  <a:cubicBezTo>
                    <a:pt x="330" y="1"/>
                    <a:pt x="206" y="59"/>
                    <a:pt x="129" y="175"/>
                  </a:cubicBezTo>
                  <a:cubicBezTo>
                    <a:pt x="0" y="368"/>
                    <a:pt x="64" y="593"/>
                    <a:pt x="258" y="722"/>
                  </a:cubicBezTo>
                  <a:cubicBezTo>
                    <a:pt x="965" y="1236"/>
                    <a:pt x="1609" y="1848"/>
                    <a:pt x="2156" y="2556"/>
                  </a:cubicBezTo>
                  <a:cubicBezTo>
                    <a:pt x="2188" y="2620"/>
                    <a:pt x="2252" y="2652"/>
                    <a:pt x="2317" y="2684"/>
                  </a:cubicBezTo>
                  <a:cubicBezTo>
                    <a:pt x="2375" y="2713"/>
                    <a:pt x="2439" y="2729"/>
                    <a:pt x="2504" y="2729"/>
                  </a:cubicBezTo>
                  <a:cubicBezTo>
                    <a:pt x="2584" y="2729"/>
                    <a:pt x="2664" y="2705"/>
                    <a:pt x="2735" y="2652"/>
                  </a:cubicBezTo>
                  <a:cubicBezTo>
                    <a:pt x="2896" y="2556"/>
                    <a:pt x="2960" y="2298"/>
                    <a:pt x="2832" y="2137"/>
                  </a:cubicBezTo>
                  <a:cubicBezTo>
                    <a:pt x="2220" y="1333"/>
                    <a:pt x="1512" y="625"/>
                    <a:pt x="708" y="78"/>
                  </a:cubicBezTo>
                  <a:cubicBezTo>
                    <a:pt x="631" y="27"/>
                    <a:pt x="543" y="1"/>
                    <a:pt x="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329"/>
            <p:cNvSpPr/>
            <p:nvPr/>
          </p:nvSpPr>
          <p:spPr>
            <a:xfrm flipH="1">
              <a:off x="5009234" y="3234801"/>
              <a:ext cx="244203" cy="645256"/>
            </a:xfrm>
            <a:custGeom>
              <a:rect b="b" l="l" r="r" t="t"/>
              <a:pathLst>
                <a:path extrusionOk="0" h="37325" w="14126">
                  <a:moveTo>
                    <a:pt x="10586" y="1"/>
                  </a:moveTo>
                  <a:lnTo>
                    <a:pt x="1" y="162"/>
                  </a:lnTo>
                  <a:lnTo>
                    <a:pt x="4344" y="37324"/>
                  </a:lnTo>
                  <a:lnTo>
                    <a:pt x="14126" y="37324"/>
                  </a:lnTo>
                  <a:lnTo>
                    <a:pt x="10586" y="1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329"/>
            <p:cNvSpPr/>
            <p:nvPr/>
          </p:nvSpPr>
          <p:spPr>
            <a:xfrm flipH="1">
              <a:off x="5015908" y="3812159"/>
              <a:ext cx="170230" cy="17"/>
            </a:xfrm>
            <a:custGeom>
              <a:rect b="b" l="l" r="r" t="t"/>
              <a:pathLst>
                <a:path extrusionOk="0" fill="none" h="1" w="9847">
                  <a:moveTo>
                    <a:pt x="9847" y="1"/>
                  </a:moveTo>
                  <a:lnTo>
                    <a:pt x="1" y="1"/>
                  </a:lnTo>
                </a:path>
              </a:pathLst>
            </a:custGeom>
            <a:solidFill>
              <a:srgbClr val="674EA7"/>
            </a:solidFill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329"/>
            <p:cNvSpPr/>
            <p:nvPr/>
          </p:nvSpPr>
          <p:spPr>
            <a:xfrm flipH="1">
              <a:off x="4781732" y="2442198"/>
              <a:ext cx="356572" cy="880522"/>
            </a:xfrm>
            <a:custGeom>
              <a:rect b="b" l="l" r="r" t="t"/>
              <a:pathLst>
                <a:path extrusionOk="0" h="50934" w="20626">
                  <a:moveTo>
                    <a:pt x="1" y="0"/>
                  </a:moveTo>
                  <a:lnTo>
                    <a:pt x="4731" y="27317"/>
                  </a:lnTo>
                  <a:lnTo>
                    <a:pt x="8978" y="46397"/>
                  </a:lnTo>
                  <a:cubicBezTo>
                    <a:pt x="9589" y="49035"/>
                    <a:pt x="11906" y="50934"/>
                    <a:pt x="14609" y="50934"/>
                  </a:cubicBezTo>
                  <a:cubicBezTo>
                    <a:pt x="17987" y="50934"/>
                    <a:pt x="20625" y="48070"/>
                    <a:pt x="20368" y="44724"/>
                  </a:cubicBezTo>
                  <a:cubicBezTo>
                    <a:pt x="20078" y="40734"/>
                    <a:pt x="19628" y="34267"/>
                    <a:pt x="18984" y="24067"/>
                  </a:cubicBezTo>
                  <a:cubicBezTo>
                    <a:pt x="17955" y="7851"/>
                    <a:pt x="12678" y="0"/>
                    <a:pt x="12678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329"/>
            <p:cNvSpPr/>
            <p:nvPr/>
          </p:nvSpPr>
          <p:spPr>
            <a:xfrm flipH="1">
              <a:off x="5056516" y="2629073"/>
              <a:ext cx="119042" cy="285365"/>
            </a:xfrm>
            <a:custGeom>
              <a:rect b="b" l="l" r="r" t="t"/>
              <a:pathLst>
                <a:path extrusionOk="0" fill="none" h="16507" w="6886">
                  <a:moveTo>
                    <a:pt x="6886" y="16507"/>
                  </a:moveTo>
                  <a:lnTo>
                    <a:pt x="4312" y="3605"/>
                  </a:lnTo>
                  <a:lnTo>
                    <a:pt x="0" y="1"/>
                  </a:ln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329"/>
            <p:cNvSpPr/>
            <p:nvPr/>
          </p:nvSpPr>
          <p:spPr>
            <a:xfrm flipH="1">
              <a:off x="4639894" y="3702040"/>
              <a:ext cx="179133" cy="282581"/>
            </a:xfrm>
            <a:custGeom>
              <a:rect b="b" l="l" r="r" t="t"/>
              <a:pathLst>
                <a:path extrusionOk="0" h="16346" w="10362">
                  <a:moveTo>
                    <a:pt x="1" y="0"/>
                  </a:moveTo>
                  <a:lnTo>
                    <a:pt x="4183" y="16345"/>
                  </a:lnTo>
                  <a:lnTo>
                    <a:pt x="10361" y="16152"/>
                  </a:lnTo>
                  <a:lnTo>
                    <a:pt x="7272" y="23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329"/>
            <p:cNvSpPr/>
            <p:nvPr/>
          </p:nvSpPr>
          <p:spPr>
            <a:xfrm flipH="1">
              <a:off x="4604296" y="3937319"/>
              <a:ext cx="420536" cy="140184"/>
            </a:xfrm>
            <a:custGeom>
              <a:rect b="b" l="l" r="r" t="t"/>
              <a:pathLst>
                <a:path extrusionOk="0" h="8109" w="24326">
                  <a:moveTo>
                    <a:pt x="15381" y="0"/>
                  </a:moveTo>
                  <a:lnTo>
                    <a:pt x="1" y="8109"/>
                  </a:lnTo>
                  <a:lnTo>
                    <a:pt x="24325" y="7948"/>
                  </a:lnTo>
                  <a:lnTo>
                    <a:pt x="22009" y="1223"/>
                  </a:lnTo>
                  <a:cubicBezTo>
                    <a:pt x="22009" y="1223"/>
                    <a:pt x="20513" y="2116"/>
                    <a:pt x="18834" y="2116"/>
                  </a:cubicBezTo>
                  <a:cubicBezTo>
                    <a:pt x="17610" y="2116"/>
                    <a:pt x="16289" y="1642"/>
                    <a:pt x="15381" y="0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329"/>
            <p:cNvSpPr/>
            <p:nvPr/>
          </p:nvSpPr>
          <p:spPr>
            <a:xfrm flipH="1">
              <a:off x="4604296" y="4075254"/>
              <a:ext cx="420536" cy="38966"/>
            </a:xfrm>
            <a:custGeom>
              <a:rect b="b" l="l" r="r" t="t"/>
              <a:pathLst>
                <a:path extrusionOk="0" h="2254" w="24326">
                  <a:moveTo>
                    <a:pt x="24325" y="1"/>
                  </a:moveTo>
                  <a:lnTo>
                    <a:pt x="1" y="130"/>
                  </a:lnTo>
                  <a:lnTo>
                    <a:pt x="1" y="2253"/>
                  </a:lnTo>
                  <a:lnTo>
                    <a:pt x="24325" y="2124"/>
                  </a:lnTo>
                  <a:lnTo>
                    <a:pt x="243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329"/>
            <p:cNvSpPr/>
            <p:nvPr/>
          </p:nvSpPr>
          <p:spPr>
            <a:xfrm flipH="1">
              <a:off x="4776172" y="3957545"/>
              <a:ext cx="50635" cy="47420"/>
            </a:xfrm>
            <a:custGeom>
              <a:rect b="b" l="l" r="r" t="t"/>
              <a:pathLst>
                <a:path extrusionOk="0" h="2743" w="2929">
                  <a:moveTo>
                    <a:pt x="484" y="0"/>
                  </a:moveTo>
                  <a:cubicBezTo>
                    <a:pt x="347" y="0"/>
                    <a:pt x="211" y="58"/>
                    <a:pt x="129" y="182"/>
                  </a:cubicBezTo>
                  <a:cubicBezTo>
                    <a:pt x="0" y="343"/>
                    <a:pt x="65" y="600"/>
                    <a:pt x="258" y="729"/>
                  </a:cubicBezTo>
                  <a:cubicBezTo>
                    <a:pt x="965" y="1243"/>
                    <a:pt x="1609" y="1887"/>
                    <a:pt x="2156" y="2595"/>
                  </a:cubicBezTo>
                  <a:cubicBezTo>
                    <a:pt x="2188" y="2659"/>
                    <a:pt x="2252" y="2691"/>
                    <a:pt x="2317" y="2724"/>
                  </a:cubicBezTo>
                  <a:cubicBezTo>
                    <a:pt x="2364" y="2735"/>
                    <a:pt x="2415" y="2743"/>
                    <a:pt x="2466" y="2743"/>
                  </a:cubicBezTo>
                  <a:cubicBezTo>
                    <a:pt x="2555" y="2743"/>
                    <a:pt x="2642" y="2720"/>
                    <a:pt x="2703" y="2659"/>
                  </a:cubicBezTo>
                  <a:cubicBezTo>
                    <a:pt x="2896" y="2530"/>
                    <a:pt x="2928" y="2273"/>
                    <a:pt x="2799" y="2112"/>
                  </a:cubicBezTo>
                  <a:cubicBezTo>
                    <a:pt x="2220" y="1308"/>
                    <a:pt x="1512" y="632"/>
                    <a:pt x="708" y="53"/>
                  </a:cubicBezTo>
                  <a:cubicBezTo>
                    <a:pt x="639" y="18"/>
                    <a:pt x="561" y="0"/>
                    <a:pt x="4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329"/>
            <p:cNvSpPr/>
            <p:nvPr/>
          </p:nvSpPr>
          <p:spPr>
            <a:xfrm flipH="1">
              <a:off x="4810660" y="3975074"/>
              <a:ext cx="50635" cy="47022"/>
            </a:xfrm>
            <a:custGeom>
              <a:rect b="b" l="l" r="r" t="t"/>
              <a:pathLst>
                <a:path extrusionOk="0" h="2720" w="2929">
                  <a:moveTo>
                    <a:pt x="479" y="0"/>
                  </a:moveTo>
                  <a:cubicBezTo>
                    <a:pt x="343" y="0"/>
                    <a:pt x="210" y="63"/>
                    <a:pt x="129" y="165"/>
                  </a:cubicBezTo>
                  <a:cubicBezTo>
                    <a:pt x="0" y="358"/>
                    <a:pt x="65" y="583"/>
                    <a:pt x="258" y="712"/>
                  </a:cubicBezTo>
                  <a:cubicBezTo>
                    <a:pt x="966" y="1227"/>
                    <a:pt x="1609" y="1838"/>
                    <a:pt x="2156" y="2578"/>
                  </a:cubicBezTo>
                  <a:cubicBezTo>
                    <a:pt x="2188" y="2610"/>
                    <a:pt x="2253" y="2675"/>
                    <a:pt x="2317" y="2675"/>
                  </a:cubicBezTo>
                  <a:cubicBezTo>
                    <a:pt x="2375" y="2704"/>
                    <a:pt x="2439" y="2720"/>
                    <a:pt x="2504" y="2720"/>
                  </a:cubicBezTo>
                  <a:cubicBezTo>
                    <a:pt x="2584" y="2720"/>
                    <a:pt x="2664" y="2696"/>
                    <a:pt x="2735" y="2643"/>
                  </a:cubicBezTo>
                  <a:cubicBezTo>
                    <a:pt x="2896" y="2514"/>
                    <a:pt x="2928" y="2289"/>
                    <a:pt x="2800" y="2096"/>
                  </a:cubicBezTo>
                  <a:cubicBezTo>
                    <a:pt x="2220" y="1323"/>
                    <a:pt x="1513" y="616"/>
                    <a:pt x="708" y="69"/>
                  </a:cubicBezTo>
                  <a:cubicBezTo>
                    <a:pt x="637" y="21"/>
                    <a:pt x="558" y="0"/>
                    <a:pt x="4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329"/>
            <p:cNvSpPr/>
            <p:nvPr/>
          </p:nvSpPr>
          <p:spPr>
            <a:xfrm flipH="1">
              <a:off x="4844594" y="3992154"/>
              <a:ext cx="51188" cy="47195"/>
            </a:xfrm>
            <a:custGeom>
              <a:rect b="b" l="l" r="r" t="t"/>
              <a:pathLst>
                <a:path extrusionOk="0" h="2730" w="2961">
                  <a:moveTo>
                    <a:pt x="458" y="1"/>
                  </a:moveTo>
                  <a:cubicBezTo>
                    <a:pt x="330" y="1"/>
                    <a:pt x="206" y="59"/>
                    <a:pt x="129" y="175"/>
                  </a:cubicBezTo>
                  <a:cubicBezTo>
                    <a:pt x="0" y="335"/>
                    <a:pt x="65" y="593"/>
                    <a:pt x="258" y="722"/>
                  </a:cubicBezTo>
                  <a:cubicBezTo>
                    <a:pt x="966" y="1236"/>
                    <a:pt x="1609" y="1848"/>
                    <a:pt x="2156" y="2556"/>
                  </a:cubicBezTo>
                  <a:cubicBezTo>
                    <a:pt x="2188" y="2620"/>
                    <a:pt x="2253" y="2652"/>
                    <a:pt x="2317" y="2684"/>
                  </a:cubicBezTo>
                  <a:cubicBezTo>
                    <a:pt x="2375" y="2713"/>
                    <a:pt x="2439" y="2729"/>
                    <a:pt x="2504" y="2729"/>
                  </a:cubicBezTo>
                  <a:cubicBezTo>
                    <a:pt x="2584" y="2729"/>
                    <a:pt x="2664" y="2705"/>
                    <a:pt x="2735" y="2652"/>
                  </a:cubicBezTo>
                  <a:cubicBezTo>
                    <a:pt x="2896" y="2523"/>
                    <a:pt x="2961" y="2266"/>
                    <a:pt x="2832" y="2105"/>
                  </a:cubicBezTo>
                  <a:cubicBezTo>
                    <a:pt x="2221" y="1301"/>
                    <a:pt x="1513" y="625"/>
                    <a:pt x="708" y="78"/>
                  </a:cubicBezTo>
                  <a:cubicBezTo>
                    <a:pt x="631" y="27"/>
                    <a:pt x="544" y="1"/>
                    <a:pt x="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329"/>
            <p:cNvSpPr/>
            <p:nvPr/>
          </p:nvSpPr>
          <p:spPr>
            <a:xfrm flipH="1">
              <a:off x="4635448" y="3215335"/>
              <a:ext cx="347669" cy="664722"/>
            </a:xfrm>
            <a:custGeom>
              <a:rect b="b" l="l" r="r" t="t"/>
              <a:pathLst>
                <a:path extrusionOk="0" h="38451" w="20111">
                  <a:moveTo>
                    <a:pt x="11391" y="1"/>
                  </a:moveTo>
                  <a:lnTo>
                    <a:pt x="1" y="1674"/>
                  </a:lnTo>
                  <a:lnTo>
                    <a:pt x="9782" y="38450"/>
                  </a:lnTo>
                  <a:lnTo>
                    <a:pt x="20111" y="38450"/>
                  </a:lnTo>
                  <a:lnTo>
                    <a:pt x="11391" y="1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329"/>
            <p:cNvSpPr/>
            <p:nvPr/>
          </p:nvSpPr>
          <p:spPr>
            <a:xfrm flipH="1">
              <a:off x="4650474" y="3812159"/>
              <a:ext cx="181346" cy="17"/>
            </a:xfrm>
            <a:custGeom>
              <a:rect b="b" l="l" r="r" t="t"/>
              <a:pathLst>
                <a:path extrusionOk="0" fill="none" h="1" w="10490">
                  <a:moveTo>
                    <a:pt x="1" y="1"/>
                  </a:moveTo>
                  <a:lnTo>
                    <a:pt x="10490" y="1"/>
                  </a:lnTo>
                </a:path>
              </a:pathLst>
            </a:custGeom>
            <a:solidFill>
              <a:srgbClr val="674EA7"/>
            </a:solidFill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329"/>
            <p:cNvSpPr/>
            <p:nvPr/>
          </p:nvSpPr>
          <p:spPr>
            <a:xfrm flipH="1">
              <a:off x="4781730" y="2022240"/>
              <a:ext cx="473937" cy="419983"/>
            </a:xfrm>
            <a:custGeom>
              <a:rect b="b" l="l" r="r" t="t"/>
              <a:pathLst>
                <a:path extrusionOk="0" h="24294" w="27415">
                  <a:moveTo>
                    <a:pt x="20786" y="1"/>
                  </a:moveTo>
                  <a:lnTo>
                    <a:pt x="5342" y="451"/>
                  </a:lnTo>
                  <a:lnTo>
                    <a:pt x="419" y="2028"/>
                  </a:lnTo>
                  <a:lnTo>
                    <a:pt x="1803" y="13193"/>
                  </a:lnTo>
                  <a:cubicBezTo>
                    <a:pt x="1803" y="13193"/>
                    <a:pt x="1" y="20271"/>
                    <a:pt x="3862" y="24293"/>
                  </a:cubicBezTo>
                  <a:lnTo>
                    <a:pt x="19371" y="24293"/>
                  </a:lnTo>
                  <a:cubicBezTo>
                    <a:pt x="20561" y="22909"/>
                    <a:pt x="21365" y="21236"/>
                    <a:pt x="21751" y="19435"/>
                  </a:cubicBezTo>
                  <a:lnTo>
                    <a:pt x="27060" y="3443"/>
                  </a:lnTo>
                  <a:cubicBezTo>
                    <a:pt x="27414" y="2060"/>
                    <a:pt x="25098" y="676"/>
                    <a:pt x="23714" y="451"/>
                  </a:cubicBezTo>
                  <a:lnTo>
                    <a:pt x="20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329"/>
            <p:cNvSpPr/>
            <p:nvPr/>
          </p:nvSpPr>
          <p:spPr>
            <a:xfrm flipH="1">
              <a:off x="5187779" y="2127364"/>
              <a:ext cx="65658" cy="315410"/>
            </a:xfrm>
            <a:custGeom>
              <a:rect b="b" l="l" r="r" t="t"/>
              <a:pathLst>
                <a:path extrusionOk="0" fill="none" h="18245" w="3798">
                  <a:moveTo>
                    <a:pt x="805" y="1"/>
                  </a:moveTo>
                  <a:lnTo>
                    <a:pt x="1642" y="7112"/>
                  </a:lnTo>
                  <a:cubicBezTo>
                    <a:pt x="1642" y="7112"/>
                    <a:pt x="1" y="15059"/>
                    <a:pt x="3797" y="18244"/>
                  </a:cubicBez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329"/>
            <p:cNvSpPr/>
            <p:nvPr/>
          </p:nvSpPr>
          <p:spPr>
            <a:xfrm flipH="1">
              <a:off x="4886857" y="1997761"/>
              <a:ext cx="307061" cy="79004"/>
            </a:xfrm>
            <a:custGeom>
              <a:rect b="b" l="l" r="r" t="t"/>
              <a:pathLst>
                <a:path extrusionOk="0" h="4570" w="17762">
                  <a:moveTo>
                    <a:pt x="8044" y="1"/>
                  </a:moveTo>
                  <a:lnTo>
                    <a:pt x="0" y="2414"/>
                  </a:lnTo>
                  <a:cubicBezTo>
                    <a:pt x="0" y="2414"/>
                    <a:pt x="2703" y="4570"/>
                    <a:pt x="8141" y="4570"/>
                  </a:cubicBezTo>
                  <a:cubicBezTo>
                    <a:pt x="13578" y="4570"/>
                    <a:pt x="17761" y="1481"/>
                    <a:pt x="17761" y="1481"/>
                  </a:cubicBezTo>
                  <a:lnTo>
                    <a:pt x="8044" y="1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329"/>
            <p:cNvSpPr/>
            <p:nvPr/>
          </p:nvSpPr>
          <p:spPr>
            <a:xfrm flipH="1">
              <a:off x="4690510" y="2030451"/>
              <a:ext cx="256443" cy="482408"/>
            </a:xfrm>
            <a:custGeom>
              <a:rect b="b" l="l" r="r" t="t"/>
              <a:pathLst>
                <a:path extrusionOk="0" h="27905" w="14834">
                  <a:moveTo>
                    <a:pt x="5192" y="0"/>
                  </a:moveTo>
                  <a:cubicBezTo>
                    <a:pt x="4559" y="0"/>
                    <a:pt x="3911" y="126"/>
                    <a:pt x="3282" y="394"/>
                  </a:cubicBezTo>
                  <a:cubicBezTo>
                    <a:pt x="1159" y="1295"/>
                    <a:pt x="0" y="3612"/>
                    <a:pt x="515" y="5896"/>
                  </a:cubicBezTo>
                  <a:lnTo>
                    <a:pt x="5599" y="24429"/>
                  </a:lnTo>
                  <a:cubicBezTo>
                    <a:pt x="6044" y="26466"/>
                    <a:pt x="7875" y="27905"/>
                    <a:pt x="9938" y="27905"/>
                  </a:cubicBezTo>
                  <a:cubicBezTo>
                    <a:pt x="9961" y="27905"/>
                    <a:pt x="9984" y="27905"/>
                    <a:pt x="10007" y="27904"/>
                  </a:cubicBezTo>
                  <a:cubicBezTo>
                    <a:pt x="12774" y="27872"/>
                    <a:pt x="14833" y="25362"/>
                    <a:pt x="14383" y="22660"/>
                  </a:cubicBezTo>
                  <a:lnTo>
                    <a:pt x="9942" y="3998"/>
                  </a:lnTo>
                  <a:cubicBezTo>
                    <a:pt x="9516" y="1588"/>
                    <a:pt x="7443" y="0"/>
                    <a:pt x="5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329"/>
            <p:cNvSpPr/>
            <p:nvPr/>
          </p:nvSpPr>
          <p:spPr>
            <a:xfrm flipH="1">
              <a:off x="4880189" y="2190773"/>
              <a:ext cx="41732" cy="153548"/>
            </a:xfrm>
            <a:custGeom>
              <a:rect b="b" l="l" r="r" t="t"/>
              <a:pathLst>
                <a:path extrusionOk="0" fill="none" h="8882" w="2414">
                  <a:moveTo>
                    <a:pt x="2413" y="8881"/>
                  </a:moveTo>
                  <a:lnTo>
                    <a:pt x="0" y="1"/>
                  </a:ln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329"/>
            <p:cNvSpPr/>
            <p:nvPr/>
          </p:nvSpPr>
          <p:spPr>
            <a:xfrm flipH="1">
              <a:off x="4880189" y="2232487"/>
              <a:ext cx="41732" cy="111833"/>
            </a:xfrm>
            <a:custGeom>
              <a:rect b="b" l="l" r="r" t="t"/>
              <a:pathLst>
                <a:path extrusionOk="0" h="6469" w="2414">
                  <a:moveTo>
                    <a:pt x="644" y="1"/>
                  </a:moveTo>
                  <a:lnTo>
                    <a:pt x="0" y="6211"/>
                  </a:lnTo>
                  <a:lnTo>
                    <a:pt x="2413" y="6468"/>
                  </a:lnTo>
                  <a:lnTo>
                    <a:pt x="2413" y="6468"/>
                  </a:lnTo>
                  <a:lnTo>
                    <a:pt x="64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329"/>
            <p:cNvSpPr/>
            <p:nvPr/>
          </p:nvSpPr>
          <p:spPr>
            <a:xfrm flipH="1">
              <a:off x="5193343" y="2133483"/>
              <a:ext cx="190802" cy="217511"/>
            </a:xfrm>
            <a:custGeom>
              <a:rect b="b" l="l" r="r" t="t"/>
              <a:pathLst>
                <a:path extrusionOk="0" h="12582" w="11037">
                  <a:moveTo>
                    <a:pt x="419" y="1"/>
                  </a:moveTo>
                  <a:cubicBezTo>
                    <a:pt x="161" y="1"/>
                    <a:pt x="0" y="258"/>
                    <a:pt x="97" y="483"/>
                  </a:cubicBezTo>
                  <a:lnTo>
                    <a:pt x="4601" y="12356"/>
                  </a:lnTo>
                  <a:cubicBezTo>
                    <a:pt x="4634" y="12485"/>
                    <a:pt x="4762" y="12581"/>
                    <a:pt x="4923" y="12581"/>
                  </a:cubicBezTo>
                  <a:lnTo>
                    <a:pt x="10650" y="12581"/>
                  </a:lnTo>
                  <a:cubicBezTo>
                    <a:pt x="10876" y="12581"/>
                    <a:pt x="11037" y="12324"/>
                    <a:pt x="10972" y="12099"/>
                  </a:cubicBezTo>
                  <a:lnTo>
                    <a:pt x="6468" y="226"/>
                  </a:lnTo>
                  <a:cubicBezTo>
                    <a:pt x="6435" y="97"/>
                    <a:pt x="6307" y="1"/>
                    <a:pt x="6146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329"/>
            <p:cNvSpPr/>
            <p:nvPr/>
          </p:nvSpPr>
          <p:spPr>
            <a:xfrm flipH="1">
              <a:off x="5149400" y="2259749"/>
              <a:ext cx="168000" cy="137470"/>
            </a:xfrm>
            <a:custGeom>
              <a:rect b="b" l="l" r="r" t="t"/>
              <a:pathLst>
                <a:path extrusionOk="0" h="7952" w="9718">
                  <a:moveTo>
                    <a:pt x="5309" y="1"/>
                  </a:moveTo>
                  <a:lnTo>
                    <a:pt x="6049" y="1995"/>
                  </a:lnTo>
                  <a:lnTo>
                    <a:pt x="6049" y="1995"/>
                  </a:lnTo>
                  <a:lnTo>
                    <a:pt x="3636" y="1191"/>
                  </a:lnTo>
                  <a:cubicBezTo>
                    <a:pt x="3359" y="1098"/>
                    <a:pt x="3074" y="1054"/>
                    <a:pt x="2792" y="1054"/>
                  </a:cubicBezTo>
                  <a:cubicBezTo>
                    <a:pt x="1898" y="1054"/>
                    <a:pt x="1037" y="1502"/>
                    <a:pt x="547" y="2285"/>
                  </a:cubicBezTo>
                  <a:cubicBezTo>
                    <a:pt x="129" y="2896"/>
                    <a:pt x="0" y="3636"/>
                    <a:pt x="193" y="4344"/>
                  </a:cubicBezTo>
                  <a:cubicBezTo>
                    <a:pt x="1034" y="7465"/>
                    <a:pt x="4433" y="7952"/>
                    <a:pt x="6472" y="7952"/>
                  </a:cubicBezTo>
                  <a:cubicBezTo>
                    <a:pt x="7398" y="7952"/>
                    <a:pt x="8044" y="7851"/>
                    <a:pt x="8044" y="7851"/>
                  </a:cubicBezTo>
                  <a:lnTo>
                    <a:pt x="9717" y="4827"/>
                  </a:lnTo>
                  <a:lnTo>
                    <a:pt x="8591" y="2864"/>
                  </a:lnTo>
                  <a:cubicBezTo>
                    <a:pt x="8173" y="2156"/>
                    <a:pt x="7594" y="1545"/>
                    <a:pt x="6918" y="1094"/>
                  </a:cubicBezTo>
                  <a:lnTo>
                    <a:pt x="5309" y="1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29"/>
            <p:cNvSpPr/>
            <p:nvPr/>
          </p:nvSpPr>
          <p:spPr>
            <a:xfrm flipH="1">
              <a:off x="5050950" y="2338181"/>
              <a:ext cx="127392" cy="75097"/>
            </a:xfrm>
            <a:custGeom>
              <a:rect b="b" l="l" r="r" t="t"/>
              <a:pathLst>
                <a:path extrusionOk="0" h="4344" w="7369">
                  <a:moveTo>
                    <a:pt x="837" y="0"/>
                  </a:moveTo>
                  <a:lnTo>
                    <a:pt x="0" y="3314"/>
                  </a:lnTo>
                  <a:lnTo>
                    <a:pt x="5567" y="4344"/>
                  </a:lnTo>
                  <a:lnTo>
                    <a:pt x="7368" y="740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B073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29"/>
            <p:cNvSpPr/>
            <p:nvPr/>
          </p:nvSpPr>
          <p:spPr>
            <a:xfrm flipH="1">
              <a:off x="4791189" y="2314256"/>
              <a:ext cx="328756" cy="196369"/>
            </a:xfrm>
            <a:custGeom>
              <a:rect b="b" l="l" r="r" t="t"/>
              <a:pathLst>
                <a:path extrusionOk="0" h="11359" w="19017">
                  <a:moveTo>
                    <a:pt x="1" y="1"/>
                  </a:moveTo>
                  <a:lnTo>
                    <a:pt x="1" y="7401"/>
                  </a:lnTo>
                  <a:lnTo>
                    <a:pt x="19016" y="11359"/>
                  </a:lnTo>
                  <a:lnTo>
                    <a:pt x="19016" y="11359"/>
                  </a:lnTo>
                  <a:lnTo>
                    <a:pt x="18630" y="23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29"/>
            <p:cNvSpPr/>
            <p:nvPr/>
          </p:nvSpPr>
          <p:spPr>
            <a:xfrm flipH="1">
              <a:off x="4811208" y="2314256"/>
              <a:ext cx="309844" cy="40626"/>
            </a:xfrm>
            <a:custGeom>
              <a:rect b="b" l="l" r="r" t="t"/>
              <a:pathLst>
                <a:path extrusionOk="0" fill="none" h="2350" w="17923">
                  <a:moveTo>
                    <a:pt x="0" y="1609"/>
                  </a:moveTo>
                  <a:lnTo>
                    <a:pt x="0" y="1"/>
                  </a:lnTo>
                  <a:lnTo>
                    <a:pt x="17922" y="2349"/>
                  </a:ln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29"/>
            <p:cNvSpPr/>
            <p:nvPr/>
          </p:nvSpPr>
          <p:spPr>
            <a:xfrm flipH="1">
              <a:off x="5120481" y="2407710"/>
              <a:ext cx="1124" cy="33382"/>
            </a:xfrm>
            <a:custGeom>
              <a:rect b="b" l="l" r="r" t="t"/>
              <a:pathLst>
                <a:path extrusionOk="0" fill="none" h="1931" w="65">
                  <a:moveTo>
                    <a:pt x="0" y="0"/>
                  </a:moveTo>
                  <a:lnTo>
                    <a:pt x="65" y="1931"/>
                  </a:lnTo>
                </a:path>
              </a:pathLst>
            </a:custGeom>
            <a:noFill/>
            <a:ln cap="rnd" cmpd="sng" w="32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29"/>
            <p:cNvSpPr/>
            <p:nvPr/>
          </p:nvSpPr>
          <p:spPr>
            <a:xfrm flipH="1">
              <a:off x="5403055" y="1319650"/>
              <a:ext cx="531210" cy="471015"/>
            </a:xfrm>
            <a:custGeom>
              <a:rect b="b" l="l" r="r" t="t"/>
              <a:pathLst>
                <a:path extrusionOk="0" h="27246" w="30728">
                  <a:moveTo>
                    <a:pt x="15382" y="0"/>
                  </a:moveTo>
                  <a:cubicBezTo>
                    <a:pt x="11333" y="0"/>
                    <a:pt x="7322" y="1800"/>
                    <a:pt x="4634" y="5235"/>
                  </a:cubicBezTo>
                  <a:cubicBezTo>
                    <a:pt x="0" y="11156"/>
                    <a:pt x="1030" y="19714"/>
                    <a:pt x="6950" y="24347"/>
                  </a:cubicBezTo>
                  <a:cubicBezTo>
                    <a:pt x="9457" y="26299"/>
                    <a:pt x="12427" y="27246"/>
                    <a:pt x="15371" y="27246"/>
                  </a:cubicBezTo>
                  <a:cubicBezTo>
                    <a:pt x="19416" y="27246"/>
                    <a:pt x="23413" y="25458"/>
                    <a:pt x="26095" y="22031"/>
                  </a:cubicBezTo>
                  <a:cubicBezTo>
                    <a:pt x="30728" y="16111"/>
                    <a:pt x="29666" y="7520"/>
                    <a:pt x="23746" y="2886"/>
                  </a:cubicBezTo>
                  <a:cubicBezTo>
                    <a:pt x="21261" y="942"/>
                    <a:pt x="18311" y="0"/>
                    <a:pt x="15382" y="0"/>
                  </a:cubicBezTo>
                  <a:close/>
                </a:path>
              </a:pathLst>
            </a:custGeom>
            <a:solidFill>
              <a:srgbClr val="D9D2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329"/>
            <p:cNvSpPr/>
            <p:nvPr/>
          </p:nvSpPr>
          <p:spPr>
            <a:xfrm flipH="1">
              <a:off x="5446436" y="1633188"/>
              <a:ext cx="132958" cy="129068"/>
            </a:xfrm>
            <a:custGeom>
              <a:rect b="b" l="l" r="r" t="t"/>
              <a:pathLst>
                <a:path extrusionOk="0" h="7466" w="7691">
                  <a:moveTo>
                    <a:pt x="4923" y="1"/>
                  </a:moveTo>
                  <a:lnTo>
                    <a:pt x="0" y="4602"/>
                  </a:lnTo>
                  <a:lnTo>
                    <a:pt x="7690" y="7465"/>
                  </a:lnTo>
                  <a:lnTo>
                    <a:pt x="4923" y="1"/>
                  </a:lnTo>
                  <a:close/>
                </a:path>
              </a:pathLst>
            </a:custGeom>
            <a:solidFill>
              <a:srgbClr val="D9D2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329"/>
            <p:cNvSpPr/>
            <p:nvPr/>
          </p:nvSpPr>
          <p:spPr>
            <a:xfrm flipH="1">
              <a:off x="4166470" y="4114202"/>
              <a:ext cx="4674592" cy="17"/>
            </a:xfrm>
            <a:custGeom>
              <a:rect b="b" l="l" r="r" t="t"/>
              <a:pathLst>
                <a:path extrusionOk="0" fill="none" h="1" w="270403">
                  <a:moveTo>
                    <a:pt x="0" y="0"/>
                  </a:moveTo>
                  <a:lnTo>
                    <a:pt x="270402" y="0"/>
                  </a:lnTo>
                </a:path>
              </a:pathLst>
            </a:custGeom>
            <a:noFill/>
            <a:ln cap="rnd" cmpd="sng" w="9650">
              <a:solidFill>
                <a:srgbClr val="201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329"/>
            <p:cNvSpPr/>
            <p:nvPr/>
          </p:nvSpPr>
          <p:spPr>
            <a:xfrm flipH="1">
              <a:off x="6812506" y="3499278"/>
              <a:ext cx="483929" cy="625790"/>
            </a:xfrm>
            <a:custGeom>
              <a:rect b="b" l="l" r="r" t="t"/>
              <a:pathLst>
                <a:path extrusionOk="0" h="36199" w="27993">
                  <a:moveTo>
                    <a:pt x="13997" y="1"/>
                  </a:moveTo>
                  <a:cubicBezTo>
                    <a:pt x="6274" y="1"/>
                    <a:pt x="0" y="8109"/>
                    <a:pt x="0" y="18083"/>
                  </a:cubicBezTo>
                  <a:cubicBezTo>
                    <a:pt x="0" y="28090"/>
                    <a:pt x="6274" y="36198"/>
                    <a:pt x="13997" y="36198"/>
                  </a:cubicBezTo>
                  <a:cubicBezTo>
                    <a:pt x="21719" y="36198"/>
                    <a:pt x="27993" y="28090"/>
                    <a:pt x="27993" y="18083"/>
                  </a:cubicBezTo>
                  <a:cubicBezTo>
                    <a:pt x="27993" y="8109"/>
                    <a:pt x="21719" y="1"/>
                    <a:pt x="13997" y="1"/>
                  </a:cubicBezTo>
                  <a:close/>
                </a:path>
              </a:pathLst>
            </a:custGeom>
            <a:solidFill>
              <a:srgbClr val="2012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329"/>
            <p:cNvSpPr/>
            <p:nvPr/>
          </p:nvSpPr>
          <p:spPr>
            <a:xfrm flipH="1">
              <a:off x="6978788" y="3633055"/>
              <a:ext cx="233641" cy="316517"/>
            </a:xfrm>
            <a:custGeom>
              <a:rect b="b" l="l" r="r" t="t"/>
              <a:pathLst>
                <a:path extrusionOk="0" h="18309" w="13515">
                  <a:moveTo>
                    <a:pt x="6757" y="0"/>
                  </a:moveTo>
                  <a:cubicBezTo>
                    <a:pt x="3025" y="0"/>
                    <a:pt x="0" y="4087"/>
                    <a:pt x="0" y="9170"/>
                  </a:cubicBezTo>
                  <a:cubicBezTo>
                    <a:pt x="0" y="14222"/>
                    <a:pt x="3025" y="18308"/>
                    <a:pt x="6757" y="18308"/>
                  </a:cubicBezTo>
                  <a:cubicBezTo>
                    <a:pt x="10490" y="18308"/>
                    <a:pt x="13514" y="14222"/>
                    <a:pt x="13514" y="9170"/>
                  </a:cubicBezTo>
                  <a:cubicBezTo>
                    <a:pt x="13514" y="4087"/>
                    <a:pt x="10490" y="0"/>
                    <a:pt x="6757" y="0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329"/>
            <p:cNvSpPr/>
            <p:nvPr/>
          </p:nvSpPr>
          <p:spPr>
            <a:xfrm flipH="1">
              <a:off x="6924835" y="3633055"/>
              <a:ext cx="233087" cy="316517"/>
            </a:xfrm>
            <a:custGeom>
              <a:rect b="b" l="l" r="r" t="t"/>
              <a:pathLst>
                <a:path extrusionOk="0" h="18309" w="13483">
                  <a:moveTo>
                    <a:pt x="6758" y="0"/>
                  </a:moveTo>
                  <a:cubicBezTo>
                    <a:pt x="3025" y="0"/>
                    <a:pt x="1" y="4087"/>
                    <a:pt x="1" y="9170"/>
                  </a:cubicBezTo>
                  <a:cubicBezTo>
                    <a:pt x="1" y="14222"/>
                    <a:pt x="3025" y="18308"/>
                    <a:pt x="6758" y="18308"/>
                  </a:cubicBezTo>
                  <a:cubicBezTo>
                    <a:pt x="10490" y="18308"/>
                    <a:pt x="13482" y="14222"/>
                    <a:pt x="13482" y="9170"/>
                  </a:cubicBezTo>
                  <a:cubicBezTo>
                    <a:pt x="13482" y="4087"/>
                    <a:pt x="10490" y="0"/>
                    <a:pt x="6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329"/>
            <p:cNvSpPr/>
            <p:nvPr/>
          </p:nvSpPr>
          <p:spPr>
            <a:xfrm flipH="1">
              <a:off x="8480024" y="3626095"/>
              <a:ext cx="249570" cy="338900"/>
            </a:xfrm>
            <a:custGeom>
              <a:rect b="b" l="l" r="r" t="t"/>
              <a:pathLst>
                <a:path extrusionOk="0" h="18309" w="13483">
                  <a:moveTo>
                    <a:pt x="6758" y="0"/>
                  </a:moveTo>
                  <a:cubicBezTo>
                    <a:pt x="3025" y="0"/>
                    <a:pt x="1" y="4087"/>
                    <a:pt x="1" y="9170"/>
                  </a:cubicBezTo>
                  <a:cubicBezTo>
                    <a:pt x="1" y="14222"/>
                    <a:pt x="3025" y="18308"/>
                    <a:pt x="6758" y="18308"/>
                  </a:cubicBezTo>
                  <a:cubicBezTo>
                    <a:pt x="10490" y="18308"/>
                    <a:pt x="13482" y="14222"/>
                    <a:pt x="13482" y="9170"/>
                  </a:cubicBezTo>
                  <a:cubicBezTo>
                    <a:pt x="13482" y="4087"/>
                    <a:pt x="10490" y="0"/>
                    <a:pt x="6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329"/>
            <p:cNvSpPr/>
            <p:nvPr/>
          </p:nvSpPr>
          <p:spPr>
            <a:xfrm flipH="1">
              <a:off x="5583279" y="1413577"/>
              <a:ext cx="170774" cy="248429"/>
            </a:xfrm>
            <a:custGeom>
              <a:rect b="b" l="l" r="r" t="t"/>
              <a:pathLst>
                <a:path extrusionOk="0" h="34349" w="23612">
                  <a:moveTo>
                    <a:pt x="13053" y="5891"/>
                  </a:moveTo>
                  <a:cubicBezTo>
                    <a:pt x="15804" y="5891"/>
                    <a:pt x="18437" y="8029"/>
                    <a:pt x="18437" y="11271"/>
                  </a:cubicBezTo>
                  <a:cubicBezTo>
                    <a:pt x="18437" y="14231"/>
                    <a:pt x="16056" y="16612"/>
                    <a:pt x="13096" y="16612"/>
                  </a:cubicBezTo>
                  <a:cubicBezTo>
                    <a:pt x="8302" y="16612"/>
                    <a:pt x="5921" y="10853"/>
                    <a:pt x="9300" y="7474"/>
                  </a:cubicBezTo>
                  <a:cubicBezTo>
                    <a:pt x="10393" y="6381"/>
                    <a:pt x="11737" y="5891"/>
                    <a:pt x="13053" y="5891"/>
                  </a:cubicBezTo>
                  <a:close/>
                  <a:moveTo>
                    <a:pt x="12672" y="1"/>
                  </a:moveTo>
                  <a:cubicBezTo>
                    <a:pt x="12039" y="1"/>
                    <a:pt x="11396" y="56"/>
                    <a:pt x="10748" y="171"/>
                  </a:cubicBezTo>
                  <a:cubicBezTo>
                    <a:pt x="3991" y="1361"/>
                    <a:pt x="1" y="8375"/>
                    <a:pt x="2414" y="14778"/>
                  </a:cubicBezTo>
                  <a:lnTo>
                    <a:pt x="2511" y="15004"/>
                  </a:lnTo>
                  <a:cubicBezTo>
                    <a:pt x="2607" y="15325"/>
                    <a:pt x="2768" y="15615"/>
                    <a:pt x="2929" y="15937"/>
                  </a:cubicBezTo>
                  <a:lnTo>
                    <a:pt x="11134" y="33408"/>
                  </a:lnTo>
                  <a:cubicBezTo>
                    <a:pt x="11439" y="34035"/>
                    <a:pt x="12051" y="34349"/>
                    <a:pt x="12658" y="34349"/>
                  </a:cubicBezTo>
                  <a:cubicBezTo>
                    <a:pt x="13265" y="34349"/>
                    <a:pt x="13869" y="34035"/>
                    <a:pt x="14158" y="33408"/>
                  </a:cubicBezTo>
                  <a:lnTo>
                    <a:pt x="22395" y="15872"/>
                  </a:lnTo>
                  <a:cubicBezTo>
                    <a:pt x="22524" y="15583"/>
                    <a:pt x="22685" y="15325"/>
                    <a:pt x="22813" y="15004"/>
                  </a:cubicBezTo>
                  <a:lnTo>
                    <a:pt x="22910" y="14778"/>
                  </a:lnTo>
                  <a:lnTo>
                    <a:pt x="22878" y="14778"/>
                  </a:lnTo>
                  <a:cubicBezTo>
                    <a:pt x="23328" y="13588"/>
                    <a:pt x="23553" y="12301"/>
                    <a:pt x="23553" y="11046"/>
                  </a:cubicBezTo>
                  <a:cubicBezTo>
                    <a:pt x="23611" y="4853"/>
                    <a:pt x="18600" y="1"/>
                    <a:pt x="12672" y="1"/>
                  </a:cubicBez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329"/>
            <p:cNvSpPr/>
            <p:nvPr/>
          </p:nvSpPr>
          <p:spPr>
            <a:xfrm flipH="1">
              <a:off x="5568547" y="1661996"/>
              <a:ext cx="200229" cy="35411"/>
            </a:xfrm>
            <a:custGeom>
              <a:rect b="b" l="l" r="r" t="t"/>
              <a:pathLst>
                <a:path extrusionOk="0" h="4120" w="23296">
                  <a:moveTo>
                    <a:pt x="11648" y="1"/>
                  </a:moveTo>
                  <a:cubicBezTo>
                    <a:pt x="5213" y="1"/>
                    <a:pt x="1" y="902"/>
                    <a:pt x="1" y="2060"/>
                  </a:cubicBezTo>
                  <a:cubicBezTo>
                    <a:pt x="1" y="3186"/>
                    <a:pt x="5213" y="4119"/>
                    <a:pt x="11648" y="4119"/>
                  </a:cubicBezTo>
                  <a:cubicBezTo>
                    <a:pt x="18084" y="4119"/>
                    <a:pt x="23296" y="3186"/>
                    <a:pt x="23296" y="2060"/>
                  </a:cubicBezTo>
                  <a:cubicBezTo>
                    <a:pt x="23296" y="902"/>
                    <a:pt x="18084" y="1"/>
                    <a:pt x="11648" y="1"/>
                  </a:cubicBez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3" name="Google Shape;3773;p329"/>
          <p:cNvSpPr/>
          <p:nvPr/>
        </p:nvSpPr>
        <p:spPr>
          <a:xfrm>
            <a:off x="729100" y="3018675"/>
            <a:ext cx="2772300" cy="991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3777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p330"/>
          <p:cNvSpPr/>
          <p:nvPr/>
        </p:nvSpPr>
        <p:spPr>
          <a:xfrm>
            <a:off x="656200" y="691425"/>
            <a:ext cx="1032600" cy="103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9" name="Google Shape;3779;p330"/>
          <p:cNvSpPr txBox="1"/>
          <p:nvPr/>
        </p:nvSpPr>
        <p:spPr>
          <a:xfrm>
            <a:off x="597300" y="493650"/>
            <a:ext cx="7949400" cy="41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INSTRUCTIONS SLIDE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This is a preview of the assignment: You have 60 minutes to review and analyze the data provided -- the market research on car/ride </a:t>
            </a: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share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Come up with a handful of segments; 3-5 is fine. What are the “personas” →  PICK ONE TO BE YOUR MAIN ONE TO FOCUS ON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is their profile? What is important to them? What is their use case—job to be done?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How might you position your car service against other options they have? What could be differentiating?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is the story you can tell from this data?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How can you connect with these potential customers?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You are not constrained only to the data you have; but you need to use it to support your segmentation.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As a second part of your presentation address the following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surprised you about the results in the data?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dimensions were important?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How did you analyze the data?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were some challenges with the data?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How might you make the survey better or what kind of information would you like to know?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0480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Lato"/>
              <a:buChar char="❏"/>
            </a:pPr>
            <a:r>
              <a:rPr lang="en" sz="1200">
                <a:solidFill>
                  <a:srgbClr val="36363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What other research might you conduct? Is survey data enough?</a:t>
            </a:r>
            <a:endParaRPr sz="1200">
              <a:solidFill>
                <a:srgbClr val="36363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ransport Consulting by Slidesgo">
  <a:themeElements>
    <a:clrScheme name="Simple Light">
      <a:dk1>
        <a:srgbClr val="FFFFFF"/>
      </a:dk1>
      <a:lt1>
        <a:srgbClr val="20124D"/>
      </a:lt1>
      <a:dk2>
        <a:srgbClr val="20124D"/>
      </a:dk2>
      <a:lt2>
        <a:srgbClr val="20124D"/>
      </a:lt2>
      <a:accent1>
        <a:srgbClr val="D9D2E9"/>
      </a:accent1>
      <a:accent2>
        <a:srgbClr val="B4A7D6"/>
      </a:accent2>
      <a:accent3>
        <a:srgbClr val="8C7CC3"/>
      </a:accent3>
      <a:accent4>
        <a:srgbClr val="F6B26B"/>
      </a:accent4>
      <a:accent5>
        <a:srgbClr val="20124D"/>
      </a:accent5>
      <a:accent6>
        <a:srgbClr val="351C75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